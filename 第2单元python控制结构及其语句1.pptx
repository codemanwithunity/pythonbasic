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emf" ContentType="image/x-e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41"/>
  </p:handoutMasterIdLst>
  <p:sldIdLst>
    <p:sldId id="1095" r:id="rId3"/>
    <p:sldId id="2279" r:id="rId4"/>
    <p:sldId id="1111" r:id="rId5"/>
    <p:sldId id="2300" r:id="rId7"/>
    <p:sldId id="2299" r:id="rId8"/>
    <p:sldId id="2218" r:id="rId9"/>
    <p:sldId id="2283" r:id="rId10"/>
    <p:sldId id="1524" r:id="rId11"/>
    <p:sldId id="1175" r:id="rId12"/>
    <p:sldId id="1381" r:id="rId13"/>
    <p:sldId id="2288" r:id="rId14"/>
    <p:sldId id="2284" r:id="rId15"/>
    <p:sldId id="1176" r:id="rId16"/>
    <p:sldId id="1341" r:id="rId17"/>
    <p:sldId id="1177" r:id="rId18"/>
    <p:sldId id="2405" r:id="rId19"/>
    <p:sldId id="2384" r:id="rId20"/>
    <p:sldId id="1178" r:id="rId21"/>
    <p:sldId id="1179" r:id="rId22"/>
    <p:sldId id="2296" r:id="rId23"/>
    <p:sldId id="2297" r:id="rId24"/>
    <p:sldId id="1191" r:id="rId25"/>
    <p:sldId id="1192" r:id="rId26"/>
    <p:sldId id="1193" r:id="rId27"/>
    <p:sldId id="2385" r:id="rId28"/>
    <p:sldId id="1185" r:id="rId29"/>
    <p:sldId id="1187" r:id="rId30"/>
    <p:sldId id="1186" r:id="rId31"/>
    <p:sldId id="1188" r:id="rId32"/>
    <p:sldId id="2294" r:id="rId33"/>
    <p:sldId id="2280" r:id="rId34"/>
    <p:sldId id="2404" r:id="rId35"/>
    <p:sldId id="2386" r:id="rId36"/>
    <p:sldId id="2298" r:id="rId37"/>
    <p:sldId id="2274" r:id="rId38"/>
    <p:sldId id="1204" r:id="rId39"/>
    <p:sldId id="515" r:id="rId40"/>
  </p:sldIdLst>
  <p:sldSz cx="9144000" cy="5143500" type="screen16x9"/>
  <p:notesSz cx="6858000" cy="9144000"/>
  <p:custDataLst>
    <p:tags r:id="rId45"/>
  </p:custDataLst>
  <p:defaultTextStyle>
    <a:defPPr>
      <a:defRPr lang="en-US"/>
    </a:defPPr>
    <a:lvl1pPr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1pPr>
    <a:lvl2pPr marL="457200"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2pPr>
    <a:lvl3pPr marL="914400"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黑体" panose="0201060906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黑体" panose="0201060906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黑体" panose="0201060906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黑体" panose="02010609060101010101" pitchFamily="2" charset="-122"/>
        <a:cs typeface="+mn-cs"/>
      </a:defRPr>
    </a:lvl9pPr>
  </p:defaultTextStyle>
  <p:extLst>
    <p:ext uri="{505F2C04-C923-438B-8C0F-E0CD2BADF298}">
      <wppc:fontMiss xmlns:wppc="http://www.wps.cn/officeDocument/PresentationCustomData" type="true"/>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D096"/>
    <a:srgbClr val="C00000"/>
    <a:srgbClr val="0070C0"/>
    <a:srgbClr val="CAD40A"/>
    <a:srgbClr val="5AADD6"/>
    <a:srgbClr val="E7F4FF"/>
    <a:srgbClr val="F6F6F6"/>
    <a:srgbClr val="F9F9F9"/>
    <a:srgbClr val="EAEFF7"/>
    <a:srgbClr val="A5A9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695" autoAdjust="0"/>
    <p:restoredTop sz="77106" autoAdjust="0"/>
  </p:normalViewPr>
  <p:slideViewPr>
    <p:cSldViewPr>
      <p:cViewPr varScale="1">
        <p:scale>
          <a:sx n="74" d="100"/>
          <a:sy n="74" d="100"/>
        </p:scale>
        <p:origin x="358" y="41"/>
      </p:cViewPr>
      <p:guideLst>
        <p:guide orient="horz" pos="1732"/>
        <p:guide orient="horz" pos="2295"/>
        <p:guide pos="2834"/>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1878" y="-78"/>
      </p:cViewPr>
      <p:guideLst>
        <p:guide orient="horz" pos="3079"/>
        <p:guide pos="2125"/>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5" Type="http://schemas.openxmlformats.org/officeDocument/2006/relationships/tags" Target="tags/tag36.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latin typeface="Tahoma" panose="020B0604030504040204" pitchFamily="34" charset="0"/>
                <a:ea typeface="+mn-ea"/>
              </a:defRPr>
            </a:lvl1pPr>
          </a:lstStyle>
          <a:p>
            <a:pPr>
              <a:defRPr/>
            </a:pPr>
            <a:endParaRPr lang="zh-CN" altLang="en-US"/>
          </a:p>
        </p:txBody>
      </p:sp>
      <p:sp>
        <p:nvSpPr>
          <p:cNvPr id="46083"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pitchFamily="34" charset="0"/>
                <a:ea typeface="+mn-ea"/>
              </a:defRPr>
            </a:lvl1pPr>
          </a:lstStyle>
          <a:p>
            <a:pPr>
              <a:defRPr/>
            </a:pPr>
            <a:endParaRPr lang="en-US" altLang="zh-CN"/>
          </a:p>
        </p:txBody>
      </p:sp>
      <p:sp>
        <p:nvSpPr>
          <p:cNvPr id="46084"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latin typeface="Tahoma" panose="020B0604030504040204" pitchFamily="34" charset="0"/>
                <a:ea typeface="+mn-ea"/>
              </a:defRPr>
            </a:lvl1pPr>
          </a:lstStyle>
          <a:p>
            <a:pPr>
              <a:defRPr/>
            </a:pPr>
            <a:endParaRPr lang="en-US" altLang="zh-CN"/>
          </a:p>
        </p:txBody>
      </p:sp>
      <p:sp>
        <p:nvSpPr>
          <p:cNvPr id="46085"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pitchFamily="34" charset="0"/>
                <a:ea typeface="+mn-ea"/>
              </a:defRPr>
            </a:lvl1pPr>
          </a:lstStyle>
          <a:p>
            <a:pPr>
              <a:defRPr/>
            </a:pPr>
            <a:fld id="{DB3C531B-D83C-493A-84AD-316F78881EC3}"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latin typeface="Tahoma" panose="020B0604030504040204" pitchFamily="34" charset="0"/>
                <a:ea typeface="+mn-ea"/>
              </a:defRPr>
            </a:lvl1pPr>
          </a:lstStyle>
          <a:p>
            <a:pPr>
              <a:defRPr/>
            </a:pPr>
            <a:endParaRPr lang="zh-CN" altLang="en-US"/>
          </a:p>
        </p:txBody>
      </p:sp>
      <p:sp>
        <p:nvSpPr>
          <p:cNvPr id="4813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pitchFamily="34" charset="0"/>
                <a:ea typeface="+mn-ea"/>
              </a:defRPr>
            </a:lvl1pPr>
          </a:lstStyle>
          <a:p>
            <a:pPr>
              <a:defRPr/>
            </a:pPr>
            <a:endParaRPr lang="en-US" altLang="zh-CN"/>
          </a:p>
        </p:txBody>
      </p:sp>
      <p:sp>
        <p:nvSpPr>
          <p:cNvPr id="4813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4813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latin typeface="Tahoma" panose="020B0604030504040204" pitchFamily="34" charset="0"/>
                <a:ea typeface="+mn-ea"/>
              </a:defRPr>
            </a:lvl1pPr>
          </a:lstStyle>
          <a:p>
            <a:pPr>
              <a:defRPr/>
            </a:pPr>
            <a:endParaRPr lang="en-US" altLang="zh-CN"/>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pitchFamily="34" charset="0"/>
                <a:ea typeface="+mn-ea"/>
              </a:defRPr>
            </a:lvl1pPr>
          </a:lstStyle>
          <a:p>
            <a:pPr>
              <a:defRPr/>
            </a:pPr>
            <a:fld id="{CB801823-96DB-4EC2-991A-2DEE593AD1DA}"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defRPr/>
            </a:pPr>
            <a:endParaRPr lang="zh-CN" altLang="en-US" sz="1400" strike="noStrike" kern="1200" noProof="1">
              <a:solidFill>
                <a:schemeClr val="bg1"/>
              </a:solidFill>
              <a:latin typeface="Times New Roman" panose="02020603050405020304" pitchFamily="18" charset="0"/>
              <a:ea typeface="宋体" panose="02010600030101010101" pitchFamily="2" charset="-122"/>
              <a:cs typeface="+mn-lt"/>
              <a:sym typeface="+mn-ea"/>
            </a:endParaRPr>
          </a:p>
          <a:p>
            <a:pPr marL="0" marR="0" lvl="1" indent="0" algn="l" defTabSz="914400" rtl="0" eaLnBrk="0" fontAlgn="base" latinLnBrk="0" hangingPunct="0">
              <a:lnSpc>
                <a:spcPct val="100000"/>
              </a:lnSpc>
              <a:spcBef>
                <a:spcPct val="30000"/>
              </a:spcBef>
              <a:spcAft>
                <a:spcPct val="0"/>
              </a:spcAft>
              <a:buClrTx/>
              <a:buSzTx/>
              <a:buFontTx/>
              <a:buNone/>
              <a:defRPr/>
            </a:pPr>
            <a:endParaRPr lang="zh-CN" altLang="en-US" sz="1400" strike="noStrike" kern="1200" noProof="1">
              <a:solidFill>
                <a:schemeClr val="bg1"/>
              </a:solidFill>
              <a:latin typeface="Times New Roman" panose="02020603050405020304" pitchFamily="18" charset="0"/>
              <a:ea typeface="宋体" panose="02010600030101010101" pitchFamily="2" charset="-122"/>
              <a:cs typeface="+mn-lt"/>
              <a:sym typeface="+mn-ea"/>
            </a:endParaRPr>
          </a:p>
          <a:p>
            <a:pPr marL="0" marR="0" lvl="1" indent="0" algn="l" defTabSz="914400" rtl="0" eaLnBrk="0" fontAlgn="base" latinLnBrk="0" hangingPunct="0">
              <a:lnSpc>
                <a:spcPct val="100000"/>
              </a:lnSpc>
              <a:spcBef>
                <a:spcPct val="30000"/>
              </a:spcBef>
              <a:spcAft>
                <a:spcPct val="0"/>
              </a:spcAft>
              <a:buClrTx/>
              <a:buSzTx/>
              <a:buFontTx/>
              <a:buNone/>
              <a:defRPr/>
            </a:pPr>
            <a:endParaRPr lang="zh-CN" altLang="en-US" sz="1400" strike="noStrike" kern="0" noProof="1">
              <a:solidFill>
                <a:schemeClr val="bg1"/>
              </a:solidFill>
              <a:latin typeface="Times New Roman" panose="02020603050405020304" pitchFamily="18" charset="0"/>
              <a:ea typeface="宋体" panose="02010600030101010101" pitchFamily="2" charset="-122"/>
              <a:cs typeface="+mn-lt"/>
              <a:sym typeface="+mn-ea"/>
            </a:endParaRPr>
          </a:p>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幻灯片图像占位符 1"/>
          <p:cNvSpPr>
            <a:spLocks noGrp="1" noRot="1" noChangeAspect="1" noTextEdit="1"/>
          </p:cNvSpPr>
          <p:nvPr>
            <p:ph type="sldImg"/>
          </p:nvPr>
        </p:nvSpPr>
        <p:spPr/>
      </p:sp>
      <p:sp>
        <p:nvSpPr>
          <p:cNvPr id="108546" name="文本占位符 2"/>
          <p:cNvSpPr>
            <a:spLocks noGrp="1"/>
          </p:cNvSpPr>
          <p:nvPr>
            <p:ph type="body"/>
          </p:nvPr>
        </p:nvSpPr>
        <p:spPr/>
        <p:txBody>
          <a:bodyPr wrap="square" lIns="91440" tIns="45720" rIns="91440" bIns="45720" anchor="t"/>
          <a:lstStyle/>
          <a:p>
            <a:pPr lvl="0"/>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p:sp>
      <p:sp>
        <p:nvSpPr>
          <p:cNvPr id="45059" name="备注占位符 2"/>
          <p:cNvSpPr>
            <a:spLocks noGrp="1"/>
          </p:cNvSpPr>
          <p:nvPr>
            <p:ph type="body" idx="1"/>
          </p:nvPr>
        </p:nvSpPr>
        <p:spPr>
          <a:noFill/>
        </p:spPr>
        <p:txBody>
          <a:bodyPr/>
          <a:lstStyle/>
          <a:p>
            <a:endParaRPr lang="en-US" altLang="zh-CN" dirty="0">
              <a:ea typeface="宋体" panose="02010600030101010101" pitchFamily="2" charset="-122"/>
            </a:endParaRPr>
          </a:p>
        </p:txBody>
      </p:sp>
      <p:sp>
        <p:nvSpPr>
          <p:cNvPr id="4" name="灯片编号占位符 3"/>
          <p:cNvSpPr>
            <a:spLocks noGrp="1"/>
          </p:cNvSpPr>
          <p:nvPr>
            <p:ph type="sldNum" sz="quarter" idx="5"/>
          </p:nvPr>
        </p:nvSpPr>
        <p:spPr/>
        <p:txBody>
          <a:bodyPr/>
          <a:lstStyle/>
          <a:p>
            <a:pPr>
              <a:defRPr/>
            </a:pPr>
            <a:fld id="{621A3279-BD9E-4F88-B79C-81D5D8A43A17}" type="slidenum">
              <a:rPr lang="zh-CN" altLang="en-US"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幻灯片图像占位符 1"/>
          <p:cNvSpPr>
            <a:spLocks noGrp="1" noRot="1" noChangeAspect="1" noTextEdit="1"/>
          </p:cNvSpPr>
          <p:nvPr>
            <p:ph type="sldImg"/>
          </p:nvPr>
        </p:nvSpPr>
        <p:spPr/>
      </p:sp>
      <p:sp>
        <p:nvSpPr>
          <p:cNvPr id="87042" name="备注占位符 2"/>
          <p:cNvSpPr>
            <a:spLocks noGrp="1"/>
          </p:cNvSpPr>
          <p:nvPr>
            <p:ph type="body"/>
          </p:nvPr>
        </p:nvSpPr>
        <p:spPr/>
        <p:txBody>
          <a:bodyPr wrap="square" lIns="91440" tIns="45720" rIns="91440" bIns="45720" anchor="t"/>
          <a:lstStyle/>
          <a:p>
            <a:pPr lvl="0"/>
            <a:endParaRPr lang="zh-CN" altLang="en-US" dirty="0"/>
          </a:p>
        </p:txBody>
      </p:sp>
      <p:sp>
        <p:nvSpPr>
          <p:cNvPr id="87043" name="灯片编号占位符 3"/>
          <p:cNvSpPr>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zh-CN" altLang="en-US" sz="1200">
                <a:latin typeface="Tahoma" panose="020B0604030504040204" pitchFamily="34" charset="0"/>
                <a:ea typeface="宋体" panose="02010600030101010101" pitchFamily="2" charset="-122"/>
              </a:rPr>
            </a:fld>
            <a:endParaRPr lang="zh-CN" altLang="en-US" sz="1200" dirty="0">
              <a:latin typeface="Tahoma" panose="020B060403050404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p:sp>
      <p:sp>
        <p:nvSpPr>
          <p:cNvPr id="583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404F286-7568-4BCC-8799-73C0C4B8F464}" type="slidenum">
              <a:rPr lang="zh-CN" altLang="en-US"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pPr marL="0" lvl="1"/>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幻灯片图像占位符 1"/>
          <p:cNvSpPr>
            <a:spLocks noGrp="1" noRot="1" noChangeAspect="1" noTextEdit="1"/>
          </p:cNvSpPr>
          <p:nvPr>
            <p:ph type="sldImg"/>
          </p:nvPr>
        </p:nvSpPr>
        <p:spPr/>
      </p:sp>
      <p:sp>
        <p:nvSpPr>
          <p:cNvPr id="87042" name="备注占位符 2"/>
          <p:cNvSpPr>
            <a:spLocks noGrp="1"/>
          </p:cNvSpPr>
          <p:nvPr>
            <p:ph type="body"/>
          </p:nvPr>
        </p:nvSpPr>
        <p:spPr/>
        <p:txBody>
          <a:bodyPr wrap="square" lIns="91440" tIns="45720" rIns="91440" bIns="45720" anchor="t"/>
          <a:lstStyle/>
          <a:p>
            <a:pPr lvl="0"/>
            <a:endParaRPr lang="zh-CN" altLang="en-US" dirty="0"/>
          </a:p>
        </p:txBody>
      </p:sp>
      <p:sp>
        <p:nvSpPr>
          <p:cNvPr id="87043" name="灯片编号占位符 3"/>
          <p:cNvSpPr>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zh-CN" altLang="en-US" sz="1200">
                <a:latin typeface="Tahoma" panose="020B0604030504040204" pitchFamily="34" charset="0"/>
                <a:ea typeface="宋体" panose="02010600030101010101" pitchFamily="2" charset="-122"/>
              </a:rPr>
            </a:fld>
            <a:endParaRPr lang="zh-CN" altLang="en-US" sz="1200" dirty="0">
              <a:latin typeface="Tahoma" panose="020B060403050404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119D938-2B5E-49B9-8981-4B16C15A8D65}" type="slidenum">
              <a:rPr lang="zh-CN" altLang="en-US"/>
            </a:fld>
            <a:endParaRPr lang="en-US" altLang="zh-CN"/>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961BC04-8982-4B02-9164-736CBA87DE59}" type="slidenum">
              <a:rPr lang="zh-CN" altLang="en-US"/>
            </a:fld>
            <a:endParaRPr lang="en-US" altLang="zh-CN"/>
          </a:p>
        </p:txBody>
      </p:sp>
      <p:sp>
        <p:nvSpPr>
          <p:cNvPr id="60419" name="Rectangle 2"/>
          <p:cNvSpPr>
            <a:spLocks noGrp="1" noRot="1" noChangeAspect="1" noChangeArrowheads="1" noTextEdit="1"/>
          </p:cNvSpPr>
          <p:nvPr>
            <p:ph type="sldImg"/>
          </p:nvPr>
        </p:nvSpPr>
        <p:spPr/>
      </p:sp>
      <p:sp>
        <p:nvSpPr>
          <p:cNvPr id="60420" name="Rectangle 3"/>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endParaRPr lang="zh-CN" altLang="en-US" dirty="0"/>
          </a:p>
          <a:p>
            <a:pPr marL="228600" indent="-228600"/>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961BC04-8982-4B02-9164-736CBA87DE59}" type="slidenum">
              <a:rPr lang="zh-CN" altLang="en-US"/>
            </a:fld>
            <a:endParaRPr lang="en-US" altLang="zh-CN"/>
          </a:p>
        </p:txBody>
      </p:sp>
      <p:sp>
        <p:nvSpPr>
          <p:cNvPr id="60419" name="Rectangle 2"/>
          <p:cNvSpPr>
            <a:spLocks noGrp="1" noRot="1" noChangeAspect="1" noChangeArrowheads="1" noTextEdit="1"/>
          </p:cNvSpPr>
          <p:nvPr>
            <p:ph type="sldImg"/>
          </p:nvPr>
        </p:nvSpPr>
        <p:spPr/>
      </p:sp>
      <p:sp>
        <p:nvSpPr>
          <p:cNvPr id="60420" name="Rectangle 3"/>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endParaRPr lang="zh-CN" altLang="en-US" dirty="0"/>
          </a:p>
          <a:p>
            <a:pPr marL="228600" indent="-228600"/>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p:sp>
      <p:sp>
        <p:nvSpPr>
          <p:cNvPr id="614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A9B7C831-A532-47E3-BC09-F25211A0E149}" type="slidenum">
              <a:rPr lang="zh-CN" altLang="en-US"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2ED5087-57B9-4AC1-8F66-A4C107C54FDC}" type="slidenum">
              <a:rPr lang="zh-CN" altLang="en-US"/>
            </a:fld>
            <a:endParaRPr lang="en-US" altLang="zh-CN"/>
          </a:p>
        </p:txBody>
      </p:sp>
      <p:sp>
        <p:nvSpPr>
          <p:cNvPr id="63491" name="Rectangle 2"/>
          <p:cNvSpPr>
            <a:spLocks noGrp="1" noRot="1" noChangeAspect="1" noChangeArrowheads="1" noTextEdit="1"/>
          </p:cNvSpPr>
          <p:nvPr>
            <p:ph type="sldImg"/>
          </p:nvPr>
        </p:nvSpPr>
        <p:spPr/>
      </p:sp>
      <p:sp>
        <p:nvSpPr>
          <p:cNvPr id="63492" name="Rectangle 3"/>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DCE88C4-1C17-417D-B99E-858262B70C21}" type="slidenum">
              <a:rPr lang="zh-CN" altLang="en-US"/>
            </a:fld>
            <a:endParaRPr lang="en-US" altLang="zh-CN"/>
          </a:p>
        </p:txBody>
      </p:sp>
      <p:sp>
        <p:nvSpPr>
          <p:cNvPr id="64515" name="Rectangle 2"/>
          <p:cNvSpPr>
            <a:spLocks noGrp="1" noRot="1" noChangeAspect="1" noChangeArrowheads="1" noTextEdit="1"/>
          </p:cNvSpPr>
          <p:nvPr>
            <p:ph type="sldImg"/>
          </p:nvPr>
        </p:nvSpPr>
        <p:spPr/>
      </p:sp>
      <p:sp>
        <p:nvSpPr>
          <p:cNvPr id="64516" name="Rectangle 3"/>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p:sp>
      <p:sp>
        <p:nvSpPr>
          <p:cNvPr id="716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7646DB9-B987-4D36-910F-DFAE4E16FA3D}" type="slidenum">
              <a:rPr lang="zh-CN" altLang="en-US"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p:sp>
      <p:sp>
        <p:nvSpPr>
          <p:cNvPr id="727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教学指导：将语法和流程图对照着讲解嵌套</a:t>
            </a:r>
            <a:r>
              <a:rPr lang="en-US" altLang="zh-CN"/>
              <a:t>if</a:t>
            </a:r>
            <a:r>
              <a:rPr lang="zh-CN" altLang="en-US"/>
              <a:t>选择结构的执行过程</a:t>
            </a:r>
            <a:endParaRPr lang="en-US" altLang="zh-CN"/>
          </a:p>
          <a:p>
            <a:endParaRPr lang="zh-CN" altLang="en-US"/>
          </a:p>
        </p:txBody>
      </p:sp>
      <p:sp>
        <p:nvSpPr>
          <p:cNvPr id="4" name="灯片编号占位符 3"/>
          <p:cNvSpPr>
            <a:spLocks noGrp="1"/>
          </p:cNvSpPr>
          <p:nvPr>
            <p:ph type="sldNum" sz="quarter" idx="5"/>
          </p:nvPr>
        </p:nvSpPr>
        <p:spPr/>
        <p:txBody>
          <a:bodyPr/>
          <a:lstStyle/>
          <a:p>
            <a:pPr>
              <a:defRPr/>
            </a:pPr>
            <a:fld id="{E9219CF5-604C-44E9-8D9F-B926ECF2EA32}" type="slidenum">
              <a:rPr lang="zh-CN" altLang="en-US"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19C53F6-1559-479E-9134-FBD72131BA4F}" type="slidenum">
              <a:rPr lang="zh-CN" altLang="en-US"/>
            </a:fld>
            <a:endParaRPr lang="en-US" altLang="zh-CN"/>
          </a:p>
        </p:txBody>
      </p:sp>
      <p:sp>
        <p:nvSpPr>
          <p:cNvPr id="73731" name="Rectangle 2"/>
          <p:cNvSpPr>
            <a:spLocks noGrp="1" noRot="1" noChangeAspect="1" noChangeArrowheads="1" noTextEdit="1"/>
          </p:cNvSpPr>
          <p:nvPr>
            <p:ph type="sldImg"/>
          </p:nvPr>
        </p:nvSpPr>
        <p:spPr/>
      </p:sp>
      <p:sp>
        <p:nvSpPr>
          <p:cNvPr id="73732" name="Rectangle 3"/>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marR="0" lvl="1" indent="0" algn="l" defTabSz="914400" rtl="0" eaLnBrk="0" fontAlgn="base" latinLnBrk="0" hangingPunct="0">
              <a:lnSpc>
                <a:spcPct val="100000"/>
              </a:lnSpc>
              <a:spcBef>
                <a:spcPct val="20000"/>
              </a:spcBef>
              <a:spcAft>
                <a:spcPct val="0"/>
              </a:spcAft>
              <a:buClr>
                <a:srgbClr val="0E9CDE"/>
              </a:buClr>
              <a:buSzPct val="100000"/>
              <a:buFont typeface="Wingdings" panose="05000000000000000000" pitchFamily="2" charset="2"/>
              <a:buChar char="u"/>
              <a:defRPr/>
            </a:pPr>
            <a:endParaRPr lang="zh-CN" altLang="en-US" sz="2400" b="1" dirty="0">
              <a:ea typeface="微软雅黑" panose="020B0503020204020204" pitchFamily="34" charset="-122"/>
            </a:endParaRPr>
          </a:p>
          <a:p>
            <a:pPr lvl="1">
              <a:spcBef>
                <a:spcPct val="20000"/>
              </a:spcBef>
              <a:buClr>
                <a:srgbClr val="0E9CDE"/>
              </a:buClr>
              <a:buSzPct val="100000"/>
              <a:buFont typeface="Wingdings" panose="05000000000000000000" pitchFamily="2" charset="2"/>
              <a:buChar char="u"/>
            </a:pPr>
            <a:endParaRPr lang="zh-CN" altLang="en-US" sz="2400" b="1" dirty="0">
              <a:ea typeface="微软雅黑" panose="020B0503020204020204" pitchFamily="34"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1286E57-4EC9-4D9F-8BAA-B910688E91CE}" type="slidenum">
              <a:rPr lang="zh-CN" altLang="en-US"/>
            </a:fld>
            <a:endParaRPr lang="en-US" altLang="zh-CN"/>
          </a:p>
        </p:txBody>
      </p:sp>
      <p:sp>
        <p:nvSpPr>
          <p:cNvPr id="62467" name="Rectangle 2"/>
          <p:cNvSpPr>
            <a:spLocks noGrp="1" noRot="1" noChangeAspect="1" noChangeArrowheads="1" noTextEdit="1"/>
          </p:cNvSpPr>
          <p:nvPr>
            <p:ph type="sldImg"/>
          </p:nvPr>
        </p:nvSpPr>
        <p:spPr/>
      </p:sp>
      <p:sp>
        <p:nvSpPr>
          <p:cNvPr id="62468" name="Rectangle 3"/>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p:sp>
      <p:sp>
        <p:nvSpPr>
          <p:cNvPr id="675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教学指导：将语法和流程图对照着讲解多重</a:t>
            </a:r>
            <a:r>
              <a:rPr lang="en-US" altLang="zh-CN" dirty="0"/>
              <a:t>if</a:t>
            </a:r>
            <a:r>
              <a:rPr lang="zh-CN" altLang="en-US" dirty="0"/>
              <a:t>选择结构的执行过程</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4B7170A-287F-43A7-95A9-1A309796170D}" type="slidenum">
              <a:rPr lang="zh-CN" altLang="en-US"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2ED5087-57B9-4AC1-8F66-A4C107C54FDC}" type="slidenum">
              <a:rPr lang="zh-CN" altLang="en-US"/>
            </a:fld>
            <a:endParaRPr lang="en-US" altLang="zh-CN"/>
          </a:p>
        </p:txBody>
      </p:sp>
      <p:sp>
        <p:nvSpPr>
          <p:cNvPr id="63491" name="Rectangle 2"/>
          <p:cNvSpPr>
            <a:spLocks noGrp="1" noRot="1" noChangeAspect="1" noChangeArrowheads="1" noTextEdit="1"/>
          </p:cNvSpPr>
          <p:nvPr>
            <p:ph type="sldImg"/>
          </p:nvPr>
        </p:nvSpPr>
        <p:spPr/>
      </p:sp>
      <p:sp>
        <p:nvSpPr>
          <p:cNvPr id="63492" name="Rectangle 3"/>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p:sp>
      <p:sp>
        <p:nvSpPr>
          <p:cNvPr id="686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8EE5929F-312F-4EDC-8E7D-56524858844E}" type="slidenum">
              <a:rPr lang="zh-CN" altLang="en-US" smtClean="0"/>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p:sp>
      <p:sp>
        <p:nvSpPr>
          <p:cNvPr id="686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8EE5929F-312F-4EDC-8E7D-56524858844E}" type="slidenum">
              <a:rPr lang="zh-CN" altLang="en-US"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1</a:t>
            </a:r>
            <a:r>
              <a:rPr lang="zh-CN" altLang="en-US" dirty="0"/>
              <a:t>、选择结构是根据条件判断结果来决定程序执行流程的程序控制结构</a:t>
            </a:r>
            <a:endParaRPr lang="en-US" altLang="zh-CN" dirty="0"/>
          </a:p>
          <a:p>
            <a:r>
              <a:rPr lang="en-US" altLang="zh-CN" dirty="0"/>
              <a:t>2</a:t>
            </a:r>
            <a:r>
              <a:rPr lang="zh-CN" altLang="en-US" dirty="0"/>
              <a:t>、循环结构是反复执行一系列指令直到某些特定条件满足的程序控制结构</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p:sp>
      <p:sp>
        <p:nvSpPr>
          <p:cNvPr id="98307" name="备注占位符 2"/>
          <p:cNvSpPr>
            <a:spLocks noGrp="1"/>
          </p:cNvSpPr>
          <p:nvPr>
            <p:ph type="body" idx="1"/>
          </p:nvPr>
        </p:nvSpPr>
        <p:spPr>
          <a:noFill/>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904090E-D64E-40C3-B961-86ECD9067041}" type="slidenum">
              <a:rPr lang="zh-CN" altLang="en-US"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357688" y="214297"/>
            <a:ext cx="4606927" cy="392415"/>
          </a:xfrm>
          <a:solidFill>
            <a:schemeClr val="bg1"/>
          </a:solidFill>
        </p:spPr>
        <p:txBody>
          <a:bodyPr>
            <a:spAutoFit/>
          </a:bodyPr>
          <a:lstStyle>
            <a:lvl1pPr>
              <a:defRPr sz="2800" b="1">
                <a:solidFill>
                  <a:schemeClr val="tx2">
                    <a:lumMod val="50000"/>
                  </a:schemeClr>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784254" y="910817"/>
            <a:ext cx="7645398" cy="3857652"/>
          </a:xfrm>
        </p:spPr>
        <p:txBody>
          <a:bodyPr/>
          <a:lstStyle>
            <a:lvl1pPr>
              <a:buSzPct val="100000"/>
              <a:buFont typeface="Wingdings" panose="05000000000000000000" pitchFamily="2" charset="2"/>
              <a:buChar char="n"/>
              <a:defRPr b="1">
                <a:latin typeface="+mn-lt"/>
              </a:defRPr>
            </a:lvl1pPr>
            <a:lvl2pPr>
              <a:buSzPct val="100000"/>
              <a:buFont typeface="Wingdings" panose="05000000000000000000" pitchFamily="2" charset="2"/>
              <a:buChar char="u"/>
              <a:defRPr b="1">
                <a:latin typeface="+mn-lt"/>
              </a:defRPr>
            </a:lvl2pPr>
            <a:lvl3pPr>
              <a:buClr>
                <a:srgbClr val="0E9CDE"/>
              </a:buClr>
              <a:buSzPct val="85000"/>
              <a:buFont typeface="Wingdings" panose="05000000000000000000" pitchFamily="2" charset="2"/>
              <a:buChar char="Ø"/>
              <a:defRPr b="1">
                <a:latin typeface="+mn-lt"/>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5"/>
          <p:cNvSpPr>
            <a:spLocks noGrp="1"/>
          </p:cNvSpPr>
          <p:nvPr>
            <p:ph type="sldNum" sz="quarter" idx="10"/>
          </p:nvPr>
        </p:nvSpPr>
        <p:spPr>
          <a:xfrm>
            <a:off x="6938963" y="4816080"/>
            <a:ext cx="2133600" cy="273844"/>
          </a:xfrm>
        </p:spPr>
        <p:txBody>
          <a:bodyPr/>
          <a:lstStyle>
            <a:lvl1pPr>
              <a:defRPr/>
            </a:lvl1pPr>
          </a:lstStyle>
          <a:p>
            <a:pPr>
              <a:defRPr/>
            </a:pPr>
            <a:fld id="{E1F35F12-52FC-45A8-B539-88DCF394FD7F}" type="slidenum">
              <a:rPr lang="zh-CN" altLang="en-US" smtClean="0"/>
            </a:fld>
            <a:r>
              <a:rPr lang="en-US" altLang="zh-CN" dirty="0"/>
              <a:t>/48</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标题 1"/>
          <p:cNvSpPr>
            <a:spLocks noGrp="1"/>
          </p:cNvSpPr>
          <p:nvPr>
            <p:ph type="title"/>
          </p:nvPr>
        </p:nvSpPr>
        <p:spPr>
          <a:xfrm>
            <a:off x="2195739" y="141482"/>
            <a:ext cx="6768877" cy="480131"/>
          </a:xfrm>
          <a:prstGeom prst="rect">
            <a:avLst/>
          </a:prstGeom>
          <a:noFill/>
        </p:spPr>
        <p:txBody>
          <a:bodyPr wrap="square">
            <a:spAutoFit/>
          </a:bodyPr>
          <a:lstStyle>
            <a:lvl1pPr algn="r">
              <a:defRPr sz="2800" b="1">
                <a:solidFill>
                  <a:schemeClr val="tx2">
                    <a:lumMod val="50000"/>
                  </a:schemeClr>
                </a:solidFill>
              </a:defRPr>
            </a:lvl1pPr>
          </a:lstStyle>
          <a:p>
            <a:r>
              <a:rPr lang="zh-CN" altLang="en-US" dirty="0"/>
              <a:t>单击此处编辑母版标题样式</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幻灯片">
    <p:bg>
      <p:bgRef idx="1001">
        <a:schemeClr val="bg1"/>
      </p:bgRef>
    </p:bg>
    <p:spTree>
      <p:nvGrpSpPr>
        <p:cNvPr id="1" name=""/>
        <p:cNvGrpSpPr/>
        <p:nvPr/>
      </p:nvGrpSpPr>
      <p:grpSpPr>
        <a:xfrm>
          <a:off x="0" y="0"/>
          <a:ext cx="0" cy="0"/>
          <a:chOff x="0" y="0"/>
          <a:chExt cx="0" cy="0"/>
        </a:xfrm>
      </p:grpSpPr>
      <p:sp>
        <p:nvSpPr>
          <p:cNvPr id="2" name="直接连接符 14"/>
          <p:cNvSpPr>
            <a:spLocks noChangeShapeType="1"/>
          </p:cNvSpPr>
          <p:nvPr userDrawn="1"/>
        </p:nvSpPr>
        <p:spPr bwMode="auto">
          <a:xfrm>
            <a:off x="1671638" y="951313"/>
            <a:ext cx="0" cy="4192190"/>
          </a:xfrm>
          <a:prstGeom prst="line">
            <a:avLst/>
          </a:prstGeom>
          <a:noFill/>
          <a:ln w="9525">
            <a:solidFill>
              <a:schemeClr val="accent1"/>
            </a:solidFill>
            <a:miter lim="800000"/>
            <a:headEnd type="oval" w="med" len="med"/>
          </a:ln>
          <a:extLst>
            <a:ext uri="{909E8E84-426E-40DD-AFC4-6F175D3DCCD1}">
              <a14:hiddenFill xmlns:a14="http://schemas.microsoft.com/office/drawing/2010/main">
                <a:noFill/>
              </a14:hiddenFill>
            </a:ext>
          </a:extLst>
        </p:spPr>
        <p:txBody>
          <a:bodyPr/>
          <a:lstStyle/>
          <a:p>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13" name="标题 1"/>
          <p:cNvSpPr>
            <a:spLocks noGrp="1"/>
          </p:cNvSpPr>
          <p:nvPr>
            <p:ph type="ctrTitle"/>
          </p:nvPr>
        </p:nvSpPr>
        <p:spPr>
          <a:xfrm>
            <a:off x="685800" y="1253209"/>
            <a:ext cx="7772400" cy="1102519"/>
          </a:xfrm>
          <a:prstGeom prst="rect">
            <a:avLst/>
          </a:prstGeom>
          <a:noFill/>
        </p:spPr>
        <p:txBody>
          <a:bodyPr anchor="ctr">
            <a:normAutofit/>
          </a:bodyPr>
          <a:lstStyle>
            <a:lvl1pPr algn="ctr">
              <a:defRPr sz="4400" b="1">
                <a:solidFill>
                  <a:schemeClr val="tx1">
                    <a:lumMod val="95000"/>
                    <a:lumOff val="5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14" name="副标题 2"/>
          <p:cNvSpPr>
            <a:spLocks noGrp="1"/>
          </p:cNvSpPr>
          <p:nvPr>
            <p:ph type="subTitle" idx="1"/>
          </p:nvPr>
        </p:nvSpPr>
        <p:spPr>
          <a:xfrm>
            <a:off x="683568" y="2409732"/>
            <a:ext cx="7776864" cy="594066"/>
          </a:xfrm>
          <a:prstGeom prst="rect">
            <a:avLst/>
          </a:prstGeom>
        </p:spPr>
        <p:txBody>
          <a:bodyPr/>
          <a:lstStyle>
            <a:lvl1pPr marL="0" indent="0" algn="ctr">
              <a:buNone/>
              <a:defRPr sz="2800" b="1">
                <a:solidFill>
                  <a:schemeClr val="tx1"/>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pic>
        <p:nvPicPr>
          <p:cNvPr id="23" name="图片 6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113" y="3082826"/>
            <a:ext cx="9155113" cy="208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圆角矩形 4"/>
          <p:cNvSpPr>
            <a:spLocks noChangeArrowheads="1"/>
          </p:cNvSpPr>
          <p:nvPr userDrawn="1"/>
        </p:nvSpPr>
        <p:spPr bwMode="auto">
          <a:xfrm>
            <a:off x="2354277" y="3962401"/>
            <a:ext cx="4289425" cy="359569"/>
          </a:xfrm>
          <a:prstGeom prst="roundRect">
            <a:avLst>
              <a:gd name="adj" fmla="val 7292"/>
            </a:avLst>
          </a:prstGeom>
          <a:solidFill>
            <a:srgbClr val="FFFFFF">
              <a:alpha val="32156"/>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知识很简单  学习很快乐</a:t>
            </a:r>
            <a:endParaRPr lang="zh-CN" altLang="zh-CN" sz="2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1203598"/>
            <a:ext cx="8352928" cy="3137572"/>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副标题 2"/>
          <p:cNvSpPr>
            <a:spLocks noGrp="1"/>
          </p:cNvSpPr>
          <p:nvPr>
            <p:ph type="subTitle" idx="10" hasCustomPrompt="1"/>
          </p:nvPr>
        </p:nvSpPr>
        <p:spPr>
          <a:xfrm>
            <a:off x="467544" y="771550"/>
            <a:ext cx="7488832" cy="360040"/>
          </a:xfrm>
          <a:prstGeom prst="rect">
            <a:avLst/>
          </a:prstGeom>
        </p:spPr>
        <p:txBody>
          <a:bodyPr/>
          <a:lstStyle>
            <a:lvl1pPr marL="0" indent="0" algn="l">
              <a:buNone/>
              <a:defRPr sz="1600" b="1">
                <a:solidFill>
                  <a:srgbClr val="0070C0"/>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a:t>
            </a:r>
            <a:endParaRPr lang="zh-CN" altLang="en-US" dirty="0"/>
          </a:p>
        </p:txBody>
      </p:sp>
      <p:sp>
        <p:nvSpPr>
          <p:cNvPr id="10" name="矩形 17"/>
          <p:cNvSpPr>
            <a:spLocks noChangeArrowheads="1"/>
          </p:cNvSpPr>
          <p:nvPr userDrawn="1"/>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不带方块的">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179512" y="771550"/>
            <a:ext cx="8640960" cy="3744416"/>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lIns="68580" tIns="34290" rIns="68580" bIns="34290"/>
          <a:lstStyle/>
          <a:p>
            <a:fld id="{72514870-5082-4025-BC8A-5E070B8EB77D}" type="datetimeFigureOut">
              <a:rPr lang="zh-CN" altLang="en-US" smtClean="0"/>
            </a:fld>
            <a:endParaRPr lang="zh-CN" altLang="en-US"/>
          </a:p>
        </p:txBody>
      </p:sp>
      <p:sp>
        <p:nvSpPr>
          <p:cNvPr id="3" name="文本框"/>
          <p:cNvSpPr>
            <a:spLocks noGrp="1"/>
          </p:cNvSpPr>
          <p:nvPr>
            <p:ph type="ftr" sz="quarter" idx="11"/>
          </p:nvPr>
        </p:nvSpPr>
        <p:spPr>
          <a:xfrm>
            <a:off x="152400" y="4914900"/>
            <a:ext cx="8839200" cy="114300"/>
          </a:xfrm>
          <a:prstGeom prst="rect">
            <a:avLst/>
          </a:prstGeom>
        </p:spPr>
        <p:txBody>
          <a:bodyPr lIns="68580" tIns="34290" rIns="68580" bIns="34290"/>
          <a:lstStyle/>
          <a:p>
            <a:endParaRPr lang="zh-CN" altLang="en-US"/>
          </a:p>
        </p:txBody>
      </p:sp>
      <p:sp>
        <p:nvSpPr>
          <p:cNvPr id="4" name="文本框"/>
          <p:cNvSpPr>
            <a:spLocks noGrp="1"/>
          </p:cNvSpPr>
          <p:nvPr>
            <p:ph type="sldNum" sz="quarter" idx="12"/>
          </p:nvPr>
        </p:nvSpPr>
        <p:spPr/>
        <p:txBody>
          <a:bodyPr lIns="68580" tIns="34290" rIns="68580" bIns="34290"/>
          <a:lstStyle/>
          <a:p>
            <a:fld id="{3E00D155-3BB6-43CF-9AC4-BC63A66E74A9}" type="slidenum">
              <a:rPr lang="zh-CN" altLang="en-US" smtClean="0"/>
            </a:fld>
            <a:endParaRPr lang="zh-CN" altLang="en-US"/>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1203598"/>
            <a:ext cx="8352928" cy="3137572"/>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副标题 2"/>
          <p:cNvSpPr>
            <a:spLocks noGrp="1"/>
          </p:cNvSpPr>
          <p:nvPr>
            <p:ph type="subTitle" idx="10" hasCustomPrompt="1"/>
          </p:nvPr>
        </p:nvSpPr>
        <p:spPr>
          <a:xfrm>
            <a:off x="467544" y="771550"/>
            <a:ext cx="7488832" cy="360040"/>
          </a:xfrm>
          <a:prstGeom prst="rect">
            <a:avLst/>
          </a:prstGeom>
        </p:spPr>
        <p:txBody>
          <a:bodyPr/>
          <a:lstStyle>
            <a:lvl1pPr marL="0" indent="0" algn="l">
              <a:buNone/>
              <a:defRPr sz="1600" b="1">
                <a:solidFill>
                  <a:srgbClr val="0070C0"/>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a:t>
            </a:r>
            <a:endParaRPr lang="zh-CN" altLang="en-US" dirty="0"/>
          </a:p>
        </p:txBody>
      </p:sp>
      <p:sp>
        <p:nvSpPr>
          <p:cNvPr id="10" name="矩形 17"/>
          <p:cNvSpPr>
            <a:spLocks noChangeArrowheads="1"/>
          </p:cNvSpPr>
          <p:nvPr userDrawn="1"/>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843558"/>
            <a:ext cx="8352928" cy="3600400"/>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带方块的">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1203598"/>
            <a:ext cx="8352928" cy="3137572"/>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副标题 2"/>
          <p:cNvSpPr>
            <a:spLocks noGrp="1"/>
          </p:cNvSpPr>
          <p:nvPr>
            <p:ph type="subTitle" idx="10" hasCustomPrompt="1"/>
          </p:nvPr>
        </p:nvSpPr>
        <p:spPr>
          <a:xfrm>
            <a:off x="467544" y="771550"/>
            <a:ext cx="7488832" cy="360040"/>
          </a:xfrm>
          <a:prstGeom prst="rect">
            <a:avLst/>
          </a:prstGeom>
        </p:spPr>
        <p:txBody>
          <a:bodyPr/>
          <a:lstStyle>
            <a:lvl1pPr marL="0" indent="0" algn="l">
              <a:buNone/>
              <a:defRPr sz="1600" b="1">
                <a:solidFill>
                  <a:srgbClr val="0070C0"/>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a:t>
            </a:r>
            <a:endParaRPr lang="zh-CN" altLang="en-US" dirty="0"/>
          </a:p>
        </p:txBody>
      </p:sp>
      <p:sp>
        <p:nvSpPr>
          <p:cNvPr id="10" name="矩形 17"/>
          <p:cNvSpPr>
            <a:spLocks noChangeArrowheads="1"/>
          </p:cNvSpPr>
          <p:nvPr userDrawn="1"/>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843558"/>
            <a:ext cx="8352928" cy="3600400"/>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843558"/>
            <a:ext cx="8352928" cy="3600400"/>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png"/><Relationship Id="rId14" Type="http://schemas.microsoft.com/office/2007/relationships/hdphoto" Target="../media/image3.wdp"/><Relationship Id="rId13" Type="http://schemas.openxmlformats.org/officeDocument/2006/relationships/image" Target="../media/image2.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图片 3"/>
          <p:cNvPicPr>
            <a:picLocks noChangeAspect="1" noChangeArrowheads="1"/>
          </p:cNvPicPr>
          <p:nvPr userDrawn="1"/>
        </p:nvPicPr>
        <p:blipFill>
          <a:blip r:embed="rId13" cstate="print">
            <a:extLst>
              <a:ext uri="{BEBA8EAE-BF5A-486C-A8C5-ECC9F3942E4B}">
                <a14:imgProps xmlns:a14="http://schemas.microsoft.com/office/drawing/2010/main">
                  <a14:imgLayer r:embed="rId1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矩形 17"/>
          <p:cNvSpPr>
            <a:spLocks noChangeArrowheads="1"/>
          </p:cNvSpPr>
          <p:nvPr userDrawn="1"/>
        </p:nvSpPr>
        <p:spPr bwMode="auto">
          <a:xfrm>
            <a:off x="8623697" y="4693446"/>
            <a:ext cx="52268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28" name="矩形 31"/>
          <p:cNvSpPr>
            <a:spLocks noChangeArrowheads="1"/>
          </p:cNvSpPr>
          <p:nvPr userDrawn="1"/>
        </p:nvSpPr>
        <p:spPr bwMode="auto">
          <a:xfrm flipV="1">
            <a:off x="3" y="573529"/>
            <a:ext cx="9146381" cy="41126"/>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29" name="TextBox 15"/>
          <p:cNvSpPr>
            <a:spLocks noChangeArrowheads="1"/>
          </p:cNvSpPr>
          <p:nvPr userDrawn="1"/>
        </p:nvSpPr>
        <p:spPr bwMode="auto">
          <a:xfrm>
            <a:off x="8792769" y="4731544"/>
            <a:ext cx="4716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0D41CE8-2465-49E5-8469-C528E9CDFDF7}" type="slidenum">
              <a:rPr lang="zh-CN" altLang="en-US" sz="1600">
                <a:solidFill>
                  <a:schemeClr val="bg1"/>
                </a:solidFill>
                <a:latin typeface="Calibri" panose="020F0502020204030204" pitchFamily="34" charset="0"/>
                <a:sym typeface="宋体" panose="02010600030101010101" pitchFamily="2" charset="-122"/>
              </a:rPr>
            </a:fld>
            <a:r>
              <a:rPr lang="zh-CN" altLang="en-US" sz="1600">
                <a:solidFill>
                  <a:schemeClr val="bg1"/>
                </a:solidFill>
                <a:latin typeface="Calibri" panose="020F0502020204030204" pitchFamily="34" charset="0"/>
                <a:sym typeface="宋体" panose="02010600030101010101" pitchFamily="2" charset="-122"/>
              </a:rPr>
              <a:t> </a:t>
            </a:r>
            <a:endParaRPr lang="zh-CN" altLang="en-US"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30" name="直接连接符 2"/>
          <p:cNvSpPr>
            <a:spLocks noChangeShapeType="1"/>
          </p:cNvSpPr>
          <p:nvPr userDrawn="1"/>
        </p:nvSpPr>
        <p:spPr bwMode="auto">
          <a:xfrm flipH="1">
            <a:off x="2121864" y="3"/>
            <a:ext cx="1864" cy="536711"/>
          </a:xfrm>
          <a:prstGeom prst="line">
            <a:avLst/>
          </a:prstGeom>
          <a:noFill/>
          <a:ln w="9525">
            <a:solidFill>
              <a:schemeClr val="accent1"/>
            </a:solidFill>
            <a:miter lim="800000"/>
            <a:tailEnd type="oval" w="med" len="med"/>
          </a:ln>
          <a:extLst>
            <a:ext uri="{909E8E84-426E-40DD-AFC4-6F175D3DCCD1}">
              <a14:hiddenFill xmlns:a14="http://schemas.microsoft.com/office/drawing/2010/main">
                <a:noFill/>
              </a14:hiddenFill>
            </a:ext>
          </a:extLst>
        </p:spPr>
        <p:txBody>
          <a:bodyPr/>
          <a:lstStyle/>
          <a:p>
            <a:endParaRPr lang="zh-CN" altLang="en-US"/>
          </a:p>
        </p:txBody>
      </p:sp>
      <p:pic>
        <p:nvPicPr>
          <p:cNvPr id="8" name="图片 3"/>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 y="130113"/>
            <a:ext cx="2123728" cy="406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marL="913130" indent="-913130" algn="l" rtl="0" eaLnBrk="0" fontAlgn="base" hangingPunct="0">
        <a:lnSpc>
          <a:spcPct val="90000"/>
        </a:lnSpc>
        <a:spcBef>
          <a:spcPct val="0"/>
        </a:spcBef>
        <a:spcAft>
          <a:spcPct val="0"/>
        </a:spcAft>
        <a:defRPr sz="4400" kern="1200">
          <a:solidFill>
            <a:schemeClr val="tx1"/>
          </a:solidFill>
          <a:latin typeface="+mj-lt"/>
          <a:ea typeface="+mj-ea"/>
          <a:cs typeface="+mj-cs"/>
          <a:sym typeface="Browallia New" panose="020B0604020202020204" charset="0"/>
        </a:defRPr>
      </a:lvl1pPr>
      <a:lvl2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p:titleStyle>
    <p:bodyStyle>
      <a:lvl1pPr marL="22733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1pPr>
      <a:lvl2pPr marL="68453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2pPr>
      <a:lvl3pPr marL="114173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3pPr>
      <a:lvl4pPr marL="159893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sym typeface="Calibri" panose="020F0502020204030204" pitchFamily="34" charset="0"/>
        </a:defRPr>
      </a:lvl4pPr>
      <a:lvl5pPr marL="205613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sym typeface="Calibri" panose="020F0502020204030204" pitchFamily="34" charset="0"/>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image" Target="../media/image6.e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7.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7" Type="http://schemas.openxmlformats.org/officeDocument/2006/relationships/notesSlide" Target="../notesSlides/notesSlide6.xml"/><Relationship Id="rId16" Type="http://schemas.openxmlformats.org/officeDocument/2006/relationships/slideLayout" Target="../slideLayouts/slideLayout10.xml"/><Relationship Id="rId15" Type="http://schemas.openxmlformats.org/officeDocument/2006/relationships/image" Target="../media/image8.png"/><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8.xml"/><Relationship Id="rId5" Type="http://schemas.openxmlformats.org/officeDocument/2006/relationships/image" Target="../media/image13.jpeg"/><Relationship Id="rId4" Type="http://schemas.openxmlformats.org/officeDocument/2006/relationships/image" Target="../media/image12.jpeg"/><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slides/_rels/slide10.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3" Type="http://schemas.openxmlformats.org/officeDocument/2006/relationships/notesSlide" Target="../notesSlides/notesSlide8.xml"/><Relationship Id="rId22" Type="http://schemas.openxmlformats.org/officeDocument/2006/relationships/slideLayout" Target="../slideLayouts/slideLayout8.xml"/><Relationship Id="rId21" Type="http://schemas.openxmlformats.org/officeDocument/2006/relationships/tags" Target="../tags/tag35.xml"/><Relationship Id="rId20" Type="http://schemas.openxmlformats.org/officeDocument/2006/relationships/tags" Target="../tags/tag34.xml"/><Relationship Id="rId2" Type="http://schemas.openxmlformats.org/officeDocument/2006/relationships/tags" Target="../tags/tag16.xml"/><Relationship Id="rId19" Type="http://schemas.openxmlformats.org/officeDocument/2006/relationships/tags" Target="../tags/tag33.xml"/><Relationship Id="rId18" Type="http://schemas.openxmlformats.org/officeDocument/2006/relationships/tags" Target="../tags/tag32.xml"/><Relationship Id="rId17" Type="http://schemas.openxmlformats.org/officeDocument/2006/relationships/tags" Target="../tags/tag31.xml"/><Relationship Id="rId16" Type="http://schemas.openxmlformats.org/officeDocument/2006/relationships/tags" Target="../tags/tag30.xml"/><Relationship Id="rId15" Type="http://schemas.openxmlformats.org/officeDocument/2006/relationships/tags" Target="../tags/tag29.xml"/><Relationship Id="rId14" Type="http://schemas.openxmlformats.org/officeDocument/2006/relationships/tags" Target="../tags/tag28.xml"/><Relationship Id="rId13" Type="http://schemas.openxmlformats.org/officeDocument/2006/relationships/tags" Target="../tags/tag27.xml"/><Relationship Id="rId12" Type="http://schemas.openxmlformats.org/officeDocument/2006/relationships/tags" Target="../tags/tag26.xml"/><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tags" Target="../tags/tag1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jpe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8.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8.xml"/><Relationship Id="rId1" Type="http://schemas.openxmlformats.org/officeDocument/2006/relationships/image" Target="../media/image22.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8.xml"/><Relationship Id="rId2" Type="http://schemas.openxmlformats.org/officeDocument/2006/relationships/image" Target="../media/image24.png"/><Relationship Id="rId1"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vmlDrawing" Target="../drawings/vmlDrawing1.vml"/><Relationship Id="rId3" Type="http://schemas.openxmlformats.org/officeDocument/2006/relationships/slideLayout" Target="../slideLayouts/slideLayout8.xml"/><Relationship Id="rId2" Type="http://schemas.openxmlformats.org/officeDocument/2006/relationships/image" Target="../media/image25.emf"/><Relationship Id="rId1" Type="http://schemas.openxmlformats.org/officeDocument/2006/relationships/oleObject" Target="../embeddings/oleObject1.bin"/></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8.xml"/><Relationship Id="rId1"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8.xml"/><Relationship Id="rId1"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7.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noFill/>
        </p:spPr>
        <p:txBody>
          <a:bodyPr anchor="ctr">
            <a:normAutofit/>
          </a:bodyPr>
          <a:lstStyle/>
          <a:p>
            <a:pPr marL="913130" indent="-913130"/>
            <a:r>
              <a:rPr lang="zh-CN" altLang="en-US" sz="4000" dirty="0">
                <a:solidFill>
                  <a:schemeClr val="accent5">
                    <a:lumMod val="50000"/>
                  </a:schemeClr>
                </a:solidFill>
              </a:rPr>
              <a:t>第二单元 程序控制结构</a:t>
            </a:r>
            <a:endParaRPr lang="zh-CN" altLang="en-US" sz="4000" dirty="0">
              <a:solidFill>
                <a:schemeClr val="accent5">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noFill/>
        </p:spPr>
        <p:txBody>
          <a:bodyPr anchor="ctr">
            <a:normAutofit/>
          </a:bodyPr>
          <a:lstStyle/>
          <a:p>
            <a:pPr marL="913130" indent="-913130"/>
            <a:r>
              <a:rPr lang="zh-CN" altLang="en-US" sz="4000" dirty="0">
                <a:solidFill>
                  <a:schemeClr val="accent5">
                    <a:lumMod val="50000"/>
                  </a:schemeClr>
                </a:solidFill>
              </a:rPr>
              <a:t>第一课时</a:t>
            </a:r>
            <a:endParaRPr lang="zh-CN" altLang="en-US" sz="4000" dirty="0">
              <a:solidFill>
                <a:schemeClr val="accent5">
                  <a:lumMod val="50000"/>
                </a:schemeClr>
              </a:solidFill>
            </a:endParaRPr>
          </a:p>
        </p:txBody>
      </p:sp>
      <p:sp>
        <p:nvSpPr>
          <p:cNvPr id="3" name="副标题 2"/>
          <p:cNvSpPr>
            <a:spLocks noGrp="1"/>
          </p:cNvSpPr>
          <p:nvPr>
            <p:ph type="subTitle" idx="1"/>
          </p:nvPr>
        </p:nvSpPr>
        <p:spPr/>
        <p:txBody>
          <a:bodyPr/>
          <a:lstStyle/>
          <a:p>
            <a:r>
              <a:rPr lang="zh-CN" altLang="en-US" dirty="0">
                <a:sym typeface="+mn-ea"/>
              </a:rPr>
              <a:t>程序控制结构</a:t>
            </a:r>
            <a:endParaRPr lang="zh-CN" altLang="en-US" dirty="0"/>
          </a:p>
          <a:p>
            <a:endParaRPr lang="zh-CN" altLang="en-US" dirty="0">
              <a:solidFill>
                <a:schemeClr val="tx1">
                  <a:lumMod val="65000"/>
                  <a:lumOff val="3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知识回顾</a:t>
            </a:r>
            <a:endParaRPr lang="zh-CN" altLang="en-US" dirty="0"/>
          </a:p>
        </p:txBody>
      </p:sp>
      <p:sp>
        <p:nvSpPr>
          <p:cNvPr id="3" name="内容占位符 2"/>
          <p:cNvSpPr>
            <a:spLocks noGrp="1"/>
          </p:cNvSpPr>
          <p:nvPr>
            <p:ph idx="1"/>
          </p:nvPr>
        </p:nvSpPr>
        <p:spPr>
          <a:xfrm>
            <a:off x="467544" y="1275606"/>
            <a:ext cx="8064896" cy="3353596"/>
          </a:xfrm>
        </p:spPr>
        <p:txBody>
          <a:bodyPr/>
          <a:lstStyle/>
          <a:p>
            <a:r>
              <a:rPr lang="en-US" altLang="zh-CN" dirty="0">
                <a:sym typeface="+mn-ea"/>
              </a:rPr>
              <a:t>Python</a:t>
            </a:r>
            <a:r>
              <a:rPr lang="zh-CN" altLang="en-US" dirty="0">
                <a:sym typeface="+mn-ea"/>
              </a:rPr>
              <a:t>的优点</a:t>
            </a:r>
            <a:endParaRPr lang="zh-CN" altLang="en-US" dirty="0">
              <a:sym typeface="+mn-ea"/>
            </a:endParaRPr>
          </a:p>
          <a:p>
            <a:r>
              <a:rPr lang="en-US" altLang="zh-CN" dirty="0">
                <a:sym typeface="+mn-ea"/>
              </a:rPr>
              <a:t>Python</a:t>
            </a:r>
            <a:r>
              <a:rPr lang="zh-CN" altLang="en-US" dirty="0">
                <a:sym typeface="+mn-ea"/>
              </a:rPr>
              <a:t>运算符</a:t>
            </a:r>
            <a:endParaRPr lang="zh-CN" altLang="en-US" dirty="0">
              <a:sym typeface="+mn-ea"/>
            </a:endParaRPr>
          </a:p>
          <a:p>
            <a:r>
              <a:rPr lang="en-US" altLang="zh-CN" dirty="0">
                <a:sym typeface="+mn-ea"/>
              </a:rPr>
              <a:t>Python</a:t>
            </a:r>
            <a:r>
              <a:rPr lang="zh-CN" altLang="en-US" dirty="0">
                <a:sym typeface="+mn-ea"/>
              </a:rPr>
              <a:t>输入</a:t>
            </a:r>
            <a:endParaRPr lang="zh-CN" altLang="en-US" dirty="0">
              <a:sym typeface="+mn-ea"/>
            </a:endParaRPr>
          </a:p>
          <a:p>
            <a:r>
              <a:rPr lang="en-US" altLang="zh-CN" dirty="0">
                <a:sym typeface="+mn-ea"/>
              </a:rPr>
              <a:t>Python</a:t>
            </a:r>
            <a:r>
              <a:rPr lang="zh-CN" altLang="en-US" dirty="0">
                <a:sym typeface="+mn-ea"/>
              </a:rPr>
              <a:t>输出</a:t>
            </a:r>
            <a:endParaRPr lang="zh-CN" altLang="en-US" dirty="0">
              <a:sym typeface="+mn-ea"/>
            </a:endParaRPr>
          </a:p>
          <a:p>
            <a:r>
              <a:rPr lang="zh-CN" altLang="en-US" dirty="0">
                <a:sym typeface="+mn-ea"/>
              </a:rPr>
              <a:t>查看内存地址</a:t>
            </a:r>
            <a:endParaRPr lang="zh-CN" altLang="en-US" dirty="0">
              <a:sym typeface="+mn-ea"/>
            </a:endParaRPr>
          </a:p>
          <a:p>
            <a:r>
              <a:rPr lang="zh-CN" altLang="en-US" dirty="0">
                <a:sym typeface="+mn-ea"/>
              </a:rPr>
              <a:t>查看数据类型</a:t>
            </a:r>
            <a:endParaRPr lang="en-US" altLang="zh-CN" dirty="0"/>
          </a:p>
          <a:p>
            <a:endParaRPr lang="en-US" altLang="zh-CN" dirty="0"/>
          </a:p>
        </p:txBody>
      </p:sp>
      <p:sp>
        <p:nvSpPr>
          <p:cNvPr id="9" name="TextBox 8"/>
          <p:cNvSpPr txBox="1"/>
          <p:nvPr/>
        </p:nvSpPr>
        <p:spPr>
          <a:xfrm>
            <a:off x="539552" y="771550"/>
            <a:ext cx="1728192" cy="338554"/>
          </a:xfrm>
          <a:prstGeom prst="rect">
            <a:avLst/>
          </a:prstGeom>
          <a:noFill/>
        </p:spPr>
        <p:txBody>
          <a:bodyPr wrap="square" rtlCol="0">
            <a:spAutoFit/>
          </a:bodyPr>
          <a:lstStyle/>
          <a:p>
            <a:pPr algn="l"/>
            <a:r>
              <a:rPr lang="zh-CN" altLang="en-US" sz="1600" b="1" dirty="0">
                <a:solidFill>
                  <a:srgbClr val="0070C0"/>
                </a:solidFill>
                <a:latin typeface="+mj-ea"/>
                <a:ea typeface="+mj-ea"/>
              </a:rPr>
              <a:t>现场提问</a:t>
            </a:r>
            <a:endParaRPr lang="zh-CN" altLang="en-US" sz="1600" b="1" dirty="0">
              <a:solidFill>
                <a:srgbClr val="0070C0"/>
              </a:solidFill>
              <a:latin typeface="+mj-ea"/>
              <a:ea typeface="+mj-ea"/>
            </a:endParaRPr>
          </a:p>
        </p:txBody>
      </p:sp>
      <p:pic>
        <p:nvPicPr>
          <p:cNvPr id="12" name="图片 11" descr="现场提问3.png"/>
          <p:cNvPicPr>
            <a:picLocks noChangeAspect="1"/>
          </p:cNvPicPr>
          <p:nvPr/>
        </p:nvPicPr>
        <p:blipFill>
          <a:blip r:embed="rId1" cstate="print"/>
          <a:stretch>
            <a:fillRect/>
          </a:stretch>
        </p:blipFill>
        <p:spPr>
          <a:xfrm>
            <a:off x="179512" y="723157"/>
            <a:ext cx="405385" cy="408433"/>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1"/>
          <p:cNvSpPr>
            <a:spLocks noGrp="1"/>
          </p:cNvSpPr>
          <p:nvPr>
            <p:ph type="title"/>
          </p:nvPr>
        </p:nvSpPr>
        <p:spPr>
          <a:ln>
            <a:noFill/>
          </a:ln>
        </p:spPr>
        <p:txBody>
          <a:bodyPr wrap="square" anchor="t">
            <a:spAutoFit/>
          </a:bodyPr>
          <a:lstStyle/>
          <a:p>
            <a:r>
              <a:rPr lang="zh-CN" altLang="en-US" kern="1200" dirty="0">
                <a:solidFill>
                  <a:srgbClr val="0070C0"/>
                </a:solidFill>
                <a:latin typeface="+mj-lt"/>
                <a:ea typeface="+mj-ea"/>
                <a:cs typeface="+mj-cs"/>
                <a:sym typeface="Browallia New" panose="020B0604020202020204" charset="0"/>
              </a:rPr>
              <a:t>贯穿案例</a:t>
            </a:r>
            <a:endParaRPr lang="zh-CN" altLang="en-US" kern="1200" dirty="0">
              <a:solidFill>
                <a:srgbClr val="0070C0"/>
              </a:solidFill>
              <a:latin typeface="+mj-lt"/>
              <a:ea typeface="+mj-ea"/>
              <a:cs typeface="+mj-cs"/>
              <a:sym typeface="Browallia New" panose="020B0604020202020204" charset="0"/>
            </a:endParaRPr>
          </a:p>
        </p:txBody>
      </p:sp>
      <p:pic>
        <p:nvPicPr>
          <p:cNvPr id="2" name="图片 1"/>
          <p:cNvPicPr>
            <a:picLocks noChangeAspect="1"/>
          </p:cNvPicPr>
          <p:nvPr/>
        </p:nvPicPr>
        <p:blipFill>
          <a:blip r:embed="rId1"/>
          <a:stretch>
            <a:fillRect/>
          </a:stretch>
        </p:blipFill>
        <p:spPr>
          <a:xfrm>
            <a:off x="2182786" y="699542"/>
            <a:ext cx="4796513" cy="4298344"/>
          </a:xfrm>
          <a:prstGeom prst="rect">
            <a:avLst/>
          </a:prstGeom>
        </p:spPr>
      </p:pic>
      <p:sp>
        <p:nvSpPr>
          <p:cNvPr id="5" name="AutoShape 4"/>
          <p:cNvSpPr>
            <a:spLocks noChangeArrowheads="1"/>
          </p:cNvSpPr>
          <p:nvPr/>
        </p:nvSpPr>
        <p:spPr bwMode="auto">
          <a:xfrm>
            <a:off x="467544" y="699542"/>
            <a:ext cx="2952329" cy="510469"/>
          </a:xfrm>
          <a:prstGeom prst="roundRect">
            <a:avLst>
              <a:gd name="adj" fmla="val 0"/>
            </a:avLst>
          </a:prstGeom>
          <a:solidFill>
            <a:schemeClr val="accent1">
              <a:lumMod val="20000"/>
              <a:lumOff val="80000"/>
            </a:schemeClr>
          </a:solidFill>
          <a:ln w="19050">
            <a:solidFill>
              <a:schemeClr val="accent1"/>
            </a:solidFill>
          </a:ln>
        </p:spPr>
        <p:txBody>
          <a:bodyPr anchor="ctr"/>
          <a:lstStyle/>
          <a:p>
            <a:pPr marL="0" lvl="1" indent="-342900" algn="l" eaLnBrk="0" hangingPunct="0">
              <a:spcBef>
                <a:spcPct val="20000"/>
              </a:spcBef>
              <a:buClr>
                <a:srgbClr val="0E9CDE"/>
              </a:buClr>
              <a:buSzPct val="100000"/>
              <a:buFont typeface="Wingdings" panose="05000000000000000000" pitchFamily="2" charset="2"/>
              <a:buChar char="n"/>
              <a:defRPr/>
            </a:pPr>
            <a:r>
              <a:rPr lang="zh-CN" altLang="en-US" sz="2000" b="1" dirty="0">
                <a:ea typeface="微软雅黑" panose="020B0503020204020204" pitchFamily="34" charset="-122"/>
              </a:rPr>
              <a:t>用户登录注册流程图</a:t>
            </a:r>
            <a:endParaRPr lang="zh-CN" altLang="en-GB" sz="2000" b="1" dirty="0">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7"/>
          <p:cNvSpPr txBox="1"/>
          <p:nvPr/>
        </p:nvSpPr>
        <p:spPr>
          <a:xfrm>
            <a:off x="6215073" y="126868"/>
            <a:ext cx="2749539" cy="410751"/>
          </a:xfrm>
          <a:prstGeom prst="rect">
            <a:avLst/>
          </a:prstGeom>
          <a:noFill/>
          <a:ln w="9525">
            <a:noFill/>
          </a:ln>
        </p:spPr>
        <p:txBody>
          <a:bodyPr anchor="t"/>
          <a:lstStyle/>
          <a:p>
            <a:pPr algn="r" eaLnBrk="0" hangingPunct="0">
              <a:spcBef>
                <a:spcPct val="0"/>
              </a:spcBef>
              <a:buNone/>
            </a:pPr>
            <a:r>
              <a:rPr lang="zh-CN" altLang="en-US" sz="2000" b="0" dirty="0">
                <a:solidFill>
                  <a:srgbClr val="0070C0"/>
                </a:solidFill>
                <a:latin typeface="+mj-ea"/>
                <a:ea typeface="+mj-ea"/>
                <a:cs typeface="+mj-cs"/>
              </a:rPr>
              <a:t>概念图</a:t>
            </a:r>
            <a:endParaRPr lang="zh-CN" altLang="en-US" sz="2000" b="0" dirty="0">
              <a:solidFill>
                <a:srgbClr val="0070C0"/>
              </a:solidFill>
              <a:latin typeface="+mj-ea"/>
              <a:ea typeface="+mj-ea"/>
              <a:cs typeface="+mj-cs"/>
            </a:endParaRPr>
          </a:p>
        </p:txBody>
      </p:sp>
      <p:pic>
        <p:nvPicPr>
          <p:cNvPr id="2" name="图片 1"/>
          <p:cNvPicPr>
            <a:picLocks noChangeAspect="1"/>
          </p:cNvPicPr>
          <p:nvPr/>
        </p:nvPicPr>
        <p:blipFill>
          <a:blip r:embed="rId1"/>
          <a:stretch>
            <a:fillRect/>
          </a:stretch>
        </p:blipFill>
        <p:spPr>
          <a:xfrm>
            <a:off x="611560" y="843558"/>
            <a:ext cx="7951105" cy="3833553"/>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p:cNvSpPr>
            <a:spLocks noGrp="1"/>
          </p:cNvSpPr>
          <p:nvPr>
            <p:ph idx="1"/>
          </p:nvPr>
        </p:nvSpPr>
        <p:spPr/>
        <p:txBody>
          <a:bodyPr/>
          <a:lstStyle/>
          <a:p>
            <a:pPr algn="l">
              <a:defRPr/>
            </a:pPr>
            <a:r>
              <a:rPr lang="zh-CN" altLang="en-US" dirty="0"/>
              <a:t>家里组合电灯的使用</a:t>
            </a:r>
            <a:endParaRPr lang="zh-CN" altLang="en-US" dirty="0"/>
          </a:p>
          <a:p>
            <a:pPr lvl="1" algn="l">
              <a:defRPr/>
            </a:pPr>
            <a:r>
              <a:rPr lang="zh-CN" altLang="en-US" dirty="0">
                <a:sym typeface="+mn-ea"/>
              </a:rPr>
              <a:t>如果按一下，亮一盏灯</a:t>
            </a:r>
            <a:endParaRPr lang="zh-CN" altLang="en-US" dirty="0">
              <a:sym typeface="+mn-ea"/>
            </a:endParaRPr>
          </a:p>
          <a:p>
            <a:pPr lvl="1">
              <a:defRPr/>
            </a:pPr>
            <a:r>
              <a:rPr lang="zh-CN" altLang="en-US" dirty="0">
                <a:sym typeface="+mn-ea"/>
              </a:rPr>
              <a:t>如果按两下，亮二盏灯</a:t>
            </a:r>
            <a:endParaRPr lang="zh-CN" altLang="en-US" dirty="0">
              <a:sym typeface="+mn-ea"/>
            </a:endParaRPr>
          </a:p>
          <a:p>
            <a:pPr lvl="1">
              <a:defRPr/>
            </a:pPr>
            <a:r>
              <a:rPr lang="zh-CN" altLang="en-US" dirty="0">
                <a:sym typeface="+mn-ea"/>
              </a:rPr>
              <a:t>如果按三下，全部</a:t>
            </a:r>
            <a:r>
              <a:rPr lang="zh-CN" altLang="en-US">
                <a:sym typeface="+mn-ea"/>
              </a:rPr>
              <a:t>亮灯</a:t>
            </a:r>
            <a:endParaRPr lang="zh-CN" altLang="en-US">
              <a:sym typeface="+mn-ea"/>
            </a:endParaRPr>
          </a:p>
          <a:p>
            <a:pPr lvl="1">
              <a:defRPr/>
            </a:pPr>
            <a:r>
              <a:rPr lang="zh-CN" altLang="en-US">
                <a:sym typeface="+mn-ea"/>
              </a:rPr>
              <a:t>其他组合</a:t>
            </a:r>
            <a:endParaRPr lang="zh-CN" altLang="en-US" dirty="0"/>
          </a:p>
          <a:p>
            <a:pPr algn="l">
              <a:defRPr/>
            </a:pPr>
            <a:endParaRPr lang="zh-CN" altLang="en-US" dirty="0"/>
          </a:p>
        </p:txBody>
      </p:sp>
      <p:sp>
        <p:nvSpPr>
          <p:cNvPr id="19" name="AutoShape 4"/>
          <p:cNvSpPr>
            <a:spLocks noChangeArrowheads="1"/>
          </p:cNvSpPr>
          <p:nvPr/>
        </p:nvSpPr>
        <p:spPr bwMode="auto">
          <a:xfrm>
            <a:off x="3479041" y="2340542"/>
            <a:ext cx="4405327" cy="510469"/>
          </a:xfrm>
          <a:prstGeom prst="roundRect">
            <a:avLst>
              <a:gd name="adj" fmla="val 0"/>
            </a:avLst>
          </a:prstGeom>
          <a:solidFill>
            <a:schemeClr val="accent1">
              <a:lumMod val="20000"/>
              <a:lumOff val="80000"/>
            </a:schemeClr>
          </a:solidFill>
          <a:ln w="19050">
            <a:solidFill>
              <a:schemeClr val="accent1"/>
            </a:solidFill>
          </a:ln>
        </p:spPr>
        <p:txBody>
          <a:bodyPr anchor="ctr"/>
          <a:lstStyle/>
          <a:p>
            <a:pPr marL="742950" lvl="1" indent="-285750" eaLnBrk="0" hangingPunct="0">
              <a:spcBef>
                <a:spcPct val="20000"/>
              </a:spcBef>
              <a:buClr>
                <a:srgbClr val="0E9CDE"/>
              </a:buClr>
              <a:buSzPct val="100000"/>
              <a:defRPr/>
            </a:pPr>
            <a:r>
              <a:rPr lang="zh-CN" altLang="en-GB" sz="2000" b="1" dirty="0">
                <a:ea typeface="微软雅黑" panose="020B0503020204020204" pitchFamily="34" charset="-122"/>
              </a:rPr>
              <a:t>使用数字电路控制</a:t>
            </a:r>
            <a:endParaRPr lang="zh-CN" altLang="en-GB" sz="2000" b="1" dirty="0">
              <a:ea typeface="微软雅黑" panose="020B0503020204020204" pitchFamily="34" charset="-122"/>
            </a:endParaRPr>
          </a:p>
        </p:txBody>
      </p:sp>
      <p:sp>
        <p:nvSpPr>
          <p:cNvPr id="596999" name="Rectangle 7"/>
          <p:cNvSpPr>
            <a:spLocks noGrp="1" noChangeArrowheads="1"/>
          </p:cNvSpPr>
          <p:nvPr>
            <p:ph type="title"/>
          </p:nvPr>
        </p:nvSpPr>
        <p:spPr>
          <a:xfrm>
            <a:off x="2195739" y="141482"/>
            <a:ext cx="6768877" cy="368300"/>
          </a:xfrm>
          <a:noFill/>
        </p:spPr>
        <p:txBody>
          <a:bodyPr wrap="square">
            <a:spAutoFit/>
          </a:bodyPr>
          <a:lstStyle/>
          <a:p>
            <a:r>
              <a:rPr lang="zh-CN" dirty="0" err="1">
                <a:latin typeface="+mj-ea"/>
              </a:rPr>
              <a:t>程序控制</a:t>
            </a:r>
            <a:endParaRPr lang="zh-CN" dirty="0" err="1">
              <a:latin typeface="+mj-ea"/>
            </a:endParaRPr>
          </a:p>
        </p:txBody>
      </p:sp>
      <p:sp>
        <p:nvSpPr>
          <p:cNvPr id="18" name="副标题 17"/>
          <p:cNvSpPr>
            <a:spLocks noGrp="1"/>
          </p:cNvSpPr>
          <p:nvPr>
            <p:ph type="subTitle" idx="10"/>
          </p:nvPr>
        </p:nvSpPr>
        <p:spPr/>
        <p:txBody>
          <a:bodyPr/>
          <a:lstStyle/>
          <a:p>
            <a:r>
              <a:rPr lang="zh-CN" altLang="en-US" dirty="0"/>
              <a:t>提出问题</a:t>
            </a:r>
            <a:endParaRPr lang="zh-CN" altLang="en-US" dirty="0"/>
          </a:p>
        </p:txBody>
      </p:sp>
      <p:cxnSp>
        <p:nvCxnSpPr>
          <p:cNvPr id="24" name="直接箭头连接符 23"/>
          <p:cNvCxnSpPr/>
          <p:nvPr/>
        </p:nvCxnSpPr>
        <p:spPr>
          <a:xfrm>
            <a:off x="5763002" y="2850892"/>
            <a:ext cx="0" cy="792088"/>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
        <p:nvSpPr>
          <p:cNvPr id="23" name="AutoShape 5"/>
          <p:cNvSpPr>
            <a:spLocks noChangeArrowheads="1"/>
          </p:cNvSpPr>
          <p:nvPr/>
        </p:nvSpPr>
        <p:spPr bwMode="auto">
          <a:xfrm>
            <a:off x="3462655" y="3651885"/>
            <a:ext cx="4422140" cy="519430"/>
          </a:xfrm>
          <a:prstGeom prst="roundRect">
            <a:avLst>
              <a:gd name="adj" fmla="val 0"/>
            </a:avLst>
          </a:prstGeom>
          <a:solidFill>
            <a:schemeClr val="accent1">
              <a:lumMod val="20000"/>
              <a:lumOff val="80000"/>
            </a:schemeClr>
          </a:solidFill>
          <a:ln w="19050">
            <a:solidFill>
              <a:schemeClr val="accent1"/>
            </a:solidFill>
          </a:ln>
        </p:spPr>
        <p:txBody>
          <a:bodyPr anchor="ctr"/>
          <a:lstStyle/>
          <a:p>
            <a:pPr marL="742950" lvl="1" indent="-285750" eaLnBrk="0" hangingPunct="0">
              <a:spcBef>
                <a:spcPct val="20000"/>
              </a:spcBef>
              <a:buClr>
                <a:srgbClr val="0E9CDE"/>
              </a:buClr>
              <a:buSzPct val="100000"/>
              <a:defRPr/>
            </a:pPr>
            <a:r>
              <a:rPr lang="zh-CN" altLang="en-US" sz="2000" b="1" dirty="0">
                <a:ea typeface="微软雅黑" panose="020B0503020204020204" pitchFamily="34" charset="-122"/>
              </a:rPr>
              <a:t>使用程序逻辑</a:t>
            </a:r>
            <a:r>
              <a:rPr lang="zh-CN" altLang="en-US" sz="2000" b="1" dirty="0">
                <a:ea typeface="微软雅黑" panose="020B0503020204020204" pitchFamily="34" charset="-122"/>
                <a:sym typeface="+mn-ea"/>
              </a:rPr>
              <a:t>控制</a:t>
            </a:r>
            <a:endParaRPr lang="en-US" altLang="zh-CN" sz="2000" b="1" dirty="0">
              <a:ea typeface="微软雅黑" panose="020B0503020204020204" pitchFamily="34" charset="-122"/>
            </a:endParaRPr>
          </a:p>
        </p:txBody>
      </p:sp>
      <p:sp>
        <p:nvSpPr>
          <p:cNvPr id="11" name="Freeform 59"/>
          <p:cNvSpPr>
            <a:spLocks noEditPoints="1"/>
          </p:cNvSpPr>
          <p:nvPr/>
        </p:nvSpPr>
        <p:spPr bwMode="auto">
          <a:xfrm>
            <a:off x="285720" y="785800"/>
            <a:ext cx="228600" cy="228600"/>
          </a:xfrm>
          <a:custGeom>
            <a:avLst/>
            <a:gdLst>
              <a:gd name="T0" fmla="*/ 30 w 61"/>
              <a:gd name="T1" fmla="*/ 0 h 61"/>
              <a:gd name="T2" fmla="*/ 0 w 61"/>
              <a:gd name="T3" fmla="*/ 31 h 61"/>
              <a:gd name="T4" fmla="*/ 30 w 61"/>
              <a:gd name="T5" fmla="*/ 61 h 61"/>
              <a:gd name="T6" fmla="*/ 61 w 61"/>
              <a:gd name="T7" fmla="*/ 31 h 61"/>
              <a:gd name="T8" fmla="*/ 30 w 61"/>
              <a:gd name="T9" fmla="*/ 0 h 61"/>
              <a:gd name="T10" fmla="*/ 34 w 61"/>
              <a:gd name="T11" fmla="*/ 44 h 61"/>
              <a:gd name="T12" fmla="*/ 34 w 61"/>
              <a:gd name="T13" fmla="*/ 49 h 61"/>
              <a:gd name="T14" fmla="*/ 27 w 61"/>
              <a:gd name="T15" fmla="*/ 49 h 61"/>
              <a:gd name="T16" fmla="*/ 27 w 61"/>
              <a:gd name="T17" fmla="*/ 43 h 61"/>
              <a:gd name="T18" fmla="*/ 34 w 61"/>
              <a:gd name="T19" fmla="*/ 43 h 61"/>
              <a:gd name="T20" fmla="*/ 34 w 61"/>
              <a:gd name="T21" fmla="*/ 44 h 61"/>
              <a:gd name="T22" fmla="*/ 34 w 61"/>
              <a:gd name="T23" fmla="*/ 44 h 61"/>
              <a:gd name="T24" fmla="*/ 42 w 61"/>
              <a:gd name="T25" fmla="*/ 25 h 61"/>
              <a:gd name="T26" fmla="*/ 38 w 61"/>
              <a:gd name="T27" fmla="*/ 30 h 61"/>
              <a:gd name="T28" fmla="*/ 34 w 61"/>
              <a:gd name="T29" fmla="*/ 34 h 61"/>
              <a:gd name="T30" fmla="*/ 33 w 61"/>
              <a:gd name="T31" fmla="*/ 39 h 61"/>
              <a:gd name="T32" fmla="*/ 33 w 61"/>
              <a:gd name="T33" fmla="*/ 40 h 61"/>
              <a:gd name="T34" fmla="*/ 27 w 61"/>
              <a:gd name="T35" fmla="*/ 40 h 61"/>
              <a:gd name="T36" fmla="*/ 27 w 61"/>
              <a:gd name="T37" fmla="*/ 39 h 61"/>
              <a:gd name="T38" fmla="*/ 28 w 61"/>
              <a:gd name="T39" fmla="*/ 33 h 61"/>
              <a:gd name="T40" fmla="*/ 32 w 61"/>
              <a:gd name="T41" fmla="*/ 27 h 61"/>
              <a:gd name="T42" fmla="*/ 36 w 61"/>
              <a:gd name="T43" fmla="*/ 23 h 61"/>
              <a:gd name="T44" fmla="*/ 37 w 61"/>
              <a:gd name="T45" fmla="*/ 20 h 61"/>
              <a:gd name="T46" fmla="*/ 35 w 61"/>
              <a:gd name="T47" fmla="*/ 16 h 61"/>
              <a:gd name="T48" fmla="*/ 30 w 61"/>
              <a:gd name="T49" fmla="*/ 15 h 61"/>
              <a:gd name="T50" fmla="*/ 24 w 61"/>
              <a:gd name="T51" fmla="*/ 22 h 61"/>
              <a:gd name="T52" fmla="*/ 24 w 61"/>
              <a:gd name="T53" fmla="*/ 23 h 61"/>
              <a:gd name="T54" fmla="*/ 18 w 61"/>
              <a:gd name="T55" fmla="*/ 23 h 61"/>
              <a:gd name="T56" fmla="*/ 18 w 61"/>
              <a:gd name="T57" fmla="*/ 22 h 61"/>
              <a:gd name="T58" fmla="*/ 19 w 61"/>
              <a:gd name="T59" fmla="*/ 16 h 61"/>
              <a:gd name="T60" fmla="*/ 22 w 61"/>
              <a:gd name="T61" fmla="*/ 13 h 61"/>
              <a:gd name="T62" fmla="*/ 26 w 61"/>
              <a:gd name="T63" fmla="*/ 10 h 61"/>
              <a:gd name="T64" fmla="*/ 31 w 61"/>
              <a:gd name="T65" fmla="*/ 9 h 61"/>
              <a:gd name="T66" fmla="*/ 40 w 61"/>
              <a:gd name="T67" fmla="*/ 12 h 61"/>
              <a:gd name="T68" fmla="*/ 43 w 61"/>
              <a:gd name="T69" fmla="*/ 20 h 61"/>
              <a:gd name="T70" fmla="*/ 42 w 61"/>
              <a:gd name="T71" fmla="*/ 25 h 61"/>
              <a:gd name="T72" fmla="*/ 42 w 61"/>
              <a:gd name="T73" fmla="*/ 25 h 61"/>
              <a:gd name="T74" fmla="*/ 42 w 61"/>
              <a:gd name="T75"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61">
                <a:moveTo>
                  <a:pt x="30" y="0"/>
                </a:moveTo>
                <a:cubicBezTo>
                  <a:pt x="14" y="0"/>
                  <a:pt x="0" y="14"/>
                  <a:pt x="0" y="31"/>
                </a:cubicBezTo>
                <a:cubicBezTo>
                  <a:pt x="0" y="47"/>
                  <a:pt x="14" y="61"/>
                  <a:pt x="30" y="61"/>
                </a:cubicBezTo>
                <a:cubicBezTo>
                  <a:pt x="47" y="61"/>
                  <a:pt x="61" y="47"/>
                  <a:pt x="61" y="31"/>
                </a:cubicBezTo>
                <a:cubicBezTo>
                  <a:pt x="61" y="14"/>
                  <a:pt x="47" y="0"/>
                  <a:pt x="30" y="0"/>
                </a:cubicBezTo>
                <a:close/>
                <a:moveTo>
                  <a:pt x="34" y="44"/>
                </a:moveTo>
                <a:cubicBezTo>
                  <a:pt x="34" y="49"/>
                  <a:pt x="34" y="49"/>
                  <a:pt x="34" y="49"/>
                </a:cubicBezTo>
                <a:cubicBezTo>
                  <a:pt x="27" y="49"/>
                  <a:pt x="27" y="49"/>
                  <a:pt x="27" y="49"/>
                </a:cubicBezTo>
                <a:cubicBezTo>
                  <a:pt x="27" y="43"/>
                  <a:pt x="27" y="43"/>
                  <a:pt x="27" y="43"/>
                </a:cubicBezTo>
                <a:cubicBezTo>
                  <a:pt x="34" y="43"/>
                  <a:pt x="34" y="43"/>
                  <a:pt x="34" y="43"/>
                </a:cubicBezTo>
                <a:cubicBezTo>
                  <a:pt x="34" y="44"/>
                  <a:pt x="34" y="44"/>
                  <a:pt x="34" y="44"/>
                </a:cubicBezTo>
                <a:cubicBezTo>
                  <a:pt x="34" y="44"/>
                  <a:pt x="34" y="44"/>
                  <a:pt x="34" y="44"/>
                </a:cubicBezTo>
                <a:close/>
                <a:moveTo>
                  <a:pt x="42" y="25"/>
                </a:moveTo>
                <a:cubicBezTo>
                  <a:pt x="41" y="26"/>
                  <a:pt x="40" y="28"/>
                  <a:pt x="38" y="30"/>
                </a:cubicBezTo>
                <a:cubicBezTo>
                  <a:pt x="35" y="32"/>
                  <a:pt x="34" y="34"/>
                  <a:pt x="34" y="34"/>
                </a:cubicBezTo>
                <a:cubicBezTo>
                  <a:pt x="33" y="35"/>
                  <a:pt x="33" y="36"/>
                  <a:pt x="33" y="39"/>
                </a:cubicBezTo>
                <a:cubicBezTo>
                  <a:pt x="33" y="40"/>
                  <a:pt x="33" y="40"/>
                  <a:pt x="33" y="40"/>
                </a:cubicBezTo>
                <a:cubicBezTo>
                  <a:pt x="27" y="40"/>
                  <a:pt x="27" y="40"/>
                  <a:pt x="27" y="40"/>
                </a:cubicBezTo>
                <a:cubicBezTo>
                  <a:pt x="27" y="39"/>
                  <a:pt x="27" y="39"/>
                  <a:pt x="27" y="39"/>
                </a:cubicBezTo>
                <a:cubicBezTo>
                  <a:pt x="27" y="36"/>
                  <a:pt x="27" y="35"/>
                  <a:pt x="28" y="33"/>
                </a:cubicBezTo>
                <a:cubicBezTo>
                  <a:pt x="29" y="31"/>
                  <a:pt x="30" y="29"/>
                  <a:pt x="32" y="27"/>
                </a:cubicBezTo>
                <a:cubicBezTo>
                  <a:pt x="34" y="25"/>
                  <a:pt x="36" y="24"/>
                  <a:pt x="36" y="23"/>
                </a:cubicBezTo>
                <a:cubicBezTo>
                  <a:pt x="36" y="22"/>
                  <a:pt x="37" y="21"/>
                  <a:pt x="37" y="20"/>
                </a:cubicBezTo>
                <a:cubicBezTo>
                  <a:pt x="37" y="19"/>
                  <a:pt x="36" y="17"/>
                  <a:pt x="35" y="16"/>
                </a:cubicBezTo>
                <a:cubicBezTo>
                  <a:pt x="34" y="15"/>
                  <a:pt x="32" y="15"/>
                  <a:pt x="30" y="15"/>
                </a:cubicBezTo>
                <a:cubicBezTo>
                  <a:pt x="27" y="15"/>
                  <a:pt x="24" y="17"/>
                  <a:pt x="24" y="22"/>
                </a:cubicBezTo>
                <a:cubicBezTo>
                  <a:pt x="24" y="23"/>
                  <a:pt x="24" y="23"/>
                  <a:pt x="24" y="23"/>
                </a:cubicBezTo>
                <a:cubicBezTo>
                  <a:pt x="18" y="23"/>
                  <a:pt x="18" y="23"/>
                  <a:pt x="18" y="23"/>
                </a:cubicBezTo>
                <a:cubicBezTo>
                  <a:pt x="18" y="22"/>
                  <a:pt x="18" y="22"/>
                  <a:pt x="18" y="22"/>
                </a:cubicBezTo>
                <a:cubicBezTo>
                  <a:pt x="18" y="20"/>
                  <a:pt x="18" y="18"/>
                  <a:pt x="19" y="16"/>
                </a:cubicBezTo>
                <a:cubicBezTo>
                  <a:pt x="19" y="15"/>
                  <a:pt x="20" y="14"/>
                  <a:pt x="22" y="13"/>
                </a:cubicBezTo>
                <a:cubicBezTo>
                  <a:pt x="23" y="11"/>
                  <a:pt x="24" y="11"/>
                  <a:pt x="26" y="10"/>
                </a:cubicBezTo>
                <a:cubicBezTo>
                  <a:pt x="28" y="10"/>
                  <a:pt x="29" y="9"/>
                  <a:pt x="31" y="9"/>
                </a:cubicBezTo>
                <a:cubicBezTo>
                  <a:pt x="34" y="9"/>
                  <a:pt x="37" y="10"/>
                  <a:pt x="40" y="12"/>
                </a:cubicBezTo>
                <a:cubicBezTo>
                  <a:pt x="42" y="14"/>
                  <a:pt x="43" y="17"/>
                  <a:pt x="43" y="20"/>
                </a:cubicBezTo>
                <a:cubicBezTo>
                  <a:pt x="43" y="22"/>
                  <a:pt x="43" y="24"/>
                  <a:pt x="42" y="25"/>
                </a:cubicBezTo>
                <a:close/>
                <a:moveTo>
                  <a:pt x="42" y="25"/>
                </a:moveTo>
                <a:cubicBezTo>
                  <a:pt x="42" y="25"/>
                  <a:pt x="42" y="25"/>
                  <a:pt x="42" y="25"/>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up)">
                                      <p:cBhvr>
                                        <p:cTn id="12" dur="500"/>
                                        <p:tgtEl>
                                          <p:spTgt spid="24"/>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3"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标题 1"/>
          <p:cNvSpPr>
            <a:spLocks noGrp="1"/>
          </p:cNvSpPr>
          <p:nvPr>
            <p:ph type="title"/>
          </p:nvPr>
        </p:nvSpPr>
        <p:spPr>
          <a:xfrm>
            <a:off x="2195513" y="141288"/>
            <a:ext cx="6769100" cy="368300"/>
          </a:xfrm>
          <a:ln>
            <a:noFill/>
          </a:ln>
        </p:spPr>
        <p:txBody>
          <a:bodyPr wrap="square" anchor="t">
            <a:spAutoFit/>
          </a:bodyPr>
          <a:lstStyle/>
          <a:p>
            <a:r>
              <a:rPr lang="zh-CN" altLang="en-US" dirty="0"/>
              <a:t>什么是程序控制结构</a:t>
            </a:r>
            <a:endParaRPr lang="en-US" altLang="zh-CN" kern="1200" dirty="0">
              <a:solidFill>
                <a:srgbClr val="0070C0"/>
              </a:solidFill>
              <a:latin typeface="+mj-lt"/>
              <a:ea typeface="+mj-ea"/>
              <a:cs typeface="+mj-cs"/>
              <a:sym typeface="Browallia New" panose="020B0604020202020204" charset="0"/>
            </a:endParaRPr>
          </a:p>
        </p:txBody>
      </p:sp>
      <p:sp>
        <p:nvSpPr>
          <p:cNvPr id="2" name="椭圆 1"/>
          <p:cNvSpPr/>
          <p:nvPr/>
        </p:nvSpPr>
        <p:spPr>
          <a:xfrm>
            <a:off x="114300" y="1906588"/>
            <a:ext cx="998538" cy="105568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en-US" altLang="zh-CN" sz="2000" b="1" strike="noStrike" noProof="1">
              <a:solidFill>
                <a:schemeClr val="accent1"/>
              </a:solidFill>
            </a:endParaRPr>
          </a:p>
          <a:p>
            <a:r>
              <a:rPr lang="zh-CN" altLang="en-US" sz="2000" b="1" noProof="1">
                <a:solidFill>
                  <a:schemeClr val="accent1"/>
                </a:solidFill>
              </a:rPr>
              <a:t>程序控制结构</a:t>
            </a:r>
            <a:endParaRPr lang="zh-CN" altLang="en-US" sz="2000" b="1" noProof="1">
              <a:solidFill>
                <a:schemeClr val="accent1"/>
              </a:solidFill>
            </a:endParaRPr>
          </a:p>
          <a:p>
            <a:pPr algn="ctr" fontAlgn="base"/>
            <a:endParaRPr lang="en-US" altLang="zh-CN" sz="2000" b="1" strike="noStrike" noProof="1">
              <a:solidFill>
                <a:schemeClr val="accent1"/>
              </a:solidFill>
            </a:endParaRPr>
          </a:p>
        </p:txBody>
      </p:sp>
      <p:sp>
        <p:nvSpPr>
          <p:cNvPr id="16" name="Text Box 14"/>
          <p:cNvSpPr txBox="1"/>
          <p:nvPr/>
        </p:nvSpPr>
        <p:spPr>
          <a:xfrm>
            <a:off x="-315912" y="1492250"/>
            <a:ext cx="1857375"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被定义项</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1" name="Text Box 8"/>
          <p:cNvSpPr txBox="1"/>
          <p:nvPr/>
        </p:nvSpPr>
        <p:spPr>
          <a:xfrm>
            <a:off x="1292225" y="1492250"/>
            <a:ext cx="2041525"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临近的属</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3" name="椭圆 2"/>
          <p:cNvSpPr/>
          <p:nvPr/>
        </p:nvSpPr>
        <p:spPr>
          <a:xfrm>
            <a:off x="1706563" y="1860550"/>
            <a:ext cx="998538" cy="105568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noProof="1">
                <a:solidFill>
                  <a:schemeClr val="accent1"/>
                </a:solidFill>
              </a:rPr>
              <a:t>逻辑结构</a:t>
            </a:r>
            <a:endParaRPr lang="zh-CN" altLang="en-US" sz="2000" b="1" strike="noStrike" noProof="1">
              <a:solidFill>
                <a:schemeClr val="accent1"/>
              </a:solidFill>
            </a:endParaRPr>
          </a:p>
        </p:txBody>
      </p:sp>
      <p:sp>
        <p:nvSpPr>
          <p:cNvPr id="14" name="Text Box 12"/>
          <p:cNvSpPr txBox="1"/>
          <p:nvPr/>
        </p:nvSpPr>
        <p:spPr>
          <a:xfrm>
            <a:off x="5346700" y="1492250"/>
            <a:ext cx="1771650"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种差（内涵</a:t>
            </a:r>
            <a:r>
              <a:rPr lang="en-US" altLang="zh-CN" dirty="0">
                <a:solidFill>
                  <a:srgbClr val="FF0000"/>
                </a:solidFill>
                <a:latin typeface="微软雅黑" panose="020B0503020204020204" pitchFamily="34" charset="-122"/>
                <a:ea typeface="微软雅黑" panose="020B0503020204020204" pitchFamily="34" charset="-122"/>
              </a:rPr>
              <a:t>)</a:t>
            </a:r>
            <a:endParaRPr lang="en-US" altLang="zh-CN" dirty="0">
              <a:solidFill>
                <a:srgbClr val="FF0000"/>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4937125" y="1983740"/>
            <a:ext cx="4171379" cy="977900"/>
            <a:chOff x="4304043" y="1286668"/>
            <a:chExt cx="3837944" cy="2757793"/>
          </a:xfrm>
          <a:effectLst>
            <a:outerShdw blurRad="381000" dist="254000" dir="8100000" algn="tr" rotWithShape="0">
              <a:prstClr val="black">
                <a:alpha val="40000"/>
              </a:prstClr>
            </a:outerShdw>
          </a:effectLst>
        </p:grpSpPr>
        <p:sp>
          <p:nvSpPr>
            <p:cNvPr id="5" name="圆角矩形 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6" name="圆角矩形 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7" name="TextBox 22"/>
          <p:cNvSpPr txBox="1"/>
          <p:nvPr/>
        </p:nvSpPr>
        <p:spPr>
          <a:xfrm>
            <a:off x="6002226" y="2196802"/>
            <a:ext cx="2232248" cy="535495"/>
          </a:xfrm>
          <a:prstGeom prst="rect">
            <a:avLst/>
          </a:prstGeom>
          <a:noFill/>
          <a:ln w="9525">
            <a:noFill/>
          </a:ln>
        </p:spPr>
        <p:txBody>
          <a:bodyPr wrap="square" lIns="91405" tIns="45702" rIns="91405" bIns="45702" anchor="t">
            <a:spAutoFit/>
          </a:bodyPr>
          <a:lstStyle/>
          <a:p>
            <a:pPr algn="l">
              <a:lnSpc>
                <a:spcPct val="120000"/>
              </a:lnSpc>
            </a:pPr>
            <a:r>
              <a:rPr lang="zh-CN" altLang="en-US" sz="1200" dirty="0">
                <a:solidFill>
                  <a:srgbClr val="262626"/>
                </a:solidFill>
                <a:latin typeface="Times New Roman" panose="02020603050405020304"/>
                <a:ea typeface="微软雅黑" panose="020B0503020204020204" pitchFamily="34" charset="-122"/>
                <a:sym typeface="Calibri" panose="020F0502020204030204" pitchFamily="34" charset="0"/>
              </a:rPr>
              <a:t>1.</a:t>
            </a:r>
            <a:r>
              <a:rPr lang="zh-CN" altLang="en-US" sz="1200" dirty="0">
                <a:solidFill>
                  <a:srgbClr val="262626"/>
                </a:solidFill>
                <a:latin typeface="Times New Roman" panose="02020603050405020304"/>
                <a:ea typeface="微软雅黑" panose="020B0503020204020204" pitchFamily="34" charset="-122"/>
                <a:sym typeface="微软雅黑" panose="020B0503020204020204" pitchFamily="34" charset="-122"/>
              </a:rPr>
              <a:t>控制程序执行的顺序</a:t>
            </a:r>
            <a:endParaRPr lang="zh-CN" altLang="en-US" sz="1200" dirty="0">
              <a:solidFill>
                <a:srgbClr val="262626"/>
              </a:solidFill>
              <a:latin typeface="Times New Roman" panose="02020603050405020304"/>
              <a:ea typeface="微软雅黑" panose="020B0503020204020204" pitchFamily="34" charset="-122"/>
              <a:sym typeface="微软雅黑" panose="020B0503020204020204" pitchFamily="34" charset="-122"/>
            </a:endParaRPr>
          </a:p>
          <a:p>
            <a:pPr algn="l">
              <a:lnSpc>
                <a:spcPct val="120000"/>
              </a:lnSpc>
            </a:pPr>
            <a:r>
              <a:rPr lang="en-US" altLang="zh-CN" sz="1200" dirty="0">
                <a:solidFill>
                  <a:srgbClr val="262626"/>
                </a:solidFill>
                <a:latin typeface="Times New Roman" panose="02020603050405020304"/>
                <a:ea typeface="微软雅黑" panose="020B0503020204020204" pitchFamily="34" charset="-122"/>
                <a:sym typeface="微软雅黑" panose="020B0503020204020204" pitchFamily="34" charset="-122"/>
              </a:rPr>
              <a:t>2.</a:t>
            </a:r>
            <a:r>
              <a:rPr lang="zh-CN" altLang="en-US" sz="1200" dirty="0">
                <a:solidFill>
                  <a:srgbClr val="262626"/>
                </a:solidFill>
                <a:latin typeface="Times New Roman" panose="02020603050405020304"/>
                <a:ea typeface="微软雅黑" panose="020B0503020204020204" pitchFamily="34" charset="-122"/>
                <a:sym typeface="微软雅黑" panose="020B0503020204020204" pitchFamily="34" charset="-122"/>
              </a:rPr>
              <a:t>影响执行结果</a:t>
            </a:r>
            <a:endParaRPr lang="zh-CN" altLang="en-US" sz="1200" dirty="0">
              <a:solidFill>
                <a:srgbClr val="262626"/>
              </a:solidFill>
              <a:latin typeface="Times New Roman" panose="02020603050405020304"/>
              <a:ea typeface="微软雅黑" panose="020B0503020204020204" pitchFamily="34" charset="-122"/>
              <a:sym typeface="微软雅黑" panose="020B0503020204020204" pitchFamily="34" charset="-122"/>
            </a:endParaRPr>
          </a:p>
        </p:txBody>
      </p:sp>
      <p:sp>
        <p:nvSpPr>
          <p:cNvPr id="10" name="文本框 9"/>
          <p:cNvSpPr txBox="1"/>
          <p:nvPr/>
        </p:nvSpPr>
        <p:spPr>
          <a:xfrm>
            <a:off x="1115616" y="3282538"/>
            <a:ext cx="8065021" cy="369332"/>
          </a:xfrm>
          <a:prstGeom prst="rect">
            <a:avLst/>
          </a:prstGeom>
          <a:noFill/>
        </p:spPr>
        <p:txBody>
          <a:bodyPr wrap="square" rtlCol="0">
            <a:spAutoFit/>
          </a:bodyPr>
          <a:lstStyle/>
          <a:p>
            <a:pPr algn="l"/>
            <a:r>
              <a:rPr lang="zh-CN" altLang="en-US" b="1" noProof="1">
                <a:latin typeface="Arial" panose="020B0604020202020204" pitchFamily="34" charset="0"/>
                <a:ea typeface="黑体" panose="02010609060101010101" pitchFamily="2" charset="-122"/>
                <a:cs typeface="+mn-cs"/>
              </a:rPr>
              <a:t>定义</a:t>
            </a:r>
            <a:r>
              <a:rPr lang="en-US" altLang="zh-CN" b="1" noProof="1">
                <a:latin typeface="Arial" panose="020B0604020202020204" pitchFamily="34" charset="0"/>
                <a:ea typeface="黑体" panose="02010609060101010101" pitchFamily="2" charset="-122"/>
                <a:cs typeface="+mn-cs"/>
              </a:rPr>
              <a:t>:</a:t>
            </a:r>
            <a:r>
              <a:rPr lang="zh-CN" altLang="en-US" b="1" noProof="1"/>
              <a:t>程序控制结构是结构化程序设计中，用于控制程序执行顺序的逻辑结构</a:t>
            </a:r>
            <a:endParaRPr lang="en-US" altLang="zh-CN" b="1" noProof="1"/>
          </a:p>
        </p:txBody>
      </p:sp>
      <p:sp>
        <p:nvSpPr>
          <p:cNvPr id="12" name="Text Box 8"/>
          <p:cNvSpPr txBox="1"/>
          <p:nvPr/>
        </p:nvSpPr>
        <p:spPr>
          <a:xfrm>
            <a:off x="2949575" y="1492250"/>
            <a:ext cx="2041525"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同属的其它种</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8" name="AutoShape 7"/>
          <p:cNvSpPr/>
          <p:nvPr/>
        </p:nvSpPr>
        <p:spPr>
          <a:xfrm flipH="1">
            <a:off x="506413" y="3082925"/>
            <a:ext cx="215900" cy="576263"/>
          </a:xfrm>
          <a:prstGeom prst="downArrow">
            <a:avLst>
              <a:gd name="adj1" fmla="val 50000"/>
              <a:gd name="adj2" fmla="val 66468"/>
            </a:avLst>
          </a:prstGeom>
          <a:solidFill>
            <a:schemeClr val="accent1"/>
          </a:solidFill>
          <a:ln w="9525" cap="flat" cmpd="sng">
            <a:solidFill>
              <a:schemeClr val="tx1"/>
            </a:solidFill>
            <a:prstDash val="solid"/>
            <a:miter/>
            <a:headEnd type="none" w="med" len="med"/>
            <a:tailEnd type="none" w="med" len="med"/>
          </a:ln>
        </p:spPr>
        <p:txBody>
          <a:bodyPr vert="eaVert" anchor="ctr"/>
          <a:lstStyle/>
          <a:p>
            <a:pPr algn="ctr"/>
            <a:endParaRPr lang="zh-CN" altLang="en-US">
              <a:latin typeface="Arial" panose="020B0604020202020204" pitchFamily="34" charset="0"/>
              <a:ea typeface="黑体" panose="02010609060101010101" pitchFamily="2" charset="-122"/>
            </a:endParaRPr>
          </a:p>
        </p:txBody>
      </p:sp>
      <p:sp>
        <p:nvSpPr>
          <p:cNvPr id="19" name="Text Box 8"/>
          <p:cNvSpPr txBox="1"/>
          <p:nvPr/>
        </p:nvSpPr>
        <p:spPr>
          <a:xfrm>
            <a:off x="290389" y="3715555"/>
            <a:ext cx="681211"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外延</a:t>
            </a:r>
            <a:endParaRPr lang="zh-CN" altLang="en-US" dirty="0">
              <a:solidFill>
                <a:srgbClr val="FF0000"/>
              </a:solidFill>
              <a:latin typeface="微软雅黑" panose="020B0503020204020204" pitchFamily="34" charset="-122"/>
              <a:ea typeface="微软雅黑" panose="020B0503020204020204" pitchFamily="34" charset="-122"/>
            </a:endParaRPr>
          </a:p>
        </p:txBody>
      </p:sp>
      <p:grpSp>
        <p:nvGrpSpPr>
          <p:cNvPr id="33" name="组合 32"/>
          <p:cNvGrpSpPr/>
          <p:nvPr/>
        </p:nvGrpSpPr>
        <p:grpSpPr>
          <a:xfrm>
            <a:off x="2791505" y="4155859"/>
            <a:ext cx="2480356" cy="485918"/>
            <a:chOff x="2782599" y="1459401"/>
            <a:chExt cx="1870251" cy="276935"/>
          </a:xfrm>
          <a:solidFill>
            <a:schemeClr val="accent1"/>
          </a:solidFill>
        </p:grpSpPr>
        <p:sp>
          <p:nvSpPr>
            <p:cNvPr id="34" name="AutoShape 5"/>
            <p:cNvSpPr>
              <a:spLocks noChangeArrowheads="1"/>
            </p:cNvSpPr>
            <p:nvPr/>
          </p:nvSpPr>
          <p:spPr bwMode="auto">
            <a:xfrm>
              <a:off x="2782599" y="1459401"/>
              <a:ext cx="1870251" cy="276935"/>
            </a:xfrm>
            <a:prstGeom prst="chevron">
              <a:avLst>
                <a:gd name="adj" fmla="val 12153"/>
              </a:avLst>
            </a:prstGeom>
          </p:spPr>
          <p:style>
            <a:lnRef idx="1">
              <a:schemeClr val="accent2"/>
            </a:lnRef>
            <a:fillRef idx="3">
              <a:schemeClr val="accent2"/>
            </a:fillRef>
            <a:effectRef idx="2">
              <a:schemeClr val="accent2"/>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endParaRPr>
            </a:p>
          </p:txBody>
        </p:sp>
        <p:sp>
          <p:nvSpPr>
            <p:cNvPr id="35" name="Text Box 6"/>
            <p:cNvSpPr txBox="1">
              <a:spLocks noChangeArrowheads="1"/>
            </p:cNvSpPr>
            <p:nvPr/>
          </p:nvSpPr>
          <p:spPr bwMode="auto">
            <a:xfrm>
              <a:off x="2997593" y="1507370"/>
              <a:ext cx="1491634" cy="184179"/>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r>
                <a:rPr lang="zh-CN" altLang="en-US" sz="2100" dirty="0">
                  <a:solidFill>
                    <a:srgbClr val="404040"/>
                  </a:solidFill>
                  <a:latin typeface="+mn-ea"/>
                  <a:ea typeface="+mn-ea"/>
                  <a:sym typeface="+mn-ea"/>
                </a:rPr>
                <a:t>选择结构</a:t>
              </a:r>
              <a:endParaRPr lang="zh-CN" altLang="en-US" sz="2100" dirty="0">
                <a:solidFill>
                  <a:srgbClr val="404040"/>
                </a:solidFill>
                <a:latin typeface="+mn-ea"/>
                <a:ea typeface="+mn-ea"/>
                <a:sym typeface="+mn-ea"/>
              </a:endParaRPr>
            </a:p>
          </p:txBody>
        </p:sp>
      </p:grpSp>
      <p:grpSp>
        <p:nvGrpSpPr>
          <p:cNvPr id="36" name="组合 35"/>
          <p:cNvGrpSpPr/>
          <p:nvPr/>
        </p:nvGrpSpPr>
        <p:grpSpPr>
          <a:xfrm>
            <a:off x="290964" y="4155863"/>
            <a:ext cx="2477832" cy="485919"/>
            <a:chOff x="897128" y="1459399"/>
            <a:chExt cx="1868348" cy="276935"/>
          </a:xfrm>
          <a:solidFill>
            <a:schemeClr val="accent1"/>
          </a:solidFill>
        </p:grpSpPr>
        <p:sp>
          <p:nvSpPr>
            <p:cNvPr id="37" name="AutoShape 7"/>
            <p:cNvSpPr>
              <a:spLocks noChangeArrowheads="1"/>
            </p:cNvSpPr>
            <p:nvPr/>
          </p:nvSpPr>
          <p:spPr bwMode="auto">
            <a:xfrm>
              <a:off x="897128" y="1459399"/>
              <a:ext cx="1868348" cy="276935"/>
            </a:xfrm>
            <a:prstGeom prst="homePlate">
              <a:avLst>
                <a:gd name="adj" fmla="val 11944"/>
              </a:avLst>
            </a:prstGeom>
          </p:spPr>
          <p:style>
            <a:lnRef idx="1">
              <a:schemeClr val="accent1"/>
            </a:lnRef>
            <a:fillRef idx="3">
              <a:schemeClr val="accent1"/>
            </a:fillRef>
            <a:effectRef idx="2">
              <a:schemeClr val="accent1"/>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endParaRPr>
            </a:p>
          </p:txBody>
        </p:sp>
        <p:sp>
          <p:nvSpPr>
            <p:cNvPr id="38" name="Text Box 8"/>
            <p:cNvSpPr txBox="1">
              <a:spLocks noChangeArrowheads="1"/>
            </p:cNvSpPr>
            <p:nvPr/>
          </p:nvSpPr>
          <p:spPr bwMode="auto">
            <a:xfrm>
              <a:off x="978940" y="1507368"/>
              <a:ext cx="1649550" cy="184178"/>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pPr marL="0" lvl="1" indent="0"/>
              <a:r>
                <a:rPr lang="zh-CN" altLang="en-US" sz="2100" dirty="0">
                  <a:solidFill>
                    <a:srgbClr val="404040"/>
                  </a:solidFill>
                  <a:latin typeface="+mn-ea"/>
                  <a:ea typeface="+mn-ea"/>
                </a:rPr>
                <a:t>顺序结构</a:t>
              </a:r>
              <a:endParaRPr lang="zh-CN" altLang="en-US" sz="2100" dirty="0">
                <a:solidFill>
                  <a:srgbClr val="404040"/>
                </a:solidFill>
                <a:latin typeface="+mn-ea"/>
                <a:ea typeface="+mn-ea"/>
              </a:endParaRPr>
            </a:p>
          </p:txBody>
        </p:sp>
      </p:grpSp>
      <p:grpSp>
        <p:nvGrpSpPr>
          <p:cNvPr id="39" name="组合 38"/>
          <p:cNvGrpSpPr/>
          <p:nvPr/>
        </p:nvGrpSpPr>
        <p:grpSpPr>
          <a:xfrm>
            <a:off x="5297093" y="4155859"/>
            <a:ext cx="2480356" cy="485918"/>
            <a:chOff x="4671876" y="1459401"/>
            <a:chExt cx="1870251" cy="276935"/>
          </a:xfrm>
          <a:solidFill>
            <a:schemeClr val="accent1"/>
          </a:solidFill>
        </p:grpSpPr>
        <p:sp>
          <p:nvSpPr>
            <p:cNvPr id="40" name="AutoShape 9"/>
            <p:cNvSpPr>
              <a:spLocks noChangeArrowheads="1"/>
            </p:cNvSpPr>
            <p:nvPr/>
          </p:nvSpPr>
          <p:spPr bwMode="auto">
            <a:xfrm>
              <a:off x="4671876" y="1459401"/>
              <a:ext cx="1870251" cy="276935"/>
            </a:xfrm>
            <a:prstGeom prst="chevron">
              <a:avLst>
                <a:gd name="adj" fmla="val 12153"/>
              </a:avLst>
            </a:prstGeom>
            <a:solidFill>
              <a:srgbClr val="92D050"/>
            </a:solidFill>
          </p:spPr>
          <p:style>
            <a:lnRef idx="1">
              <a:schemeClr val="accent3"/>
            </a:lnRef>
            <a:fillRef idx="3">
              <a:schemeClr val="accent3"/>
            </a:fillRef>
            <a:effectRef idx="2">
              <a:schemeClr val="accent3"/>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endParaRPr>
            </a:p>
          </p:txBody>
        </p:sp>
        <p:sp>
          <p:nvSpPr>
            <p:cNvPr id="41" name="Text Box 10"/>
            <p:cNvSpPr txBox="1">
              <a:spLocks noChangeArrowheads="1"/>
            </p:cNvSpPr>
            <p:nvPr/>
          </p:nvSpPr>
          <p:spPr bwMode="auto">
            <a:xfrm>
              <a:off x="4886869" y="1507370"/>
              <a:ext cx="1493537" cy="184179"/>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r>
                <a:rPr lang="zh-CN" altLang="en-US" sz="2100" dirty="0">
                  <a:solidFill>
                    <a:srgbClr val="404040"/>
                  </a:solidFill>
                  <a:latin typeface="+mn-ea"/>
                  <a:ea typeface="+mn-ea"/>
                  <a:sym typeface="+mn-ea"/>
                </a:rPr>
                <a:t>循环结构</a:t>
              </a:r>
              <a:endParaRPr lang="zh-CN" altLang="en-US" sz="2100" dirty="0">
                <a:solidFill>
                  <a:srgbClr val="404040"/>
                </a:solidFill>
                <a:latin typeface="+mn-ea"/>
                <a:ea typeface="+mn-ea"/>
                <a:sym typeface="+mn-ea"/>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left)">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linds(horizontal)">
                                      <p:cBhvr>
                                        <p:cTn id="19" dur="500"/>
                                        <p:tgtEl>
                                          <p:spTgt spid="3"/>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par>
                          <p:cTn id="24" fill="hold">
                            <p:stCondLst>
                              <p:cond delay="1000"/>
                            </p:stCondLst>
                            <p:childTnLst>
                              <p:par>
                                <p:cTn id="25" presetID="22" presetClass="entr" presetSubtype="8"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25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randombar(horizontal)">
                                      <p:cBhvr>
                                        <p:cTn id="35" dur="75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1000"/>
                                        <p:tgtEl>
                                          <p:spTgt spid="10"/>
                                        </p:tgtEl>
                                      </p:cBhvr>
                                    </p:animEffect>
                                    <p:anim calcmode="lin" valueType="num">
                                      <p:cBhvr>
                                        <p:cTn id="41" dur="1000" fill="hold"/>
                                        <p:tgtEl>
                                          <p:spTgt spid="10"/>
                                        </p:tgtEl>
                                        <p:attrNameLst>
                                          <p:attrName>ppt_x</p:attrName>
                                        </p:attrNameLst>
                                      </p:cBhvr>
                                      <p:tavLst>
                                        <p:tav tm="0">
                                          <p:val>
                                            <p:strVal val="#ppt_x"/>
                                          </p:val>
                                        </p:tav>
                                        <p:tav tm="100000">
                                          <p:val>
                                            <p:strVal val="#ppt_x"/>
                                          </p:val>
                                        </p:tav>
                                      </p:tavLst>
                                    </p:anim>
                                    <p:anim calcmode="lin" valueType="num">
                                      <p:cBhvr>
                                        <p:cTn id="4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up)">
                                      <p:cBhvr>
                                        <p:cTn id="47" dur="500"/>
                                        <p:tgtEl>
                                          <p:spTgt spid="18"/>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ipe(left)">
                                      <p:cBhvr>
                                        <p:cTn id="51" dur="500"/>
                                        <p:tgtEl>
                                          <p:spTgt spid="19"/>
                                        </p:tgtEl>
                                      </p:cBhvr>
                                    </p:animEffect>
                                  </p:childTnLst>
                                </p:cTn>
                              </p:par>
                            </p:childTnLst>
                          </p:cTn>
                        </p:par>
                        <p:par>
                          <p:cTn id="52" fill="hold">
                            <p:stCondLst>
                              <p:cond delay="1000"/>
                            </p:stCondLst>
                            <p:childTnLst>
                              <p:par>
                                <p:cTn id="53" presetID="22" presetClass="entr" presetSubtype="8" fill="hold" nodeType="after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wipe(left)">
                                      <p:cBhvr>
                                        <p:cTn id="55" dur="500"/>
                                        <p:tgtEl>
                                          <p:spTgt spid="36"/>
                                        </p:tgtEl>
                                      </p:cBhvr>
                                    </p:animEffect>
                                  </p:childTnLst>
                                </p:cTn>
                              </p:par>
                            </p:childTnLst>
                          </p:cTn>
                        </p:par>
                        <p:par>
                          <p:cTn id="56" fill="hold">
                            <p:stCondLst>
                              <p:cond delay="1500"/>
                            </p:stCondLst>
                            <p:childTnLst>
                              <p:par>
                                <p:cTn id="57" presetID="22" presetClass="entr" presetSubtype="8" fill="hold" nodeType="after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wipe(left)">
                                      <p:cBhvr>
                                        <p:cTn id="59" dur="500"/>
                                        <p:tgtEl>
                                          <p:spTgt spid="33"/>
                                        </p:tgtEl>
                                      </p:cBhvr>
                                    </p:animEffect>
                                  </p:childTnLst>
                                </p:cTn>
                              </p:par>
                            </p:childTnLst>
                          </p:cTn>
                        </p:par>
                        <p:par>
                          <p:cTn id="60" fill="hold">
                            <p:stCondLst>
                              <p:cond delay="2000"/>
                            </p:stCondLst>
                            <p:childTnLst>
                              <p:par>
                                <p:cTn id="61" presetID="22" presetClass="entr" presetSubtype="8" fill="hold" nodeType="after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wipe(left)">
                                      <p:cBhvr>
                                        <p:cTn id="6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6" grpId="0"/>
      <p:bldP spid="11" grpId="0"/>
      <p:bldP spid="3" grpId="0" bldLvl="0" animBg="1"/>
      <p:bldP spid="14" grpId="0"/>
      <p:bldP spid="7" grpId="0"/>
      <p:bldP spid="10" grpId="0"/>
      <p:bldP spid="12" grpId="0"/>
      <p:bldP spid="18" grpId="0" bldLvl="0" animBg="1"/>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195739" y="141482"/>
            <a:ext cx="6768877" cy="368300"/>
          </a:xfrm>
        </p:spPr>
        <p:txBody>
          <a:bodyPr/>
          <a:lstStyle/>
          <a:p>
            <a:r>
              <a:rPr lang="zh-CN" altLang="en-US" dirty="0"/>
              <a:t>顺序结构</a:t>
            </a:r>
            <a:endParaRPr lang="zh-CN" altLang="en-US" dirty="0"/>
          </a:p>
        </p:txBody>
      </p:sp>
      <p:sp>
        <p:nvSpPr>
          <p:cNvPr id="6" name="副标题 5"/>
          <p:cNvSpPr>
            <a:spLocks noGrp="1"/>
          </p:cNvSpPr>
          <p:nvPr>
            <p:ph type="subTitle" idx="10"/>
          </p:nvPr>
        </p:nvSpPr>
        <p:spPr/>
        <p:txBody>
          <a:bodyPr/>
          <a:lstStyle/>
          <a:p>
            <a:r>
              <a:rPr lang="zh-CN" altLang="en-US" dirty="0"/>
              <a:t>顺序结构</a:t>
            </a:r>
            <a:endParaRPr lang="zh-CN" altLang="en-US" dirty="0"/>
          </a:p>
        </p:txBody>
      </p:sp>
      <p:grpSp>
        <p:nvGrpSpPr>
          <p:cNvPr id="9" name="组合 8"/>
          <p:cNvGrpSpPr/>
          <p:nvPr>
            <p:custDataLst>
              <p:tags r:id="rId1"/>
            </p:custDataLst>
          </p:nvPr>
        </p:nvGrpSpPr>
        <p:grpSpPr>
          <a:xfrm>
            <a:off x="3975735" y="1946275"/>
            <a:ext cx="3235960" cy="559435"/>
            <a:chOff x="1736939" y="2896935"/>
            <a:chExt cx="6484837" cy="1120736"/>
          </a:xfrm>
          <a:solidFill>
            <a:srgbClr val="5AADD6"/>
          </a:solidFill>
        </p:grpSpPr>
        <p:grpSp>
          <p:nvGrpSpPr>
            <p:cNvPr id="10" name="组合 9"/>
            <p:cNvGrpSpPr/>
            <p:nvPr/>
          </p:nvGrpSpPr>
          <p:grpSpPr>
            <a:xfrm>
              <a:off x="1736939" y="2896935"/>
              <a:ext cx="1120736" cy="1120736"/>
              <a:chOff x="1736939" y="2896935"/>
              <a:chExt cx="1120736" cy="1120736"/>
            </a:xfrm>
            <a:grpFill/>
          </p:grpSpPr>
          <p:sp>
            <p:nvSpPr>
              <p:cNvPr id="7" name="任意多边形 6"/>
              <p:cNvSpPr/>
              <p:nvPr>
                <p:custDataLst>
                  <p:tags r:id="rId2"/>
                </p:custDataLst>
              </p:nvPr>
            </p:nvSpPr>
            <p:spPr>
              <a:xfrm>
                <a:off x="1736939" y="2896935"/>
                <a:ext cx="1120736" cy="1120736"/>
              </a:xfrm>
              <a:custGeom>
                <a:avLst/>
                <a:gdLst>
                  <a:gd name="connsiteX0" fmla="*/ 560368 w 1120736"/>
                  <a:gd name="connsiteY0" fmla="*/ 0 h 1120736"/>
                  <a:gd name="connsiteX1" fmla="*/ 1120736 w 1120736"/>
                  <a:gd name="connsiteY1" fmla="*/ 560368 h 1120736"/>
                  <a:gd name="connsiteX2" fmla="*/ 560368 w 1120736"/>
                  <a:gd name="connsiteY2" fmla="*/ 1120736 h 1120736"/>
                  <a:gd name="connsiteX3" fmla="*/ 0 w 1120736"/>
                  <a:gd name="connsiteY3" fmla="*/ 560368 h 1120736"/>
                </a:gdLst>
                <a:ahLst/>
                <a:cxnLst>
                  <a:cxn ang="0">
                    <a:pos x="connsiteX0" y="connsiteY0"/>
                  </a:cxn>
                  <a:cxn ang="0">
                    <a:pos x="connsiteX1" y="connsiteY1"/>
                  </a:cxn>
                  <a:cxn ang="0">
                    <a:pos x="connsiteX2" y="connsiteY2"/>
                  </a:cxn>
                  <a:cxn ang="0">
                    <a:pos x="connsiteX3" y="connsiteY3"/>
                  </a:cxn>
                </a:cxnLst>
                <a:rect l="l" t="t" r="r" b="b"/>
                <a:pathLst>
                  <a:path w="1120736" h="1120736">
                    <a:moveTo>
                      <a:pt x="560368" y="0"/>
                    </a:moveTo>
                    <a:lnTo>
                      <a:pt x="1120736" y="560368"/>
                    </a:lnTo>
                    <a:lnTo>
                      <a:pt x="560368" y="1120736"/>
                    </a:lnTo>
                    <a:lnTo>
                      <a:pt x="0" y="560368"/>
                    </a:lnTo>
                    <a:close/>
                  </a:path>
                </a:pathLst>
              </a:custGeom>
              <a:grpFill/>
              <a:ln>
                <a:noFill/>
              </a:ln>
            </p:spPr>
            <p:style>
              <a:lnRef idx="2">
                <a:srgbClr val="2CBEBB">
                  <a:shade val="50000"/>
                </a:srgbClr>
              </a:lnRef>
              <a:fillRef idx="1">
                <a:srgbClr val="2CBEBB"/>
              </a:fillRef>
              <a:effectRef idx="0">
                <a:srgbClr val="2CBEBB"/>
              </a:effectRef>
              <a:fontRef idx="minor">
                <a:srgbClr val="FFFFFF"/>
              </a:fontRef>
            </p:style>
            <p:txBody>
              <a:bodyPr rtlCol="0" anchor="ctr" anchorCtr="0">
                <a:normAutofit/>
              </a:bodyPr>
              <a:lstStyle/>
              <a:p>
                <a:pPr algn="ctr"/>
                <a:r>
                  <a:rPr lang="en-US" altLang="zh-CN" sz="2400" b="1" dirty="0">
                    <a:solidFill>
                      <a:srgbClr val="FFFFFF"/>
                    </a:solidFill>
                  </a:rPr>
                  <a:t>1</a:t>
                </a:r>
                <a:endParaRPr lang="zh-CN" altLang="en-US" sz="2400" b="1" dirty="0">
                  <a:solidFill>
                    <a:srgbClr val="FFFFFF"/>
                  </a:solidFill>
                </a:endParaRPr>
              </a:p>
            </p:txBody>
          </p:sp>
          <p:cxnSp>
            <p:nvCxnSpPr>
              <p:cNvPr id="18" name="直接连接符 17"/>
              <p:cNvCxnSpPr/>
              <p:nvPr>
                <p:custDataLst>
                  <p:tags r:id="rId3"/>
                </p:custDataLst>
              </p:nvPr>
            </p:nvCxnSpPr>
            <p:spPr>
              <a:xfrm flipV="1">
                <a:off x="2017123" y="2896935"/>
                <a:ext cx="264944" cy="280184"/>
              </a:xfrm>
              <a:prstGeom prst="line">
                <a:avLst/>
              </a:prstGeom>
              <a:grpFill/>
              <a:ln w="28575">
                <a:solidFill>
                  <a:srgbClr val="2CBEBB">
                    <a:lumMod val="20000"/>
                    <a:lumOff val="80000"/>
                  </a:srgbClr>
                </a:solidFill>
              </a:ln>
            </p:spPr>
            <p:style>
              <a:lnRef idx="1">
                <a:srgbClr val="2CBEBB"/>
              </a:lnRef>
              <a:fillRef idx="0">
                <a:srgbClr val="2CBEBB"/>
              </a:fillRef>
              <a:effectRef idx="0">
                <a:srgbClr val="2CBEBB"/>
              </a:effectRef>
              <a:fontRef idx="minor">
                <a:srgbClr val="5F5F5F"/>
              </a:fontRef>
            </p:style>
          </p:cxnSp>
          <p:cxnSp>
            <p:nvCxnSpPr>
              <p:cNvPr id="19" name="直接连接符 18"/>
              <p:cNvCxnSpPr/>
              <p:nvPr>
                <p:custDataLst>
                  <p:tags r:id="rId4"/>
                </p:custDataLst>
              </p:nvPr>
            </p:nvCxnSpPr>
            <p:spPr>
              <a:xfrm flipV="1">
                <a:off x="2297307" y="3737487"/>
                <a:ext cx="264944" cy="280184"/>
              </a:xfrm>
              <a:prstGeom prst="line">
                <a:avLst/>
              </a:prstGeom>
              <a:grpFill/>
              <a:ln w="28575">
                <a:solidFill>
                  <a:srgbClr val="2CBEBB">
                    <a:lumMod val="20000"/>
                    <a:lumOff val="80000"/>
                  </a:srgbClr>
                </a:solidFill>
              </a:ln>
            </p:spPr>
            <p:style>
              <a:lnRef idx="1">
                <a:srgbClr val="2CBEBB"/>
              </a:lnRef>
              <a:fillRef idx="0">
                <a:srgbClr val="2CBEBB"/>
              </a:fillRef>
              <a:effectRef idx="0">
                <a:srgbClr val="2CBEBB"/>
              </a:effectRef>
              <a:fontRef idx="minor">
                <a:srgbClr val="5F5F5F"/>
              </a:fontRef>
            </p:style>
          </p:cxnSp>
          <p:cxnSp>
            <p:nvCxnSpPr>
              <p:cNvPr id="20" name="直接连接符 19"/>
              <p:cNvCxnSpPr/>
              <p:nvPr>
                <p:custDataLst>
                  <p:tags r:id="rId5"/>
                </p:custDataLst>
              </p:nvPr>
            </p:nvCxnSpPr>
            <p:spPr>
              <a:xfrm rot="16200000" flipV="1">
                <a:off x="2585111" y="3169499"/>
                <a:ext cx="264944" cy="280184"/>
              </a:xfrm>
              <a:prstGeom prst="line">
                <a:avLst/>
              </a:prstGeom>
              <a:grpFill/>
              <a:ln w="28575">
                <a:solidFill>
                  <a:srgbClr val="2CBEBB">
                    <a:lumMod val="20000"/>
                    <a:lumOff val="80000"/>
                  </a:srgbClr>
                </a:solidFill>
              </a:ln>
            </p:spPr>
            <p:style>
              <a:lnRef idx="1">
                <a:srgbClr val="2CBEBB"/>
              </a:lnRef>
              <a:fillRef idx="0">
                <a:srgbClr val="2CBEBB"/>
              </a:fillRef>
              <a:effectRef idx="0">
                <a:srgbClr val="2CBEBB"/>
              </a:effectRef>
              <a:fontRef idx="minor">
                <a:srgbClr val="5F5F5F"/>
              </a:fontRef>
            </p:style>
          </p:cxnSp>
          <p:cxnSp>
            <p:nvCxnSpPr>
              <p:cNvPr id="21" name="直接连接符 20"/>
              <p:cNvCxnSpPr/>
              <p:nvPr>
                <p:custDataLst>
                  <p:tags r:id="rId6"/>
                </p:custDataLst>
              </p:nvPr>
            </p:nvCxnSpPr>
            <p:spPr>
              <a:xfrm rot="16200000" flipV="1">
                <a:off x="1744559" y="3464923"/>
                <a:ext cx="264944" cy="280184"/>
              </a:xfrm>
              <a:prstGeom prst="line">
                <a:avLst/>
              </a:prstGeom>
              <a:grpFill/>
              <a:ln w="28575">
                <a:solidFill>
                  <a:srgbClr val="2CBEBB">
                    <a:lumMod val="20000"/>
                    <a:lumOff val="80000"/>
                  </a:srgbClr>
                </a:solidFill>
              </a:ln>
            </p:spPr>
            <p:style>
              <a:lnRef idx="1">
                <a:srgbClr val="2CBEBB"/>
              </a:lnRef>
              <a:fillRef idx="0">
                <a:srgbClr val="2CBEBB"/>
              </a:fillRef>
              <a:effectRef idx="0">
                <a:srgbClr val="2CBEBB"/>
              </a:effectRef>
              <a:fontRef idx="minor">
                <a:srgbClr val="5F5F5F"/>
              </a:fontRef>
            </p:style>
          </p:cxnSp>
        </p:grpSp>
        <p:sp>
          <p:nvSpPr>
            <p:cNvPr id="22" name="文本框 21"/>
            <p:cNvSpPr txBox="1"/>
            <p:nvPr>
              <p:custDataLst>
                <p:tags r:id="rId7"/>
              </p:custDataLst>
            </p:nvPr>
          </p:nvSpPr>
          <p:spPr>
            <a:xfrm>
              <a:off x="3112549" y="2896935"/>
              <a:ext cx="5109227" cy="1090205"/>
            </a:xfrm>
            <a:prstGeom prst="rect">
              <a:avLst/>
            </a:prstGeom>
            <a:grpFill/>
          </p:spPr>
          <p:txBody>
            <a:bodyPr wrap="square" rtlCol="0" anchor="ctr" anchorCtr="0">
              <a:normAutofit/>
            </a:bodyPr>
            <a:lstStyle/>
            <a:p>
              <a:pPr algn="l">
                <a:lnSpc>
                  <a:spcPct val="120000"/>
                </a:lnSpc>
              </a:pPr>
              <a:r>
                <a:rPr lang="zh-CN" altLang="en-US" sz="1600" dirty="0">
                  <a:latin typeface="+mn-ea"/>
                  <a:ea typeface="+mn-ea"/>
                </a:rPr>
                <a:t>自上而下执行</a:t>
              </a:r>
              <a:endParaRPr lang="zh-CN" altLang="en-US" sz="1600" dirty="0">
                <a:latin typeface="+mn-ea"/>
                <a:ea typeface="+mn-ea"/>
              </a:endParaRPr>
            </a:p>
          </p:txBody>
        </p:sp>
      </p:grpSp>
      <p:grpSp>
        <p:nvGrpSpPr>
          <p:cNvPr id="8" name="组合 7"/>
          <p:cNvGrpSpPr/>
          <p:nvPr>
            <p:custDataLst>
              <p:tags r:id="rId8"/>
            </p:custDataLst>
          </p:nvPr>
        </p:nvGrpSpPr>
        <p:grpSpPr>
          <a:xfrm>
            <a:off x="4007485" y="2639060"/>
            <a:ext cx="3204210" cy="600710"/>
            <a:chOff x="1584401" y="3123348"/>
            <a:chExt cx="7620940" cy="1120736"/>
          </a:xfrm>
        </p:grpSpPr>
        <p:sp>
          <p:nvSpPr>
            <p:cNvPr id="11" name="任意多边形 10"/>
            <p:cNvSpPr/>
            <p:nvPr>
              <p:custDataLst>
                <p:tags r:id="rId9"/>
              </p:custDataLst>
            </p:nvPr>
          </p:nvSpPr>
          <p:spPr>
            <a:xfrm>
              <a:off x="1584401" y="3123348"/>
              <a:ext cx="1317513" cy="1104150"/>
            </a:xfrm>
            <a:custGeom>
              <a:avLst/>
              <a:gdLst>
                <a:gd name="connsiteX0" fmla="*/ 560368 w 1120736"/>
                <a:gd name="connsiteY0" fmla="*/ 0 h 1120736"/>
                <a:gd name="connsiteX1" fmla="*/ 1120736 w 1120736"/>
                <a:gd name="connsiteY1" fmla="*/ 560368 h 1120736"/>
                <a:gd name="connsiteX2" fmla="*/ 560368 w 1120736"/>
                <a:gd name="connsiteY2" fmla="*/ 1120736 h 1120736"/>
                <a:gd name="connsiteX3" fmla="*/ 0 w 1120736"/>
                <a:gd name="connsiteY3" fmla="*/ 560368 h 1120736"/>
              </a:gdLst>
              <a:ahLst/>
              <a:cxnLst>
                <a:cxn ang="0">
                  <a:pos x="connsiteX0" y="connsiteY0"/>
                </a:cxn>
                <a:cxn ang="0">
                  <a:pos x="connsiteX1" y="connsiteY1"/>
                </a:cxn>
                <a:cxn ang="0">
                  <a:pos x="connsiteX2" y="connsiteY2"/>
                </a:cxn>
                <a:cxn ang="0">
                  <a:pos x="connsiteX3" y="connsiteY3"/>
                </a:cxn>
              </a:cxnLst>
              <a:rect l="l" t="t" r="r" b="b"/>
              <a:pathLst>
                <a:path w="1120736" h="1120736">
                  <a:moveTo>
                    <a:pt x="560368" y="0"/>
                  </a:moveTo>
                  <a:lnTo>
                    <a:pt x="1120736" y="560368"/>
                  </a:lnTo>
                  <a:lnTo>
                    <a:pt x="560368" y="1120736"/>
                  </a:lnTo>
                  <a:lnTo>
                    <a:pt x="0" y="560368"/>
                  </a:lnTo>
                  <a:close/>
                </a:path>
              </a:pathLst>
            </a:custGeom>
            <a:solidFill>
              <a:srgbClr val="40D096"/>
            </a:solidFill>
            <a:ln>
              <a:noFill/>
            </a:ln>
          </p:spPr>
          <p:style>
            <a:lnRef idx="2">
              <a:srgbClr val="2CBEBB">
                <a:shade val="50000"/>
              </a:srgbClr>
            </a:lnRef>
            <a:fillRef idx="1">
              <a:srgbClr val="2CBEBB"/>
            </a:fillRef>
            <a:effectRef idx="0">
              <a:srgbClr val="2CBEBB"/>
            </a:effectRef>
            <a:fontRef idx="minor">
              <a:srgbClr val="FFFFFF"/>
            </a:fontRef>
          </p:style>
          <p:txBody>
            <a:bodyPr rtlCol="0" anchor="ctr" anchorCtr="0">
              <a:normAutofit/>
            </a:bodyPr>
            <a:lstStyle/>
            <a:p>
              <a:pPr algn="ctr"/>
              <a:r>
                <a:rPr lang="en-US" altLang="zh-CN" sz="2400" b="1" dirty="0">
                  <a:solidFill>
                    <a:srgbClr val="FFFFFF"/>
                  </a:solidFill>
                </a:rPr>
                <a:t>2</a:t>
              </a:r>
              <a:endParaRPr lang="zh-CN" altLang="en-US" sz="2400" b="1" dirty="0">
                <a:solidFill>
                  <a:srgbClr val="FFFFFF"/>
                </a:solidFill>
              </a:endParaRPr>
            </a:p>
          </p:txBody>
        </p:sp>
        <p:cxnSp>
          <p:nvCxnSpPr>
            <p:cNvPr id="12" name="直接连接符 11"/>
            <p:cNvCxnSpPr/>
            <p:nvPr>
              <p:custDataLst>
                <p:tags r:id="rId10"/>
              </p:custDataLst>
            </p:nvPr>
          </p:nvCxnSpPr>
          <p:spPr>
            <a:xfrm flipV="1">
              <a:off x="2017123" y="3123348"/>
              <a:ext cx="264944" cy="280184"/>
            </a:xfrm>
            <a:prstGeom prst="line">
              <a:avLst/>
            </a:prstGeom>
            <a:ln w="28575">
              <a:solidFill>
                <a:srgbClr val="40D096">
                  <a:lumMod val="20000"/>
                  <a:lumOff val="80000"/>
                </a:srgbClr>
              </a:solidFill>
            </a:ln>
          </p:spPr>
          <p:style>
            <a:lnRef idx="1">
              <a:srgbClr val="2CBEBB"/>
            </a:lnRef>
            <a:fillRef idx="0">
              <a:srgbClr val="2CBEBB"/>
            </a:fillRef>
            <a:effectRef idx="0">
              <a:srgbClr val="2CBEBB"/>
            </a:effectRef>
            <a:fontRef idx="minor">
              <a:srgbClr val="5F5F5F"/>
            </a:fontRef>
          </p:style>
        </p:cxnSp>
        <p:cxnSp>
          <p:nvCxnSpPr>
            <p:cNvPr id="13" name="直接连接符 12"/>
            <p:cNvCxnSpPr/>
            <p:nvPr>
              <p:custDataLst>
                <p:tags r:id="rId11"/>
              </p:custDataLst>
            </p:nvPr>
          </p:nvCxnSpPr>
          <p:spPr>
            <a:xfrm flipV="1">
              <a:off x="2297307" y="3963900"/>
              <a:ext cx="264944" cy="280184"/>
            </a:xfrm>
            <a:prstGeom prst="line">
              <a:avLst/>
            </a:prstGeom>
            <a:ln w="28575">
              <a:solidFill>
                <a:srgbClr val="40D096">
                  <a:lumMod val="20000"/>
                  <a:lumOff val="80000"/>
                </a:srgbClr>
              </a:solidFill>
            </a:ln>
          </p:spPr>
          <p:style>
            <a:lnRef idx="1">
              <a:srgbClr val="2CBEBB"/>
            </a:lnRef>
            <a:fillRef idx="0">
              <a:srgbClr val="2CBEBB"/>
            </a:fillRef>
            <a:effectRef idx="0">
              <a:srgbClr val="2CBEBB"/>
            </a:effectRef>
            <a:fontRef idx="minor">
              <a:srgbClr val="5F5F5F"/>
            </a:fontRef>
          </p:style>
        </p:cxnSp>
        <p:cxnSp>
          <p:nvCxnSpPr>
            <p:cNvPr id="15" name="直接连接符 14"/>
            <p:cNvCxnSpPr/>
            <p:nvPr>
              <p:custDataLst>
                <p:tags r:id="rId12"/>
              </p:custDataLst>
            </p:nvPr>
          </p:nvCxnSpPr>
          <p:spPr>
            <a:xfrm rot="16200000" flipV="1">
              <a:off x="2585111" y="3395912"/>
              <a:ext cx="264944" cy="280184"/>
            </a:xfrm>
            <a:prstGeom prst="line">
              <a:avLst/>
            </a:prstGeom>
            <a:ln w="28575">
              <a:solidFill>
                <a:srgbClr val="40D096">
                  <a:lumMod val="20000"/>
                  <a:lumOff val="80000"/>
                </a:srgbClr>
              </a:solidFill>
            </a:ln>
          </p:spPr>
          <p:style>
            <a:lnRef idx="1">
              <a:srgbClr val="2CBEBB"/>
            </a:lnRef>
            <a:fillRef idx="0">
              <a:srgbClr val="2CBEBB"/>
            </a:fillRef>
            <a:effectRef idx="0">
              <a:srgbClr val="2CBEBB"/>
            </a:effectRef>
            <a:fontRef idx="minor">
              <a:srgbClr val="5F5F5F"/>
            </a:fontRef>
          </p:style>
        </p:cxnSp>
        <p:cxnSp>
          <p:nvCxnSpPr>
            <p:cNvPr id="16" name="直接连接符 15"/>
            <p:cNvCxnSpPr/>
            <p:nvPr>
              <p:custDataLst>
                <p:tags r:id="rId13"/>
              </p:custDataLst>
            </p:nvPr>
          </p:nvCxnSpPr>
          <p:spPr>
            <a:xfrm rot="16200000" flipV="1">
              <a:off x="1744559" y="3691336"/>
              <a:ext cx="264944" cy="280184"/>
            </a:xfrm>
            <a:prstGeom prst="line">
              <a:avLst/>
            </a:prstGeom>
            <a:ln w="28575">
              <a:solidFill>
                <a:srgbClr val="40D096">
                  <a:lumMod val="20000"/>
                  <a:lumOff val="80000"/>
                </a:srgbClr>
              </a:solidFill>
            </a:ln>
          </p:spPr>
          <p:style>
            <a:lnRef idx="1">
              <a:srgbClr val="2CBEBB"/>
            </a:lnRef>
            <a:fillRef idx="0">
              <a:srgbClr val="2CBEBB"/>
            </a:fillRef>
            <a:effectRef idx="0">
              <a:srgbClr val="2CBEBB"/>
            </a:effectRef>
            <a:fontRef idx="minor">
              <a:srgbClr val="5F5F5F"/>
            </a:fontRef>
          </p:style>
        </p:cxnSp>
        <p:sp>
          <p:nvSpPr>
            <p:cNvPr id="17" name="文本框 16"/>
            <p:cNvSpPr txBox="1"/>
            <p:nvPr>
              <p:custDataLst>
                <p:tags r:id="rId14"/>
              </p:custDataLst>
            </p:nvPr>
          </p:nvSpPr>
          <p:spPr>
            <a:xfrm>
              <a:off x="3138199" y="3138749"/>
              <a:ext cx="6067142" cy="1088749"/>
            </a:xfrm>
            <a:prstGeom prst="rect">
              <a:avLst/>
            </a:prstGeom>
            <a:solidFill>
              <a:srgbClr val="40D096"/>
            </a:solidFill>
          </p:spPr>
          <p:txBody>
            <a:bodyPr wrap="square" rtlCol="0" anchor="ctr" anchorCtr="0">
              <a:normAutofit/>
            </a:bodyPr>
            <a:lstStyle/>
            <a:p>
              <a:pPr algn="l">
                <a:lnSpc>
                  <a:spcPct val="120000"/>
                </a:lnSpc>
              </a:pPr>
              <a:r>
                <a:rPr lang="zh-CN" altLang="en-US" sz="1600" dirty="0">
                  <a:latin typeface="+mn-ea"/>
                  <a:ea typeface="+mn-ea"/>
                </a:rPr>
                <a:t>逐条执行</a:t>
              </a:r>
              <a:endParaRPr lang="zh-CN" altLang="en-US" sz="1600" dirty="0">
                <a:latin typeface="+mn-ea"/>
                <a:ea typeface="+mn-ea"/>
              </a:endParaRPr>
            </a:p>
          </p:txBody>
        </p:sp>
      </p:grpSp>
      <p:pic>
        <p:nvPicPr>
          <p:cNvPr id="40" name="图片 39" descr="图3.18顺序结构流程图"/>
          <p:cNvPicPr>
            <a:picLocks noChangeAspect="1"/>
          </p:cNvPicPr>
          <p:nvPr/>
        </p:nvPicPr>
        <p:blipFill>
          <a:blip r:embed="rId15" cstate="print"/>
          <a:stretch>
            <a:fillRect/>
          </a:stretch>
        </p:blipFill>
        <p:spPr>
          <a:xfrm>
            <a:off x="781357" y="1315077"/>
            <a:ext cx="2660650" cy="2841784"/>
          </a:xfrm>
          <a:prstGeom prst="rect">
            <a:avLst/>
          </a:prstGeom>
        </p:spPr>
      </p:pic>
      <p:sp>
        <p:nvSpPr>
          <p:cNvPr id="42" name="AutoShape 7"/>
          <p:cNvSpPr>
            <a:spLocks noChangeArrowheads="1"/>
          </p:cNvSpPr>
          <p:nvPr/>
        </p:nvSpPr>
        <p:spPr bwMode="gray">
          <a:xfrm>
            <a:off x="1714500" y="4340886"/>
            <a:ext cx="5570220" cy="714958"/>
          </a:xfrm>
          <a:prstGeom prst="wedgeRoundRectCallout">
            <a:avLst>
              <a:gd name="adj1" fmla="val 1008"/>
              <a:gd name="adj2" fmla="val 50240"/>
              <a:gd name="adj3" fmla="val 16667"/>
            </a:avLst>
          </a:prstGeom>
          <a:solidFill>
            <a:srgbClr val="0070C0"/>
          </a:solidFill>
          <a:ln w="9525" cap="flat" cmpd="sng" algn="ctr">
            <a:solidFill>
              <a:schemeClr val="bg1">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spAutoFit/>
          </a:bodyPr>
          <a:lstStyle/>
          <a:p>
            <a:pPr marL="0" lvl="1" indent="-285750" algn="l" eaLnBrk="0" hangingPunct="0">
              <a:spcBef>
                <a:spcPct val="20000"/>
              </a:spcBef>
              <a:buClr>
                <a:srgbClr val="233DA9"/>
              </a:buClr>
              <a:buSzPct val="80000"/>
              <a:defRPr/>
            </a:pPr>
            <a:r>
              <a:rPr lang="zh-CN" altLang="en-US" dirty="0">
                <a:solidFill>
                  <a:schemeClr val="bg1"/>
                </a:solidFill>
                <a:sym typeface="+mn-ea"/>
              </a:rPr>
              <a:t>顺序结构是在程序中按照指令的先后顺序，逐条执行的程序控制结构</a:t>
            </a:r>
            <a:endParaRPr lang="zh-CN" altLang="en-US" dirty="0">
              <a:solidFill>
                <a:schemeClr val="bg1"/>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up)">
                                      <p:cBhvr>
                                        <p:cTn id="7" dur="500"/>
                                        <p:tgtEl>
                                          <p:spTgt spid="40"/>
                                        </p:tgtEl>
                                      </p:cBhvr>
                                    </p:animEffect>
                                  </p:childTnLst>
                                </p:cTn>
                              </p:par>
                              <p:par>
                                <p:cTn id="8" presetID="3" presetClass="entr" presetSubtype="1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par>
                                <p:cTn id="11" presetID="3" presetClass="entr" presetSubtype="1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wipe(left)">
                                      <p:cBhvr>
                                        <p:cTn id="18"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p:cNvSpPr>
            <a:spLocks noGrp="1" noChangeArrowheads="1"/>
          </p:cNvSpPr>
          <p:nvPr>
            <p:ph type="title"/>
          </p:nvPr>
        </p:nvSpPr>
        <p:spPr/>
        <p:txBody>
          <a:bodyPr/>
          <a:lstStyle/>
          <a:p>
            <a:pPr>
              <a:defRPr/>
            </a:pPr>
            <a:r>
              <a:rPr lang="zh-CN" altLang="en-US" dirty="0"/>
              <a:t>选择结构</a:t>
            </a:r>
            <a:endParaRPr dirty="0"/>
          </a:p>
        </p:txBody>
      </p:sp>
      <p:sp>
        <p:nvSpPr>
          <p:cNvPr id="595971" name="Rectangle 3"/>
          <p:cNvSpPr>
            <a:spLocks noGrp="1" noChangeArrowheads="1"/>
          </p:cNvSpPr>
          <p:nvPr>
            <p:ph idx="1"/>
          </p:nvPr>
        </p:nvSpPr>
        <p:spPr/>
        <p:txBody>
          <a:bodyPr/>
          <a:lstStyle/>
          <a:p>
            <a:pPr>
              <a:defRPr/>
            </a:pPr>
            <a:r>
              <a:rPr lang="zh-CN" altLang="en-US" dirty="0"/>
              <a:t>春节回家的过程</a:t>
            </a:r>
            <a:endParaRPr lang="en-US" altLang="zh-CN" dirty="0"/>
          </a:p>
          <a:p>
            <a:pPr lvl="1">
              <a:defRPr/>
            </a:pPr>
            <a:r>
              <a:rPr lang="zh-CN" altLang="en-US" dirty="0"/>
              <a:t>交通工具</a:t>
            </a:r>
            <a:endParaRPr lang="en-US" altLang="zh-CN" dirty="0"/>
          </a:p>
        </p:txBody>
      </p:sp>
      <p:sp>
        <p:nvSpPr>
          <p:cNvPr id="13" name="副标题 12"/>
          <p:cNvSpPr>
            <a:spLocks noGrp="1"/>
          </p:cNvSpPr>
          <p:nvPr>
            <p:ph type="subTitle" idx="10"/>
          </p:nvPr>
        </p:nvSpPr>
        <p:spPr/>
        <p:txBody>
          <a:bodyPr/>
          <a:lstStyle/>
          <a:p>
            <a:r>
              <a:rPr lang="zh-CN" altLang="en-US" dirty="0"/>
              <a:t>提出问题：生活中的选择</a:t>
            </a:r>
            <a:endParaRPr lang="zh-CN" altLang="en-US" dirty="0"/>
          </a:p>
        </p:txBody>
      </p:sp>
      <p:sp>
        <p:nvSpPr>
          <p:cNvPr id="595972" name="AutoShape 4"/>
          <p:cNvSpPr>
            <a:spLocks noChangeArrowheads="1"/>
          </p:cNvSpPr>
          <p:nvPr/>
        </p:nvSpPr>
        <p:spPr bwMode="auto">
          <a:xfrm>
            <a:off x="2555776" y="4443958"/>
            <a:ext cx="5616575" cy="540353"/>
          </a:xfrm>
          <a:prstGeom prst="roundRect">
            <a:avLst>
              <a:gd name="adj" fmla="val 2251"/>
            </a:avLst>
          </a:prstGeom>
          <a:solidFill>
            <a:schemeClr val="accent1">
              <a:lumMod val="20000"/>
              <a:lumOff val="80000"/>
            </a:schemeClr>
          </a:solidFill>
          <a:ln w="19050">
            <a:solidFill>
              <a:schemeClr val="accent1"/>
            </a:solidFill>
          </a:ln>
        </p:spPr>
        <p:txBody>
          <a:bodyPr anchor="ctr"/>
          <a:lstStyle/>
          <a:p>
            <a:pPr algn="ctr">
              <a:defRPr/>
            </a:pPr>
            <a:r>
              <a:rPr lang="zh-CN" altLang="en-US" sz="2400" b="1" dirty="0">
                <a:latin typeface="微软雅黑" panose="020B0503020204020204" pitchFamily="34" charset="-122"/>
                <a:ea typeface="微软雅黑" panose="020B0503020204020204" pitchFamily="34" charset="-122"/>
              </a:rPr>
              <a:t>使用</a:t>
            </a:r>
            <a:r>
              <a:rPr lang="zh-CN" altLang="en-US" sz="2400" b="1" dirty="0">
                <a:solidFill>
                  <a:srgbClr val="FF0000"/>
                </a:solidFill>
                <a:latin typeface="微软雅黑" panose="020B0503020204020204" pitchFamily="34" charset="-122"/>
                <a:ea typeface="微软雅黑" panose="020B0503020204020204" pitchFamily="34" charset="-122"/>
              </a:rPr>
              <a:t>选择结构</a:t>
            </a:r>
            <a:r>
              <a:rPr lang="zh-CN" altLang="en-US" sz="2400" b="1" dirty="0">
                <a:latin typeface="微软雅黑" panose="020B0503020204020204" pitchFamily="34" charset="-122"/>
                <a:ea typeface="微软雅黑" panose="020B0503020204020204" pitchFamily="34" charset="-122"/>
              </a:rPr>
              <a:t>可以解决</a:t>
            </a:r>
            <a:endParaRPr lang="zh-CN" altLang="en-US" sz="2400" b="1" dirty="0">
              <a:latin typeface="微软雅黑" panose="020B0503020204020204" pitchFamily="34" charset="-122"/>
              <a:ea typeface="微软雅黑" panose="020B0503020204020204" pitchFamily="34" charset="-122"/>
            </a:endParaRPr>
          </a:p>
        </p:txBody>
      </p:sp>
      <p:sp>
        <p:nvSpPr>
          <p:cNvPr id="10" name="Freeform 59"/>
          <p:cNvSpPr>
            <a:spLocks noEditPoints="1"/>
          </p:cNvSpPr>
          <p:nvPr/>
        </p:nvSpPr>
        <p:spPr bwMode="auto">
          <a:xfrm>
            <a:off x="285720" y="785800"/>
            <a:ext cx="228600" cy="228600"/>
          </a:xfrm>
          <a:custGeom>
            <a:avLst/>
            <a:gdLst>
              <a:gd name="T0" fmla="*/ 30 w 61"/>
              <a:gd name="T1" fmla="*/ 0 h 61"/>
              <a:gd name="T2" fmla="*/ 0 w 61"/>
              <a:gd name="T3" fmla="*/ 31 h 61"/>
              <a:gd name="T4" fmla="*/ 30 w 61"/>
              <a:gd name="T5" fmla="*/ 61 h 61"/>
              <a:gd name="T6" fmla="*/ 61 w 61"/>
              <a:gd name="T7" fmla="*/ 31 h 61"/>
              <a:gd name="T8" fmla="*/ 30 w 61"/>
              <a:gd name="T9" fmla="*/ 0 h 61"/>
              <a:gd name="T10" fmla="*/ 34 w 61"/>
              <a:gd name="T11" fmla="*/ 44 h 61"/>
              <a:gd name="T12" fmla="*/ 34 w 61"/>
              <a:gd name="T13" fmla="*/ 49 h 61"/>
              <a:gd name="T14" fmla="*/ 27 w 61"/>
              <a:gd name="T15" fmla="*/ 49 h 61"/>
              <a:gd name="T16" fmla="*/ 27 w 61"/>
              <a:gd name="T17" fmla="*/ 43 h 61"/>
              <a:gd name="T18" fmla="*/ 34 w 61"/>
              <a:gd name="T19" fmla="*/ 43 h 61"/>
              <a:gd name="T20" fmla="*/ 34 w 61"/>
              <a:gd name="T21" fmla="*/ 44 h 61"/>
              <a:gd name="T22" fmla="*/ 34 w 61"/>
              <a:gd name="T23" fmla="*/ 44 h 61"/>
              <a:gd name="T24" fmla="*/ 42 w 61"/>
              <a:gd name="T25" fmla="*/ 25 h 61"/>
              <a:gd name="T26" fmla="*/ 38 w 61"/>
              <a:gd name="T27" fmla="*/ 30 h 61"/>
              <a:gd name="T28" fmla="*/ 34 w 61"/>
              <a:gd name="T29" fmla="*/ 34 h 61"/>
              <a:gd name="T30" fmla="*/ 33 w 61"/>
              <a:gd name="T31" fmla="*/ 39 h 61"/>
              <a:gd name="T32" fmla="*/ 33 w 61"/>
              <a:gd name="T33" fmla="*/ 40 h 61"/>
              <a:gd name="T34" fmla="*/ 27 w 61"/>
              <a:gd name="T35" fmla="*/ 40 h 61"/>
              <a:gd name="T36" fmla="*/ 27 w 61"/>
              <a:gd name="T37" fmla="*/ 39 h 61"/>
              <a:gd name="T38" fmla="*/ 28 w 61"/>
              <a:gd name="T39" fmla="*/ 33 h 61"/>
              <a:gd name="T40" fmla="*/ 32 w 61"/>
              <a:gd name="T41" fmla="*/ 27 h 61"/>
              <a:gd name="T42" fmla="*/ 36 w 61"/>
              <a:gd name="T43" fmla="*/ 23 h 61"/>
              <a:gd name="T44" fmla="*/ 37 w 61"/>
              <a:gd name="T45" fmla="*/ 20 h 61"/>
              <a:gd name="T46" fmla="*/ 35 w 61"/>
              <a:gd name="T47" fmla="*/ 16 h 61"/>
              <a:gd name="T48" fmla="*/ 30 w 61"/>
              <a:gd name="T49" fmla="*/ 15 h 61"/>
              <a:gd name="T50" fmla="*/ 24 w 61"/>
              <a:gd name="T51" fmla="*/ 22 h 61"/>
              <a:gd name="T52" fmla="*/ 24 w 61"/>
              <a:gd name="T53" fmla="*/ 23 h 61"/>
              <a:gd name="T54" fmla="*/ 18 w 61"/>
              <a:gd name="T55" fmla="*/ 23 h 61"/>
              <a:gd name="T56" fmla="*/ 18 w 61"/>
              <a:gd name="T57" fmla="*/ 22 h 61"/>
              <a:gd name="T58" fmla="*/ 19 w 61"/>
              <a:gd name="T59" fmla="*/ 16 h 61"/>
              <a:gd name="T60" fmla="*/ 22 w 61"/>
              <a:gd name="T61" fmla="*/ 13 h 61"/>
              <a:gd name="T62" fmla="*/ 26 w 61"/>
              <a:gd name="T63" fmla="*/ 10 h 61"/>
              <a:gd name="T64" fmla="*/ 31 w 61"/>
              <a:gd name="T65" fmla="*/ 9 h 61"/>
              <a:gd name="T66" fmla="*/ 40 w 61"/>
              <a:gd name="T67" fmla="*/ 12 h 61"/>
              <a:gd name="T68" fmla="*/ 43 w 61"/>
              <a:gd name="T69" fmla="*/ 20 h 61"/>
              <a:gd name="T70" fmla="*/ 42 w 61"/>
              <a:gd name="T71" fmla="*/ 25 h 61"/>
              <a:gd name="T72" fmla="*/ 42 w 61"/>
              <a:gd name="T73" fmla="*/ 25 h 61"/>
              <a:gd name="T74" fmla="*/ 42 w 61"/>
              <a:gd name="T75"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61">
                <a:moveTo>
                  <a:pt x="30" y="0"/>
                </a:moveTo>
                <a:cubicBezTo>
                  <a:pt x="14" y="0"/>
                  <a:pt x="0" y="14"/>
                  <a:pt x="0" y="31"/>
                </a:cubicBezTo>
                <a:cubicBezTo>
                  <a:pt x="0" y="47"/>
                  <a:pt x="14" y="61"/>
                  <a:pt x="30" y="61"/>
                </a:cubicBezTo>
                <a:cubicBezTo>
                  <a:pt x="47" y="61"/>
                  <a:pt x="61" y="47"/>
                  <a:pt x="61" y="31"/>
                </a:cubicBezTo>
                <a:cubicBezTo>
                  <a:pt x="61" y="14"/>
                  <a:pt x="47" y="0"/>
                  <a:pt x="30" y="0"/>
                </a:cubicBezTo>
                <a:close/>
                <a:moveTo>
                  <a:pt x="34" y="44"/>
                </a:moveTo>
                <a:cubicBezTo>
                  <a:pt x="34" y="49"/>
                  <a:pt x="34" y="49"/>
                  <a:pt x="34" y="49"/>
                </a:cubicBezTo>
                <a:cubicBezTo>
                  <a:pt x="27" y="49"/>
                  <a:pt x="27" y="49"/>
                  <a:pt x="27" y="49"/>
                </a:cubicBezTo>
                <a:cubicBezTo>
                  <a:pt x="27" y="43"/>
                  <a:pt x="27" y="43"/>
                  <a:pt x="27" y="43"/>
                </a:cubicBezTo>
                <a:cubicBezTo>
                  <a:pt x="34" y="43"/>
                  <a:pt x="34" y="43"/>
                  <a:pt x="34" y="43"/>
                </a:cubicBezTo>
                <a:cubicBezTo>
                  <a:pt x="34" y="44"/>
                  <a:pt x="34" y="44"/>
                  <a:pt x="34" y="44"/>
                </a:cubicBezTo>
                <a:cubicBezTo>
                  <a:pt x="34" y="44"/>
                  <a:pt x="34" y="44"/>
                  <a:pt x="34" y="44"/>
                </a:cubicBezTo>
                <a:close/>
                <a:moveTo>
                  <a:pt x="42" y="25"/>
                </a:moveTo>
                <a:cubicBezTo>
                  <a:pt x="41" y="26"/>
                  <a:pt x="40" y="28"/>
                  <a:pt x="38" y="30"/>
                </a:cubicBezTo>
                <a:cubicBezTo>
                  <a:pt x="35" y="32"/>
                  <a:pt x="34" y="34"/>
                  <a:pt x="34" y="34"/>
                </a:cubicBezTo>
                <a:cubicBezTo>
                  <a:pt x="33" y="35"/>
                  <a:pt x="33" y="36"/>
                  <a:pt x="33" y="39"/>
                </a:cubicBezTo>
                <a:cubicBezTo>
                  <a:pt x="33" y="40"/>
                  <a:pt x="33" y="40"/>
                  <a:pt x="33" y="40"/>
                </a:cubicBezTo>
                <a:cubicBezTo>
                  <a:pt x="27" y="40"/>
                  <a:pt x="27" y="40"/>
                  <a:pt x="27" y="40"/>
                </a:cubicBezTo>
                <a:cubicBezTo>
                  <a:pt x="27" y="39"/>
                  <a:pt x="27" y="39"/>
                  <a:pt x="27" y="39"/>
                </a:cubicBezTo>
                <a:cubicBezTo>
                  <a:pt x="27" y="36"/>
                  <a:pt x="27" y="35"/>
                  <a:pt x="28" y="33"/>
                </a:cubicBezTo>
                <a:cubicBezTo>
                  <a:pt x="29" y="31"/>
                  <a:pt x="30" y="29"/>
                  <a:pt x="32" y="27"/>
                </a:cubicBezTo>
                <a:cubicBezTo>
                  <a:pt x="34" y="25"/>
                  <a:pt x="36" y="24"/>
                  <a:pt x="36" y="23"/>
                </a:cubicBezTo>
                <a:cubicBezTo>
                  <a:pt x="36" y="22"/>
                  <a:pt x="37" y="21"/>
                  <a:pt x="37" y="20"/>
                </a:cubicBezTo>
                <a:cubicBezTo>
                  <a:pt x="37" y="19"/>
                  <a:pt x="36" y="17"/>
                  <a:pt x="35" y="16"/>
                </a:cubicBezTo>
                <a:cubicBezTo>
                  <a:pt x="34" y="15"/>
                  <a:pt x="32" y="15"/>
                  <a:pt x="30" y="15"/>
                </a:cubicBezTo>
                <a:cubicBezTo>
                  <a:pt x="27" y="15"/>
                  <a:pt x="24" y="17"/>
                  <a:pt x="24" y="22"/>
                </a:cubicBezTo>
                <a:cubicBezTo>
                  <a:pt x="24" y="23"/>
                  <a:pt x="24" y="23"/>
                  <a:pt x="24" y="23"/>
                </a:cubicBezTo>
                <a:cubicBezTo>
                  <a:pt x="18" y="23"/>
                  <a:pt x="18" y="23"/>
                  <a:pt x="18" y="23"/>
                </a:cubicBezTo>
                <a:cubicBezTo>
                  <a:pt x="18" y="22"/>
                  <a:pt x="18" y="22"/>
                  <a:pt x="18" y="22"/>
                </a:cubicBezTo>
                <a:cubicBezTo>
                  <a:pt x="18" y="20"/>
                  <a:pt x="18" y="18"/>
                  <a:pt x="19" y="16"/>
                </a:cubicBezTo>
                <a:cubicBezTo>
                  <a:pt x="19" y="15"/>
                  <a:pt x="20" y="14"/>
                  <a:pt x="22" y="13"/>
                </a:cubicBezTo>
                <a:cubicBezTo>
                  <a:pt x="23" y="11"/>
                  <a:pt x="24" y="11"/>
                  <a:pt x="26" y="10"/>
                </a:cubicBezTo>
                <a:cubicBezTo>
                  <a:pt x="28" y="10"/>
                  <a:pt x="29" y="9"/>
                  <a:pt x="31" y="9"/>
                </a:cubicBezTo>
                <a:cubicBezTo>
                  <a:pt x="34" y="9"/>
                  <a:pt x="37" y="10"/>
                  <a:pt x="40" y="12"/>
                </a:cubicBezTo>
                <a:cubicBezTo>
                  <a:pt x="42" y="14"/>
                  <a:pt x="43" y="17"/>
                  <a:pt x="43" y="20"/>
                </a:cubicBezTo>
                <a:cubicBezTo>
                  <a:pt x="43" y="22"/>
                  <a:pt x="43" y="24"/>
                  <a:pt x="42" y="25"/>
                </a:cubicBezTo>
                <a:close/>
                <a:moveTo>
                  <a:pt x="42" y="25"/>
                </a:moveTo>
                <a:cubicBezTo>
                  <a:pt x="42" y="25"/>
                  <a:pt x="42" y="25"/>
                  <a:pt x="42" y="25"/>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pic>
        <p:nvPicPr>
          <p:cNvPr id="8" name="图片 7" descr="timg (13).jpg"/>
          <p:cNvPicPr>
            <a:picLocks noChangeAspect="1"/>
          </p:cNvPicPr>
          <p:nvPr/>
        </p:nvPicPr>
        <p:blipFill>
          <a:blip r:embed="rId1" cstate="print"/>
          <a:stretch>
            <a:fillRect/>
          </a:stretch>
        </p:blipFill>
        <p:spPr>
          <a:xfrm>
            <a:off x="755576" y="3651870"/>
            <a:ext cx="1602318" cy="1291881"/>
          </a:xfrm>
          <a:prstGeom prst="rect">
            <a:avLst/>
          </a:prstGeom>
        </p:spPr>
      </p:pic>
      <p:pic>
        <p:nvPicPr>
          <p:cNvPr id="9" name="图片 8" descr="timg (14).jpg"/>
          <p:cNvPicPr>
            <a:picLocks noChangeAspect="1"/>
          </p:cNvPicPr>
          <p:nvPr/>
        </p:nvPicPr>
        <p:blipFill>
          <a:blip r:embed="rId2" cstate="print"/>
          <a:stretch>
            <a:fillRect/>
          </a:stretch>
        </p:blipFill>
        <p:spPr>
          <a:xfrm>
            <a:off x="5892121" y="1619427"/>
            <a:ext cx="1594915" cy="956949"/>
          </a:xfrm>
          <a:prstGeom prst="rect">
            <a:avLst/>
          </a:prstGeom>
        </p:spPr>
      </p:pic>
      <p:pic>
        <p:nvPicPr>
          <p:cNvPr id="11" name="图片 10" descr="timg (15).jpg"/>
          <p:cNvPicPr>
            <a:picLocks noChangeAspect="1"/>
          </p:cNvPicPr>
          <p:nvPr/>
        </p:nvPicPr>
        <p:blipFill>
          <a:blip r:embed="rId3" cstate="print"/>
          <a:stretch>
            <a:fillRect/>
          </a:stretch>
        </p:blipFill>
        <p:spPr>
          <a:xfrm>
            <a:off x="1582853" y="2046119"/>
            <a:ext cx="1306030" cy="1291881"/>
          </a:xfrm>
          <a:prstGeom prst="rect">
            <a:avLst/>
          </a:prstGeom>
        </p:spPr>
      </p:pic>
      <p:pic>
        <p:nvPicPr>
          <p:cNvPr id="12" name="图片 11" descr="timg (16).jpg"/>
          <p:cNvPicPr>
            <a:picLocks noChangeAspect="1"/>
          </p:cNvPicPr>
          <p:nvPr/>
        </p:nvPicPr>
        <p:blipFill>
          <a:blip r:embed="rId4" cstate="print"/>
          <a:stretch>
            <a:fillRect/>
          </a:stretch>
        </p:blipFill>
        <p:spPr>
          <a:xfrm>
            <a:off x="6660232" y="3075806"/>
            <a:ext cx="1653608" cy="1291881"/>
          </a:xfrm>
          <a:prstGeom prst="rect">
            <a:avLst/>
          </a:prstGeom>
        </p:spPr>
      </p:pic>
      <p:pic>
        <p:nvPicPr>
          <p:cNvPr id="14" name="图片 13" descr="u=1185595846,2189913253&amp;fm=27&amp;gp=0.jpg"/>
          <p:cNvPicPr>
            <a:picLocks noChangeAspect="1"/>
          </p:cNvPicPr>
          <p:nvPr/>
        </p:nvPicPr>
        <p:blipFill>
          <a:blip r:embed="rId5" cstate="print"/>
          <a:stretch>
            <a:fillRect/>
          </a:stretch>
        </p:blipFill>
        <p:spPr>
          <a:xfrm>
            <a:off x="3419872" y="2715766"/>
            <a:ext cx="2381250" cy="13144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500"/>
                                        <p:tgtEl>
                                          <p:spTgt spid="9"/>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down)">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595972"/>
                                        </p:tgtEl>
                                        <p:attrNameLst>
                                          <p:attrName>style.visibility</p:attrName>
                                        </p:attrNameLst>
                                      </p:cBhvr>
                                      <p:to>
                                        <p:strVal val="visible"/>
                                      </p:to>
                                    </p:set>
                                    <p:animEffect transition="in" filter="wipe(down)">
                                      <p:cBhvr>
                                        <p:cTn id="24" dur="500"/>
                                        <p:tgtEl>
                                          <p:spTgt spid="595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597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t>程序中的选择</a:t>
            </a:r>
            <a:endParaRPr lang="zh-CN" altLang="en-US" dirty="0"/>
          </a:p>
        </p:txBody>
      </p:sp>
      <p:sp>
        <p:nvSpPr>
          <p:cNvPr id="3" name="内容占位符 2"/>
          <p:cNvSpPr>
            <a:spLocks noGrp="1"/>
          </p:cNvSpPr>
          <p:nvPr>
            <p:ph idx="1"/>
          </p:nvPr>
        </p:nvSpPr>
        <p:spPr/>
        <p:txBody>
          <a:bodyPr/>
          <a:lstStyle/>
          <a:p>
            <a:pPr marL="0" indent="0">
              <a:buNone/>
            </a:pPr>
            <a:endParaRPr lang="zh-CN" altLang="en-US" dirty="0"/>
          </a:p>
        </p:txBody>
      </p:sp>
      <p:sp>
        <p:nvSpPr>
          <p:cNvPr id="5" name="AutoShape 6"/>
          <p:cNvSpPr>
            <a:spLocks noChangeArrowheads="1"/>
          </p:cNvSpPr>
          <p:nvPr/>
        </p:nvSpPr>
        <p:spPr bwMode="auto">
          <a:xfrm>
            <a:off x="611560" y="1619568"/>
            <a:ext cx="2776617" cy="2639569"/>
          </a:xfrm>
          <a:prstGeom prst="roundRect">
            <a:avLst>
              <a:gd name="adj" fmla="val 221"/>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lvl="1" indent="-224155" algn="l" defTabSz="381000">
              <a:lnSpc>
                <a:spcPct val="150000"/>
              </a:lnSpc>
              <a:buClr>
                <a:schemeClr val="folHlink"/>
              </a:buClr>
              <a:buSzPct val="60000"/>
              <a:tabLst>
                <a:tab pos="444500" algn="l"/>
              </a:tabLst>
              <a:defRPr/>
            </a:pPr>
            <a:r>
              <a:rPr lang="zh-CN" altLang="en-US" sz="1400" dirty="0">
                <a:solidFill>
                  <a:schemeClr val="tx1">
                    <a:lumMod val="75000"/>
                    <a:lumOff val="25000"/>
                  </a:schemeClr>
                </a:solidFill>
                <a:latin typeface="+mn-ea"/>
                <a:ea typeface="+mn-ea"/>
              </a:rPr>
              <a:t>如果</a:t>
            </a:r>
            <a:r>
              <a:rPr lang="en-US" altLang="zh-CN" sz="1400" dirty="0">
                <a:solidFill>
                  <a:schemeClr val="tx1">
                    <a:lumMod val="75000"/>
                    <a:lumOff val="25000"/>
                  </a:schemeClr>
                </a:solidFill>
                <a:latin typeface="+mn-ea"/>
                <a:ea typeface="+mn-ea"/>
              </a:rPr>
              <a:t>   </a:t>
            </a:r>
            <a:r>
              <a:rPr lang="zh-CN" altLang="en-US" sz="1400" dirty="0">
                <a:solidFill>
                  <a:schemeClr val="tx1">
                    <a:lumMod val="75000"/>
                    <a:lumOff val="25000"/>
                  </a:schemeClr>
                </a:solidFill>
                <a:latin typeface="+mn-ea"/>
                <a:ea typeface="+mn-ea"/>
              </a:rPr>
              <a:t>有机票</a:t>
            </a:r>
            <a:r>
              <a:rPr lang="en-US" altLang="zh-CN" sz="1400" dirty="0">
                <a:solidFill>
                  <a:schemeClr val="tx1">
                    <a:lumMod val="75000"/>
                    <a:lumOff val="25000"/>
                  </a:schemeClr>
                </a:solidFill>
                <a:latin typeface="+mn-ea"/>
                <a:ea typeface="+mn-ea"/>
              </a:rPr>
              <a:t> </a:t>
            </a:r>
            <a:endParaRPr lang="en-US" altLang="zh-CN"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en-US" sz="1400" dirty="0">
                <a:solidFill>
                  <a:schemeClr val="tx1">
                    <a:lumMod val="75000"/>
                    <a:lumOff val="25000"/>
                  </a:schemeClr>
                </a:solidFill>
                <a:latin typeface="+mn-ea"/>
                <a:ea typeface="+mn-ea"/>
              </a:rPr>
              <a:t>选择坐飞机回家</a:t>
            </a:r>
            <a:endParaRPr lang="en-US" altLang="zh-CN"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zh-CN" altLang="en-US" sz="1400" dirty="0">
                <a:solidFill>
                  <a:schemeClr val="tx1">
                    <a:lumMod val="75000"/>
                    <a:lumOff val="25000"/>
                  </a:schemeClr>
                </a:solidFill>
                <a:latin typeface="+mn-ea"/>
                <a:ea typeface="+mn-ea"/>
              </a:rPr>
              <a:t>如果  没有机票有火车票</a:t>
            </a:r>
            <a:endParaRPr lang="en-US" altLang="zh-CN"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en-US" sz="1400" dirty="0">
                <a:solidFill>
                  <a:schemeClr val="tx1">
                    <a:lumMod val="75000"/>
                    <a:lumOff val="25000"/>
                  </a:schemeClr>
                </a:solidFill>
                <a:latin typeface="+mn-ea"/>
                <a:ea typeface="+mn-ea"/>
              </a:rPr>
              <a:t>选择坐火车回家</a:t>
            </a:r>
            <a:endParaRPr lang="en-US" altLang="zh-CN"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zh-CN" altLang="en-US" sz="1400" dirty="0">
                <a:solidFill>
                  <a:schemeClr val="tx1">
                    <a:lumMod val="75000"/>
                    <a:lumOff val="25000"/>
                  </a:schemeClr>
                </a:solidFill>
                <a:latin typeface="+mn-ea"/>
                <a:ea typeface="+mn-ea"/>
              </a:rPr>
              <a:t>如果  没有火车票有汽车票</a:t>
            </a:r>
            <a:endParaRPr lang="en-US" altLang="zh-CN"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en-US" sz="1400" dirty="0">
                <a:solidFill>
                  <a:schemeClr val="tx1">
                    <a:lumMod val="75000"/>
                    <a:lumOff val="25000"/>
                  </a:schemeClr>
                </a:solidFill>
                <a:latin typeface="+mn-ea"/>
                <a:ea typeface="+mn-ea"/>
              </a:rPr>
              <a:t>选择坐大巴回家</a:t>
            </a:r>
            <a:endParaRPr lang="en-US" altLang="zh-CN"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zh-CN" altLang="en-US" sz="1400" dirty="0">
                <a:solidFill>
                  <a:schemeClr val="tx1">
                    <a:lumMod val="75000"/>
                    <a:lumOff val="25000"/>
                  </a:schemeClr>
                </a:solidFill>
                <a:latin typeface="+mn-ea"/>
                <a:ea typeface="+mn-ea"/>
              </a:rPr>
              <a:t>如果 以上都没票</a:t>
            </a:r>
            <a:endParaRPr lang="en-US" altLang="zh-CN"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en-US" sz="1400" dirty="0">
                <a:solidFill>
                  <a:schemeClr val="tx1">
                    <a:lumMod val="75000"/>
                    <a:lumOff val="25000"/>
                  </a:schemeClr>
                </a:solidFill>
                <a:latin typeface="+mn-ea"/>
                <a:ea typeface="+mn-ea"/>
              </a:rPr>
              <a:t>选择开车自驾回家</a:t>
            </a:r>
            <a:endParaRPr lang="en-US" altLang="zh-CN" sz="1400" dirty="0">
              <a:solidFill>
                <a:schemeClr val="tx1">
                  <a:lumMod val="75000"/>
                  <a:lumOff val="25000"/>
                </a:schemeClr>
              </a:solidFill>
              <a:latin typeface="+mn-ea"/>
              <a:ea typeface="+mn-ea"/>
            </a:endParaRPr>
          </a:p>
        </p:txBody>
      </p:sp>
      <p:grpSp>
        <p:nvGrpSpPr>
          <p:cNvPr id="9" name="组合 8"/>
          <p:cNvGrpSpPr/>
          <p:nvPr>
            <p:custDataLst>
              <p:tags r:id="rId1"/>
            </p:custDataLst>
          </p:nvPr>
        </p:nvGrpSpPr>
        <p:grpSpPr>
          <a:xfrm>
            <a:off x="4432300" y="1492250"/>
            <a:ext cx="3044190" cy="737870"/>
            <a:chOff x="1736939" y="2896935"/>
            <a:chExt cx="4623119" cy="1120736"/>
          </a:xfrm>
        </p:grpSpPr>
        <p:grpSp>
          <p:nvGrpSpPr>
            <p:cNvPr id="10" name="组合 9"/>
            <p:cNvGrpSpPr/>
            <p:nvPr/>
          </p:nvGrpSpPr>
          <p:grpSpPr>
            <a:xfrm>
              <a:off x="1736939" y="2896935"/>
              <a:ext cx="1120736" cy="1120736"/>
              <a:chOff x="1736939" y="2896935"/>
              <a:chExt cx="1120736" cy="1120736"/>
            </a:xfrm>
          </p:grpSpPr>
          <p:sp>
            <p:nvSpPr>
              <p:cNvPr id="14" name="任意多边形 13"/>
              <p:cNvSpPr/>
              <p:nvPr>
                <p:custDataLst>
                  <p:tags r:id="rId2"/>
                </p:custDataLst>
              </p:nvPr>
            </p:nvSpPr>
            <p:spPr>
              <a:xfrm>
                <a:off x="1736939" y="2896935"/>
                <a:ext cx="1120736" cy="1120736"/>
              </a:xfrm>
              <a:custGeom>
                <a:avLst/>
                <a:gdLst>
                  <a:gd name="connsiteX0" fmla="*/ 560368 w 1120736"/>
                  <a:gd name="connsiteY0" fmla="*/ 0 h 1120736"/>
                  <a:gd name="connsiteX1" fmla="*/ 1120736 w 1120736"/>
                  <a:gd name="connsiteY1" fmla="*/ 560368 h 1120736"/>
                  <a:gd name="connsiteX2" fmla="*/ 560368 w 1120736"/>
                  <a:gd name="connsiteY2" fmla="*/ 1120736 h 1120736"/>
                  <a:gd name="connsiteX3" fmla="*/ 0 w 1120736"/>
                  <a:gd name="connsiteY3" fmla="*/ 560368 h 1120736"/>
                </a:gdLst>
                <a:ahLst/>
                <a:cxnLst>
                  <a:cxn ang="0">
                    <a:pos x="connsiteX0" y="connsiteY0"/>
                  </a:cxn>
                  <a:cxn ang="0">
                    <a:pos x="connsiteX1" y="connsiteY1"/>
                  </a:cxn>
                  <a:cxn ang="0">
                    <a:pos x="connsiteX2" y="connsiteY2"/>
                  </a:cxn>
                  <a:cxn ang="0">
                    <a:pos x="connsiteX3" y="connsiteY3"/>
                  </a:cxn>
                </a:cxnLst>
                <a:rect l="l" t="t" r="r" b="b"/>
                <a:pathLst>
                  <a:path w="1120736" h="1120736">
                    <a:moveTo>
                      <a:pt x="560368" y="0"/>
                    </a:moveTo>
                    <a:lnTo>
                      <a:pt x="1120736" y="560368"/>
                    </a:lnTo>
                    <a:lnTo>
                      <a:pt x="560368" y="1120736"/>
                    </a:lnTo>
                    <a:lnTo>
                      <a:pt x="0" y="560368"/>
                    </a:lnTo>
                    <a:close/>
                  </a:path>
                </a:pathLst>
              </a:custGeom>
              <a:ln>
                <a:noFill/>
              </a:ln>
            </p:spPr>
            <p:style>
              <a:lnRef idx="2">
                <a:srgbClr val="2CBEBB">
                  <a:shade val="50000"/>
                </a:srgbClr>
              </a:lnRef>
              <a:fillRef idx="1">
                <a:srgbClr val="2CBEBB"/>
              </a:fillRef>
              <a:effectRef idx="0">
                <a:srgbClr val="2CBEBB"/>
              </a:effectRef>
              <a:fontRef idx="minor">
                <a:srgbClr val="FFFFFF"/>
              </a:fontRef>
            </p:style>
            <p:txBody>
              <a:bodyPr rtlCol="0" anchor="ctr" anchorCtr="0">
                <a:normAutofit/>
              </a:bodyPr>
              <a:lstStyle/>
              <a:p>
                <a:pPr algn="ctr"/>
                <a:r>
                  <a:rPr lang="en-US" altLang="zh-CN" sz="2400" b="1" dirty="0">
                    <a:solidFill>
                      <a:srgbClr val="FFFFFF"/>
                    </a:solidFill>
                  </a:rPr>
                  <a:t>1</a:t>
                </a:r>
                <a:endParaRPr lang="zh-CN" altLang="en-US" sz="2400" b="1" dirty="0">
                  <a:solidFill>
                    <a:srgbClr val="FFFFFF"/>
                  </a:solidFill>
                </a:endParaRPr>
              </a:p>
            </p:txBody>
          </p:sp>
          <p:cxnSp>
            <p:nvCxnSpPr>
              <p:cNvPr id="18" name="直接连接符 17"/>
              <p:cNvCxnSpPr/>
              <p:nvPr>
                <p:custDataLst>
                  <p:tags r:id="rId3"/>
                </p:custDataLst>
              </p:nvPr>
            </p:nvCxnSpPr>
            <p:spPr>
              <a:xfrm flipV="1">
                <a:off x="2017123" y="2896935"/>
                <a:ext cx="264944" cy="280184"/>
              </a:xfrm>
              <a:prstGeom prst="line">
                <a:avLst/>
              </a:prstGeom>
              <a:ln w="28575">
                <a:solidFill>
                  <a:srgbClr val="2CBEBB">
                    <a:lumMod val="20000"/>
                    <a:lumOff val="80000"/>
                  </a:srgbClr>
                </a:solidFill>
              </a:ln>
            </p:spPr>
            <p:style>
              <a:lnRef idx="1">
                <a:srgbClr val="2CBEBB"/>
              </a:lnRef>
              <a:fillRef idx="0">
                <a:srgbClr val="2CBEBB"/>
              </a:fillRef>
              <a:effectRef idx="0">
                <a:srgbClr val="2CBEBB"/>
              </a:effectRef>
              <a:fontRef idx="minor">
                <a:srgbClr val="5F5F5F"/>
              </a:fontRef>
            </p:style>
          </p:cxnSp>
          <p:cxnSp>
            <p:nvCxnSpPr>
              <p:cNvPr id="19" name="直接连接符 18"/>
              <p:cNvCxnSpPr/>
              <p:nvPr>
                <p:custDataLst>
                  <p:tags r:id="rId4"/>
                </p:custDataLst>
              </p:nvPr>
            </p:nvCxnSpPr>
            <p:spPr>
              <a:xfrm flipV="1">
                <a:off x="2297307" y="3737487"/>
                <a:ext cx="264944" cy="280184"/>
              </a:xfrm>
              <a:prstGeom prst="line">
                <a:avLst/>
              </a:prstGeom>
              <a:ln w="28575">
                <a:solidFill>
                  <a:srgbClr val="2CBEBB">
                    <a:lumMod val="20000"/>
                    <a:lumOff val="80000"/>
                  </a:srgbClr>
                </a:solidFill>
              </a:ln>
            </p:spPr>
            <p:style>
              <a:lnRef idx="1">
                <a:srgbClr val="2CBEBB"/>
              </a:lnRef>
              <a:fillRef idx="0">
                <a:srgbClr val="2CBEBB"/>
              </a:fillRef>
              <a:effectRef idx="0">
                <a:srgbClr val="2CBEBB"/>
              </a:effectRef>
              <a:fontRef idx="minor">
                <a:srgbClr val="5F5F5F"/>
              </a:fontRef>
            </p:style>
          </p:cxnSp>
          <p:cxnSp>
            <p:nvCxnSpPr>
              <p:cNvPr id="20" name="直接连接符 19"/>
              <p:cNvCxnSpPr/>
              <p:nvPr>
                <p:custDataLst>
                  <p:tags r:id="rId5"/>
                </p:custDataLst>
              </p:nvPr>
            </p:nvCxnSpPr>
            <p:spPr>
              <a:xfrm rot="16200000" flipV="1">
                <a:off x="2585111" y="3169499"/>
                <a:ext cx="264944" cy="280184"/>
              </a:xfrm>
              <a:prstGeom prst="line">
                <a:avLst/>
              </a:prstGeom>
              <a:ln w="28575">
                <a:solidFill>
                  <a:srgbClr val="2CBEBB">
                    <a:lumMod val="20000"/>
                    <a:lumOff val="80000"/>
                  </a:srgbClr>
                </a:solidFill>
              </a:ln>
            </p:spPr>
            <p:style>
              <a:lnRef idx="1">
                <a:srgbClr val="2CBEBB"/>
              </a:lnRef>
              <a:fillRef idx="0">
                <a:srgbClr val="2CBEBB"/>
              </a:fillRef>
              <a:effectRef idx="0">
                <a:srgbClr val="2CBEBB"/>
              </a:effectRef>
              <a:fontRef idx="minor">
                <a:srgbClr val="5F5F5F"/>
              </a:fontRef>
            </p:style>
          </p:cxnSp>
          <p:cxnSp>
            <p:nvCxnSpPr>
              <p:cNvPr id="21" name="直接连接符 20"/>
              <p:cNvCxnSpPr/>
              <p:nvPr>
                <p:custDataLst>
                  <p:tags r:id="rId6"/>
                </p:custDataLst>
              </p:nvPr>
            </p:nvCxnSpPr>
            <p:spPr>
              <a:xfrm rot="16200000" flipV="1">
                <a:off x="1744559" y="3464923"/>
                <a:ext cx="264944" cy="280184"/>
              </a:xfrm>
              <a:prstGeom prst="line">
                <a:avLst/>
              </a:prstGeom>
              <a:ln w="28575">
                <a:solidFill>
                  <a:srgbClr val="2CBEBB">
                    <a:lumMod val="20000"/>
                    <a:lumOff val="80000"/>
                  </a:srgbClr>
                </a:solidFill>
              </a:ln>
            </p:spPr>
            <p:style>
              <a:lnRef idx="1">
                <a:srgbClr val="2CBEBB"/>
              </a:lnRef>
              <a:fillRef idx="0">
                <a:srgbClr val="2CBEBB"/>
              </a:fillRef>
              <a:effectRef idx="0">
                <a:srgbClr val="2CBEBB"/>
              </a:effectRef>
              <a:fontRef idx="minor">
                <a:srgbClr val="5F5F5F"/>
              </a:fontRef>
            </p:style>
          </p:cxnSp>
        </p:grpSp>
        <p:sp>
          <p:nvSpPr>
            <p:cNvPr id="22" name="文本框 21"/>
            <p:cNvSpPr txBox="1"/>
            <p:nvPr>
              <p:custDataLst>
                <p:tags r:id="rId7"/>
              </p:custDataLst>
            </p:nvPr>
          </p:nvSpPr>
          <p:spPr>
            <a:xfrm>
              <a:off x="3113074" y="2896935"/>
              <a:ext cx="3246984" cy="1089872"/>
            </a:xfrm>
            <a:prstGeom prst="rect">
              <a:avLst/>
            </a:prstGeom>
            <a:noFill/>
          </p:spPr>
          <p:txBody>
            <a:bodyPr wrap="square" rtlCol="0" anchor="ctr" anchorCtr="0">
              <a:normAutofit/>
            </a:bodyPr>
            <a:lstStyle/>
            <a:p>
              <a:pPr algn="l">
                <a:lnSpc>
                  <a:spcPct val="120000"/>
                </a:lnSpc>
              </a:pPr>
              <a:r>
                <a:rPr lang="zh-CN" altLang="en-US" sz="1600">
                  <a:latin typeface="+mn-ea"/>
                  <a:ea typeface="+mn-ea"/>
                </a:rPr>
                <a:t>确定选择的条件</a:t>
              </a:r>
              <a:endParaRPr lang="zh-CN" altLang="en-US" sz="1600">
                <a:latin typeface="+mn-ea"/>
                <a:ea typeface="+mn-ea"/>
              </a:endParaRPr>
            </a:p>
          </p:txBody>
        </p:sp>
      </p:grpSp>
      <p:grpSp>
        <p:nvGrpSpPr>
          <p:cNvPr id="23" name="组合 22"/>
          <p:cNvGrpSpPr/>
          <p:nvPr>
            <p:custDataLst>
              <p:tags r:id="rId8"/>
            </p:custDataLst>
          </p:nvPr>
        </p:nvGrpSpPr>
        <p:grpSpPr>
          <a:xfrm>
            <a:off x="4425315" y="2543810"/>
            <a:ext cx="2702560" cy="792480"/>
            <a:chOff x="1736939" y="3123348"/>
            <a:chExt cx="4619089" cy="1120736"/>
          </a:xfrm>
        </p:grpSpPr>
        <p:sp>
          <p:nvSpPr>
            <p:cNvPr id="24" name="任意多边形 23"/>
            <p:cNvSpPr/>
            <p:nvPr>
              <p:custDataLst>
                <p:tags r:id="rId9"/>
              </p:custDataLst>
            </p:nvPr>
          </p:nvSpPr>
          <p:spPr>
            <a:xfrm>
              <a:off x="1736939" y="3123348"/>
              <a:ext cx="1120736" cy="1120736"/>
            </a:xfrm>
            <a:custGeom>
              <a:avLst/>
              <a:gdLst>
                <a:gd name="connsiteX0" fmla="*/ 560368 w 1120736"/>
                <a:gd name="connsiteY0" fmla="*/ 0 h 1120736"/>
                <a:gd name="connsiteX1" fmla="*/ 1120736 w 1120736"/>
                <a:gd name="connsiteY1" fmla="*/ 560368 h 1120736"/>
                <a:gd name="connsiteX2" fmla="*/ 560368 w 1120736"/>
                <a:gd name="connsiteY2" fmla="*/ 1120736 h 1120736"/>
                <a:gd name="connsiteX3" fmla="*/ 0 w 1120736"/>
                <a:gd name="connsiteY3" fmla="*/ 560368 h 1120736"/>
              </a:gdLst>
              <a:ahLst/>
              <a:cxnLst>
                <a:cxn ang="0">
                  <a:pos x="connsiteX0" y="connsiteY0"/>
                </a:cxn>
                <a:cxn ang="0">
                  <a:pos x="connsiteX1" y="connsiteY1"/>
                </a:cxn>
                <a:cxn ang="0">
                  <a:pos x="connsiteX2" y="connsiteY2"/>
                </a:cxn>
                <a:cxn ang="0">
                  <a:pos x="connsiteX3" y="connsiteY3"/>
                </a:cxn>
              </a:cxnLst>
              <a:rect l="l" t="t" r="r" b="b"/>
              <a:pathLst>
                <a:path w="1120736" h="1120736">
                  <a:moveTo>
                    <a:pt x="560368" y="0"/>
                  </a:moveTo>
                  <a:lnTo>
                    <a:pt x="1120736" y="560368"/>
                  </a:lnTo>
                  <a:lnTo>
                    <a:pt x="560368" y="1120736"/>
                  </a:lnTo>
                  <a:lnTo>
                    <a:pt x="0" y="560368"/>
                  </a:lnTo>
                  <a:close/>
                </a:path>
              </a:pathLst>
            </a:custGeom>
            <a:solidFill>
              <a:srgbClr val="40D096"/>
            </a:solidFill>
            <a:ln>
              <a:noFill/>
            </a:ln>
          </p:spPr>
          <p:style>
            <a:lnRef idx="2">
              <a:srgbClr val="2CBEBB">
                <a:shade val="50000"/>
              </a:srgbClr>
            </a:lnRef>
            <a:fillRef idx="1">
              <a:srgbClr val="2CBEBB"/>
            </a:fillRef>
            <a:effectRef idx="0">
              <a:srgbClr val="2CBEBB"/>
            </a:effectRef>
            <a:fontRef idx="minor">
              <a:srgbClr val="FFFFFF"/>
            </a:fontRef>
          </p:style>
          <p:txBody>
            <a:bodyPr rtlCol="0" anchor="ctr" anchorCtr="0">
              <a:normAutofit/>
            </a:bodyPr>
            <a:lstStyle/>
            <a:p>
              <a:pPr algn="ctr"/>
              <a:r>
                <a:rPr lang="en-US" altLang="zh-CN" sz="2400" b="1" dirty="0">
                  <a:solidFill>
                    <a:srgbClr val="FFFFFF"/>
                  </a:solidFill>
                </a:rPr>
                <a:t>2</a:t>
              </a:r>
              <a:endParaRPr lang="zh-CN" altLang="en-US" sz="2400" b="1" dirty="0">
                <a:solidFill>
                  <a:srgbClr val="FFFFFF"/>
                </a:solidFill>
              </a:endParaRPr>
            </a:p>
          </p:txBody>
        </p:sp>
        <p:cxnSp>
          <p:nvCxnSpPr>
            <p:cNvPr id="25" name="直接连接符 24"/>
            <p:cNvCxnSpPr/>
            <p:nvPr>
              <p:custDataLst>
                <p:tags r:id="rId10"/>
              </p:custDataLst>
            </p:nvPr>
          </p:nvCxnSpPr>
          <p:spPr>
            <a:xfrm flipV="1">
              <a:off x="2017123" y="3123348"/>
              <a:ext cx="264944" cy="280184"/>
            </a:xfrm>
            <a:prstGeom prst="line">
              <a:avLst/>
            </a:prstGeom>
            <a:ln w="28575">
              <a:solidFill>
                <a:srgbClr val="40D096">
                  <a:lumMod val="20000"/>
                  <a:lumOff val="80000"/>
                </a:srgbClr>
              </a:solidFill>
            </a:ln>
          </p:spPr>
          <p:style>
            <a:lnRef idx="1">
              <a:srgbClr val="2CBEBB"/>
            </a:lnRef>
            <a:fillRef idx="0">
              <a:srgbClr val="2CBEBB"/>
            </a:fillRef>
            <a:effectRef idx="0">
              <a:srgbClr val="2CBEBB"/>
            </a:effectRef>
            <a:fontRef idx="minor">
              <a:srgbClr val="5F5F5F"/>
            </a:fontRef>
          </p:style>
        </p:cxnSp>
        <p:cxnSp>
          <p:nvCxnSpPr>
            <p:cNvPr id="26" name="直接连接符 25"/>
            <p:cNvCxnSpPr/>
            <p:nvPr>
              <p:custDataLst>
                <p:tags r:id="rId11"/>
              </p:custDataLst>
            </p:nvPr>
          </p:nvCxnSpPr>
          <p:spPr>
            <a:xfrm flipV="1">
              <a:off x="2297307" y="3963900"/>
              <a:ext cx="264944" cy="280184"/>
            </a:xfrm>
            <a:prstGeom prst="line">
              <a:avLst/>
            </a:prstGeom>
            <a:ln w="28575">
              <a:solidFill>
                <a:srgbClr val="40D096">
                  <a:lumMod val="20000"/>
                  <a:lumOff val="80000"/>
                </a:srgbClr>
              </a:solidFill>
            </a:ln>
          </p:spPr>
          <p:style>
            <a:lnRef idx="1">
              <a:srgbClr val="2CBEBB"/>
            </a:lnRef>
            <a:fillRef idx="0">
              <a:srgbClr val="2CBEBB"/>
            </a:fillRef>
            <a:effectRef idx="0">
              <a:srgbClr val="2CBEBB"/>
            </a:effectRef>
            <a:fontRef idx="minor">
              <a:srgbClr val="5F5F5F"/>
            </a:fontRef>
          </p:style>
        </p:cxnSp>
        <p:cxnSp>
          <p:nvCxnSpPr>
            <p:cNvPr id="30" name="直接连接符 29"/>
            <p:cNvCxnSpPr/>
            <p:nvPr>
              <p:custDataLst>
                <p:tags r:id="rId12"/>
              </p:custDataLst>
            </p:nvPr>
          </p:nvCxnSpPr>
          <p:spPr>
            <a:xfrm rot="16200000" flipV="1">
              <a:off x="2585111" y="3395912"/>
              <a:ext cx="264944" cy="280184"/>
            </a:xfrm>
            <a:prstGeom prst="line">
              <a:avLst/>
            </a:prstGeom>
            <a:ln w="28575">
              <a:solidFill>
                <a:srgbClr val="40D096">
                  <a:lumMod val="20000"/>
                  <a:lumOff val="80000"/>
                </a:srgbClr>
              </a:solidFill>
            </a:ln>
          </p:spPr>
          <p:style>
            <a:lnRef idx="1">
              <a:srgbClr val="2CBEBB"/>
            </a:lnRef>
            <a:fillRef idx="0">
              <a:srgbClr val="2CBEBB"/>
            </a:fillRef>
            <a:effectRef idx="0">
              <a:srgbClr val="2CBEBB"/>
            </a:effectRef>
            <a:fontRef idx="minor">
              <a:srgbClr val="5F5F5F"/>
            </a:fontRef>
          </p:style>
        </p:cxnSp>
        <p:cxnSp>
          <p:nvCxnSpPr>
            <p:cNvPr id="31" name="直接连接符 30"/>
            <p:cNvCxnSpPr/>
            <p:nvPr>
              <p:custDataLst>
                <p:tags r:id="rId13"/>
              </p:custDataLst>
            </p:nvPr>
          </p:nvCxnSpPr>
          <p:spPr>
            <a:xfrm rot="16200000" flipV="1">
              <a:off x="1744559" y="3691336"/>
              <a:ext cx="264944" cy="280184"/>
            </a:xfrm>
            <a:prstGeom prst="line">
              <a:avLst/>
            </a:prstGeom>
            <a:ln w="28575">
              <a:solidFill>
                <a:srgbClr val="40D096">
                  <a:lumMod val="20000"/>
                  <a:lumOff val="80000"/>
                </a:srgbClr>
              </a:solidFill>
            </a:ln>
          </p:spPr>
          <p:style>
            <a:lnRef idx="1">
              <a:srgbClr val="2CBEBB"/>
            </a:lnRef>
            <a:fillRef idx="0">
              <a:srgbClr val="2CBEBB"/>
            </a:fillRef>
            <a:effectRef idx="0">
              <a:srgbClr val="2CBEBB"/>
            </a:effectRef>
            <a:fontRef idx="minor">
              <a:srgbClr val="5F5F5F"/>
            </a:fontRef>
          </p:style>
        </p:cxnSp>
        <p:sp>
          <p:nvSpPr>
            <p:cNvPr id="32" name="文本框 31"/>
            <p:cNvSpPr txBox="1"/>
            <p:nvPr>
              <p:custDataLst>
                <p:tags r:id="rId14"/>
              </p:custDataLst>
            </p:nvPr>
          </p:nvSpPr>
          <p:spPr>
            <a:xfrm>
              <a:off x="3122883" y="3138614"/>
              <a:ext cx="3233145" cy="1089305"/>
            </a:xfrm>
            <a:prstGeom prst="rect">
              <a:avLst/>
            </a:prstGeom>
            <a:noFill/>
          </p:spPr>
          <p:txBody>
            <a:bodyPr wrap="square" rtlCol="0" anchor="ctr" anchorCtr="0">
              <a:normAutofit/>
            </a:bodyPr>
            <a:lstStyle/>
            <a:p>
              <a:pPr algn="l">
                <a:lnSpc>
                  <a:spcPct val="120000"/>
                </a:lnSpc>
              </a:pPr>
              <a:r>
                <a:rPr lang="zh-CN" altLang="en-US" sz="1600">
                  <a:latin typeface="+mn-ea"/>
                  <a:ea typeface="+mn-ea"/>
                </a:rPr>
                <a:t>判断条件是否满足</a:t>
              </a:r>
              <a:endParaRPr lang="zh-CN" altLang="en-US" sz="1600">
                <a:latin typeface="+mn-ea"/>
                <a:ea typeface="+mn-ea"/>
              </a:endParaRPr>
            </a:p>
          </p:txBody>
        </p:sp>
      </p:grpSp>
      <p:grpSp>
        <p:nvGrpSpPr>
          <p:cNvPr id="33" name="组合 32"/>
          <p:cNvGrpSpPr/>
          <p:nvPr>
            <p:custDataLst>
              <p:tags r:id="rId15"/>
            </p:custDataLst>
          </p:nvPr>
        </p:nvGrpSpPr>
        <p:grpSpPr>
          <a:xfrm>
            <a:off x="4465320" y="3582670"/>
            <a:ext cx="3537585" cy="732155"/>
            <a:chOff x="1736939" y="4516720"/>
            <a:chExt cx="6022398" cy="1120736"/>
          </a:xfrm>
        </p:grpSpPr>
        <p:sp>
          <p:nvSpPr>
            <p:cNvPr id="34" name="任意多边形 33"/>
            <p:cNvSpPr/>
            <p:nvPr>
              <p:custDataLst>
                <p:tags r:id="rId16"/>
              </p:custDataLst>
            </p:nvPr>
          </p:nvSpPr>
          <p:spPr>
            <a:xfrm>
              <a:off x="1736939" y="4516720"/>
              <a:ext cx="1120736" cy="1120736"/>
            </a:xfrm>
            <a:custGeom>
              <a:avLst/>
              <a:gdLst>
                <a:gd name="connsiteX0" fmla="*/ 560368 w 1120736"/>
                <a:gd name="connsiteY0" fmla="*/ 0 h 1120736"/>
                <a:gd name="connsiteX1" fmla="*/ 1120736 w 1120736"/>
                <a:gd name="connsiteY1" fmla="*/ 560368 h 1120736"/>
                <a:gd name="connsiteX2" fmla="*/ 560368 w 1120736"/>
                <a:gd name="connsiteY2" fmla="*/ 1120736 h 1120736"/>
                <a:gd name="connsiteX3" fmla="*/ 0 w 1120736"/>
                <a:gd name="connsiteY3" fmla="*/ 560368 h 1120736"/>
              </a:gdLst>
              <a:ahLst/>
              <a:cxnLst>
                <a:cxn ang="0">
                  <a:pos x="connsiteX0" y="connsiteY0"/>
                </a:cxn>
                <a:cxn ang="0">
                  <a:pos x="connsiteX1" y="connsiteY1"/>
                </a:cxn>
                <a:cxn ang="0">
                  <a:pos x="connsiteX2" y="connsiteY2"/>
                </a:cxn>
                <a:cxn ang="0">
                  <a:pos x="connsiteX3" y="connsiteY3"/>
                </a:cxn>
              </a:cxnLst>
              <a:rect l="l" t="t" r="r" b="b"/>
              <a:pathLst>
                <a:path w="1120736" h="1120736">
                  <a:moveTo>
                    <a:pt x="560368" y="0"/>
                  </a:moveTo>
                  <a:lnTo>
                    <a:pt x="1120736" y="560368"/>
                  </a:lnTo>
                  <a:lnTo>
                    <a:pt x="560368" y="1120736"/>
                  </a:lnTo>
                  <a:lnTo>
                    <a:pt x="0" y="560368"/>
                  </a:lnTo>
                  <a:close/>
                </a:path>
              </a:pathLst>
            </a:custGeom>
            <a:solidFill>
              <a:srgbClr val="CAD40A"/>
            </a:solidFill>
            <a:ln>
              <a:noFill/>
            </a:ln>
          </p:spPr>
          <p:style>
            <a:lnRef idx="2">
              <a:srgbClr val="2CBEBB">
                <a:shade val="50000"/>
              </a:srgbClr>
            </a:lnRef>
            <a:fillRef idx="1">
              <a:srgbClr val="2CBEBB"/>
            </a:fillRef>
            <a:effectRef idx="0">
              <a:srgbClr val="2CBEBB"/>
            </a:effectRef>
            <a:fontRef idx="minor">
              <a:srgbClr val="FFFFFF"/>
            </a:fontRef>
          </p:style>
          <p:txBody>
            <a:bodyPr rtlCol="0" anchor="ctr" anchorCtr="0">
              <a:normAutofit/>
            </a:bodyPr>
            <a:lstStyle/>
            <a:p>
              <a:pPr algn="ctr"/>
              <a:r>
                <a:rPr lang="en-US" altLang="zh-CN" sz="2400" b="1" dirty="0">
                  <a:solidFill>
                    <a:srgbClr val="FFFFFF"/>
                  </a:solidFill>
                </a:rPr>
                <a:t>3</a:t>
              </a:r>
              <a:endParaRPr lang="zh-CN" altLang="en-US" sz="2400" b="1" dirty="0">
                <a:solidFill>
                  <a:srgbClr val="FFFFFF"/>
                </a:solidFill>
              </a:endParaRPr>
            </a:p>
          </p:txBody>
        </p:sp>
        <p:cxnSp>
          <p:nvCxnSpPr>
            <p:cNvPr id="35" name="直接连接符 34"/>
            <p:cNvCxnSpPr/>
            <p:nvPr>
              <p:custDataLst>
                <p:tags r:id="rId17"/>
              </p:custDataLst>
            </p:nvPr>
          </p:nvCxnSpPr>
          <p:spPr>
            <a:xfrm flipV="1">
              <a:off x="2017123" y="4516720"/>
              <a:ext cx="264944" cy="280184"/>
            </a:xfrm>
            <a:prstGeom prst="line">
              <a:avLst/>
            </a:prstGeom>
            <a:ln w="28575">
              <a:solidFill>
                <a:srgbClr val="CAD40A">
                  <a:lumMod val="20000"/>
                  <a:lumOff val="80000"/>
                </a:srgbClr>
              </a:solidFill>
            </a:ln>
          </p:spPr>
          <p:style>
            <a:lnRef idx="1">
              <a:srgbClr val="2CBEBB"/>
            </a:lnRef>
            <a:fillRef idx="0">
              <a:srgbClr val="2CBEBB"/>
            </a:fillRef>
            <a:effectRef idx="0">
              <a:srgbClr val="2CBEBB"/>
            </a:effectRef>
            <a:fontRef idx="minor">
              <a:srgbClr val="5F5F5F"/>
            </a:fontRef>
          </p:style>
        </p:cxnSp>
        <p:cxnSp>
          <p:nvCxnSpPr>
            <p:cNvPr id="36" name="直接连接符 35"/>
            <p:cNvCxnSpPr/>
            <p:nvPr>
              <p:custDataLst>
                <p:tags r:id="rId18"/>
              </p:custDataLst>
            </p:nvPr>
          </p:nvCxnSpPr>
          <p:spPr>
            <a:xfrm flipV="1">
              <a:off x="2297307" y="5357272"/>
              <a:ext cx="264944" cy="280184"/>
            </a:xfrm>
            <a:prstGeom prst="line">
              <a:avLst/>
            </a:prstGeom>
            <a:ln w="28575">
              <a:solidFill>
                <a:srgbClr val="CAD40A">
                  <a:lumMod val="20000"/>
                  <a:lumOff val="80000"/>
                </a:srgbClr>
              </a:solidFill>
            </a:ln>
          </p:spPr>
          <p:style>
            <a:lnRef idx="1">
              <a:srgbClr val="2CBEBB"/>
            </a:lnRef>
            <a:fillRef idx="0">
              <a:srgbClr val="2CBEBB"/>
            </a:fillRef>
            <a:effectRef idx="0">
              <a:srgbClr val="2CBEBB"/>
            </a:effectRef>
            <a:fontRef idx="minor">
              <a:srgbClr val="5F5F5F"/>
            </a:fontRef>
          </p:style>
        </p:cxnSp>
        <p:cxnSp>
          <p:nvCxnSpPr>
            <p:cNvPr id="37" name="直接连接符 36"/>
            <p:cNvCxnSpPr/>
            <p:nvPr>
              <p:custDataLst>
                <p:tags r:id="rId19"/>
              </p:custDataLst>
            </p:nvPr>
          </p:nvCxnSpPr>
          <p:spPr>
            <a:xfrm rot="16200000" flipV="1">
              <a:off x="2585111" y="4789284"/>
              <a:ext cx="264944" cy="280184"/>
            </a:xfrm>
            <a:prstGeom prst="line">
              <a:avLst/>
            </a:prstGeom>
            <a:ln w="28575">
              <a:solidFill>
                <a:srgbClr val="CAD40A">
                  <a:lumMod val="20000"/>
                  <a:lumOff val="80000"/>
                </a:srgbClr>
              </a:solidFill>
            </a:ln>
          </p:spPr>
          <p:style>
            <a:lnRef idx="1">
              <a:srgbClr val="2CBEBB"/>
            </a:lnRef>
            <a:fillRef idx="0">
              <a:srgbClr val="2CBEBB"/>
            </a:fillRef>
            <a:effectRef idx="0">
              <a:srgbClr val="2CBEBB"/>
            </a:effectRef>
            <a:fontRef idx="minor">
              <a:srgbClr val="5F5F5F"/>
            </a:fontRef>
          </p:style>
        </p:cxnSp>
        <p:cxnSp>
          <p:nvCxnSpPr>
            <p:cNvPr id="38" name="直接连接符 37"/>
            <p:cNvCxnSpPr/>
            <p:nvPr>
              <p:custDataLst>
                <p:tags r:id="rId20"/>
              </p:custDataLst>
            </p:nvPr>
          </p:nvCxnSpPr>
          <p:spPr>
            <a:xfrm rot="16200000" flipV="1">
              <a:off x="1744559" y="5084708"/>
              <a:ext cx="264944" cy="280184"/>
            </a:xfrm>
            <a:prstGeom prst="line">
              <a:avLst/>
            </a:prstGeom>
            <a:ln w="28575">
              <a:solidFill>
                <a:srgbClr val="CAD40A">
                  <a:lumMod val="20000"/>
                  <a:lumOff val="80000"/>
                </a:srgbClr>
              </a:solidFill>
            </a:ln>
          </p:spPr>
          <p:style>
            <a:lnRef idx="1">
              <a:srgbClr val="2CBEBB"/>
            </a:lnRef>
            <a:fillRef idx="0">
              <a:srgbClr val="2CBEBB"/>
            </a:fillRef>
            <a:effectRef idx="0">
              <a:srgbClr val="2CBEBB"/>
            </a:effectRef>
            <a:fontRef idx="minor">
              <a:srgbClr val="5F5F5F"/>
            </a:fontRef>
          </p:style>
        </p:cxnSp>
        <p:sp>
          <p:nvSpPr>
            <p:cNvPr id="39" name="文本框 38"/>
            <p:cNvSpPr txBox="1"/>
            <p:nvPr>
              <p:custDataLst>
                <p:tags r:id="rId21"/>
              </p:custDataLst>
            </p:nvPr>
          </p:nvSpPr>
          <p:spPr>
            <a:xfrm>
              <a:off x="3122619" y="4532323"/>
              <a:ext cx="4636718" cy="1089529"/>
            </a:xfrm>
            <a:prstGeom prst="rect">
              <a:avLst/>
            </a:prstGeom>
            <a:noFill/>
          </p:spPr>
          <p:txBody>
            <a:bodyPr wrap="square" rtlCol="0" anchor="ctr" anchorCtr="0">
              <a:noAutofit/>
            </a:bodyPr>
            <a:lstStyle/>
            <a:p>
              <a:pPr algn="l">
                <a:lnSpc>
                  <a:spcPct val="120000"/>
                </a:lnSpc>
              </a:pPr>
              <a:r>
                <a:rPr lang="zh-CN" altLang="en-US" sz="1600">
                  <a:latin typeface="+mn-ea"/>
                  <a:ea typeface="+mn-ea"/>
                </a:rPr>
                <a:t>根据判断结果决定后续步骤</a:t>
              </a:r>
              <a:endParaRPr lang="zh-CN" altLang="en-US" sz="1600">
                <a:latin typeface="+mn-ea"/>
                <a:ea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blinds(horizontal)">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blinds(horizontal)">
                                      <p:cBhvr>
                                        <p:cTn id="2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标题 1"/>
          <p:cNvSpPr>
            <a:spLocks noGrp="1"/>
          </p:cNvSpPr>
          <p:nvPr>
            <p:ph type="title"/>
          </p:nvPr>
        </p:nvSpPr>
        <p:spPr>
          <a:ln>
            <a:noFill/>
          </a:ln>
        </p:spPr>
        <p:txBody>
          <a:bodyPr wrap="square" anchor="t">
            <a:spAutoFit/>
          </a:bodyPr>
          <a:lstStyle/>
          <a:p>
            <a:r>
              <a:rPr lang="zh-CN" altLang="en-US" kern="1200" dirty="0">
                <a:solidFill>
                  <a:srgbClr val="0070C0"/>
                </a:solidFill>
                <a:latin typeface="+mj-lt"/>
                <a:ea typeface="+mj-ea"/>
                <a:cs typeface="+mj-cs"/>
                <a:sym typeface="微软雅黑" panose="020B0503020204020204" pitchFamily="34" charset="-122"/>
              </a:rPr>
              <a:t>为什么使用选择结构</a:t>
            </a:r>
            <a:endParaRPr lang="zh-CN" altLang="en-US" kern="1200" dirty="0">
              <a:solidFill>
                <a:srgbClr val="0070C0"/>
              </a:solidFill>
              <a:latin typeface="+mj-lt"/>
              <a:ea typeface="+mj-ea"/>
              <a:cs typeface="+mj-cs"/>
              <a:sym typeface="Browallia New" panose="020B0604020202020204" charset="0"/>
            </a:endParaRPr>
          </a:p>
        </p:txBody>
      </p:sp>
      <p:sp>
        <p:nvSpPr>
          <p:cNvPr id="20" name="AutoShape 10"/>
          <p:cNvSpPr>
            <a:spLocks noChangeArrowheads="1"/>
          </p:cNvSpPr>
          <p:nvPr/>
        </p:nvSpPr>
        <p:spPr bwMode="auto">
          <a:xfrm>
            <a:off x="1456690" y="929719"/>
            <a:ext cx="5779135" cy="408148"/>
          </a:xfrm>
          <a:prstGeom prst="roundRect">
            <a:avLst>
              <a:gd name="adj" fmla="val 16667"/>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wrap="square" anchor="ctr" anchorCtr="0">
            <a:spAutoFit/>
          </a:bodyPr>
          <a:lstStyle/>
          <a:p>
            <a:pPr marL="0" lvl="1" indent="-285750" algn="l" eaLnBrk="0" hangingPunct="0">
              <a:spcBef>
                <a:spcPct val="20000"/>
              </a:spcBef>
              <a:buClr>
                <a:srgbClr val="233DA9"/>
              </a:buClr>
              <a:buSzPct val="80000"/>
              <a:defRPr/>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选择（条件）逻辑是非常常见的</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程序逻辑功能</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3" name="图片 12"/>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7380575" y="2931790"/>
            <a:ext cx="956945" cy="1497965"/>
          </a:xfrm>
          <a:prstGeom prst="rect">
            <a:avLst/>
          </a:prstGeom>
        </p:spPr>
      </p:pic>
      <p:sp>
        <p:nvSpPr>
          <p:cNvPr id="19" name="圆角矩形 18"/>
          <p:cNvSpPr/>
          <p:nvPr/>
        </p:nvSpPr>
        <p:spPr bwMode="auto">
          <a:xfrm>
            <a:off x="7380312" y="4429869"/>
            <a:ext cx="864096" cy="432048"/>
          </a:xfrm>
          <a:prstGeom prst="roundRect">
            <a:avLst/>
          </a:prstGeom>
          <a:solidFill>
            <a:srgbClr val="FF0000"/>
          </a:solidFill>
          <a:ln w="9525" cap="flat" cmpd="sng" algn="ctr">
            <a:noFill/>
            <a:prstDash val="solid"/>
            <a:round/>
            <a:headEnd type="none" w="med" len="med"/>
            <a:tailEnd type="none" w="med" len="med"/>
          </a:ln>
          <a:effectLst>
            <a:glow rad="139700">
              <a:schemeClr val="accent2">
                <a:satMod val="175000"/>
                <a:alpha val="40000"/>
              </a:schemeClr>
            </a:glow>
            <a:outerShdw blurRad="76200" dist="12700" dir="2700000" sy="-23000" kx="-800400" algn="bl" rotWithShape="0">
              <a:prstClr val="black">
                <a:alpha val="57000"/>
              </a:prstClr>
            </a:outerShdw>
          </a:effectLst>
        </p:spPr>
        <p:txBody>
          <a:bodyPr vert="horz" wrap="square" lIns="91440" tIns="45720" rIns="91440" bIns="45720" numCol="1" rtlCol="0" anchor="t" anchorCtr="0" compatLnSpc="1"/>
          <a:lstStyle/>
          <a:p>
            <a:pPr marL="0" marR="0" indent="0"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p:txBody>
      </p:sp>
      <p:sp>
        <p:nvSpPr>
          <p:cNvPr id="2" name="AutoShape 10"/>
          <p:cNvSpPr>
            <a:spLocks noChangeArrowheads="1"/>
          </p:cNvSpPr>
          <p:nvPr/>
        </p:nvSpPr>
        <p:spPr bwMode="auto">
          <a:xfrm>
            <a:off x="1456690" y="1774903"/>
            <a:ext cx="5779770" cy="408148"/>
          </a:xfrm>
          <a:prstGeom prst="roundRect">
            <a:avLst>
              <a:gd name="adj" fmla="val 16667"/>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wrap="square" anchor="ctr" anchorCtr="0">
            <a:spAutoFit/>
          </a:bodyPr>
          <a:lstStyle/>
          <a:p>
            <a:pPr marL="0" lvl="1" indent="-285750" algn="l" eaLnBrk="0" fontAlgn="base" hangingPunct="0">
              <a:spcBef>
                <a:spcPct val="20000"/>
              </a:spcBef>
              <a:buClr>
                <a:srgbClr val="233DA9"/>
              </a:buClr>
              <a:buSzPct val="80000"/>
              <a:defRPr/>
            </a:pPr>
            <a:r>
              <a:rPr lang="zh-CN" altLang="en-US" sz="1800" strike="noStrike" kern="0" noProof="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选择结构是组成程序的重要基本控制结构之一</a:t>
            </a:r>
            <a:endParaRPr lang="zh-CN" altLang="en-US" sz="1800" strike="noStrike" kern="0" noProof="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8" name="组合 41"/>
          <p:cNvGrpSpPr/>
          <p:nvPr/>
        </p:nvGrpSpPr>
        <p:grpSpPr>
          <a:xfrm>
            <a:off x="3462338" y="2275840"/>
            <a:ext cx="1701800" cy="1539875"/>
            <a:chOff x="0" y="0"/>
            <a:chExt cx="1935848" cy="1751017"/>
          </a:xfrm>
        </p:grpSpPr>
        <p:grpSp>
          <p:nvGrpSpPr>
            <p:cNvPr id="122894" name="Group 6"/>
            <p:cNvGrpSpPr/>
            <p:nvPr/>
          </p:nvGrpSpPr>
          <p:grpSpPr>
            <a:xfrm>
              <a:off x="80986" y="0"/>
              <a:ext cx="1753450" cy="1751017"/>
              <a:chOff x="0" y="0"/>
              <a:chExt cx="1801" cy="1801"/>
            </a:xfrm>
          </p:grpSpPr>
          <p:sp>
            <p:nvSpPr>
              <p:cNvPr id="122895" name="Oval 7"/>
              <p:cNvSpPr/>
              <p:nvPr/>
            </p:nvSpPr>
            <p:spPr>
              <a:xfrm>
                <a:off x="0" y="0"/>
                <a:ext cx="1801" cy="1801"/>
              </a:xfrm>
              <a:prstGeom prst="ellipse">
                <a:avLst/>
              </a:prstGeom>
            </p:spPr>
            <p:style>
              <a:lnRef idx="0">
                <a:schemeClr val="accent5"/>
              </a:lnRef>
              <a:fillRef idx="3">
                <a:schemeClr val="accent5"/>
              </a:fillRef>
              <a:effectRef idx="3">
                <a:schemeClr val="accent5"/>
              </a:effectRef>
              <a:fontRef idx="minor">
                <a:schemeClr val="lt1"/>
              </a:fontRef>
            </p:style>
            <p:txBody>
              <a:bodyPr anchor="t"/>
              <a:lstStyle/>
              <a:p>
                <a:endParaRPr lang="zh-CN" altLang="zh-CN" sz="2000">
                  <a:solidFill>
                    <a:srgbClr val="0070C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2896" name="Oval 8"/>
              <p:cNvSpPr/>
              <p:nvPr/>
            </p:nvSpPr>
            <p:spPr>
              <a:xfrm>
                <a:off x="122" y="122"/>
                <a:ext cx="1556" cy="1556"/>
              </a:xfrm>
              <a:prstGeom prst="ellipse">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anchor="t"/>
              <a:lstStyle/>
              <a:p>
                <a:endParaRPr lang="zh-CN" altLang="zh-CN" sz="2000">
                  <a:solidFill>
                    <a:srgbClr val="0070C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22897" name="Text Box 9"/>
            <p:cNvSpPr/>
            <p:nvPr/>
          </p:nvSpPr>
          <p:spPr>
            <a:xfrm>
              <a:off x="0" y="627060"/>
              <a:ext cx="1935848" cy="620153"/>
            </a:xfrm>
            <a:prstGeom prst="rect">
              <a:avLst/>
            </a:prstGeom>
          </p:spPr>
          <p:style>
            <a:lnRef idx="0">
              <a:schemeClr val="accent5"/>
            </a:lnRef>
            <a:fillRef idx="3">
              <a:schemeClr val="accent5"/>
            </a:fillRef>
            <a:effectRef idx="3">
              <a:schemeClr val="accent5"/>
            </a:effectRef>
            <a:fontRef idx="minor">
              <a:schemeClr val="lt1"/>
            </a:fontRef>
          </p:style>
          <p:txBody>
            <a:bodyPr anchor="t"/>
            <a:lstStyle/>
            <a:p>
              <a:pPr algn="ctr"/>
              <a:r>
                <a:rPr lang="zh-CN" altLang="en-US" sz="2000" b="1" dirty="0">
                  <a:solidFill>
                    <a:srgbClr val="FF0000"/>
                  </a:solidFill>
                  <a:latin typeface="Arial" panose="020B0604020202020204" pitchFamily="34" charset="0"/>
                </a:rPr>
                <a:t>选择结构</a:t>
              </a:r>
              <a:endParaRPr lang="zh-CN" altLang="en-US" sz="2000" b="1" dirty="0">
                <a:solidFill>
                  <a:srgbClr val="FF0000"/>
                </a:solidFill>
                <a:latin typeface="Arial" panose="020B0604020202020204" pitchFamily="34" charset="0"/>
              </a:endParaRPr>
            </a:p>
          </p:txBody>
        </p:sp>
      </p:grpSp>
      <p:sp>
        <p:nvSpPr>
          <p:cNvPr id="3" name="AutoShape 10"/>
          <p:cNvSpPr>
            <a:spLocks noChangeArrowheads="1"/>
          </p:cNvSpPr>
          <p:nvPr/>
        </p:nvSpPr>
        <p:spPr bwMode="auto">
          <a:xfrm>
            <a:off x="2713037" y="4132447"/>
            <a:ext cx="3266440" cy="408623"/>
          </a:xfrm>
          <a:prstGeom prst="roundRect">
            <a:avLst>
              <a:gd name="adj" fmla="val 16667"/>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wrap="square" anchor="ctr" anchorCtr="0">
            <a:spAutoFit/>
          </a:bodyPr>
          <a:lstStyle/>
          <a:p>
            <a:pPr fontAlgn="base">
              <a:buFont typeface="Wingdings" panose="05000000000000000000" pitchFamily="2" charset="2"/>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选择结构实现程序的条件逻辑</a:t>
            </a:r>
            <a:endParaRPr lang="zh-CN" altLang="en-US" sz="1800" strike="noStrike" kern="0" noProof="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ppt_x</p:attrName>
                                        </p:attrNameLst>
                                      </p:cBhvr>
                                      <p:tavLst>
                                        <p:tav tm="0">
                                          <p:val>
                                            <p:strVal val="0-#ppt_w/2"/>
                                          </p:val>
                                        </p:tav>
                                        <p:tav tm="100000">
                                          <p:val>
                                            <p:strVal val="#ppt_x"/>
                                          </p:val>
                                        </p:tav>
                                      </p:tavLst>
                                    </p:anim>
                                    <p:anim calcmode="lin" valueType="num">
                                      <p:cBhvr>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500"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ppt_x</p:attrName>
                                        </p:attrNameLst>
                                      </p:cBhvr>
                                      <p:tavLst>
                                        <p:tav tm="0">
                                          <p:val>
                                            <p:strVal val="0-#ppt_w/2"/>
                                          </p:val>
                                        </p:tav>
                                        <p:tav tm="100000">
                                          <p:val>
                                            <p:strVal val="#ppt_x"/>
                                          </p:val>
                                        </p:tav>
                                      </p:tavLst>
                                    </p:anim>
                                    <p:anim calcmode="lin" valueType="num">
                                      <p:cBhvr>
                                        <p:cTn id="14" dur="500" fill="hold"/>
                                        <p:tgtEl>
                                          <p:spTgt spid="2"/>
                                        </p:tgtEl>
                                        <p:attrNameLst>
                                          <p:attrName>ppt_y</p:attrName>
                                        </p:attrNameLst>
                                      </p:cBhvr>
                                      <p:tavLst>
                                        <p:tav tm="0">
                                          <p:val>
                                            <p:strVal val="#ppt_y"/>
                                          </p:val>
                                        </p:tav>
                                        <p:tav tm="100000">
                                          <p:val>
                                            <p:strVal val="#ppt_y"/>
                                          </p:val>
                                        </p:tav>
                                      </p:tavLst>
                                    </p:anim>
                                  </p:childTnLst>
                                </p:cTn>
                              </p:par>
                              <p:par>
                                <p:cTn id="15" presetID="3" presetClass="entr" presetSubtype="1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blinds(horizontal)">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left)">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500" fill="hold">
                                          <p:stCondLst>
                                            <p:cond delay="0"/>
                                          </p:stCondLst>
                                        </p:cTn>
                                        <p:tgtEl>
                                          <p:spTgt spid="3"/>
                                        </p:tgtEl>
                                        <p:attrNameLst>
                                          <p:attrName>style.visibility</p:attrName>
                                        </p:attrNameLst>
                                      </p:cBhvr>
                                      <p:to>
                                        <p:strVal val="visible"/>
                                      </p:to>
                                    </p:set>
                                    <p:anim calcmode="lin" valueType="num">
                                      <p:cBhvr>
                                        <p:cTn id="30" dur="500" fill="hold"/>
                                        <p:tgtEl>
                                          <p:spTgt spid="3"/>
                                        </p:tgtEl>
                                        <p:attrNameLst>
                                          <p:attrName>ppt_x</p:attrName>
                                        </p:attrNameLst>
                                      </p:cBhvr>
                                      <p:tavLst>
                                        <p:tav tm="0">
                                          <p:val>
                                            <p:strVal val="0-#ppt_w/2"/>
                                          </p:val>
                                        </p:tav>
                                        <p:tav tm="100000">
                                          <p:val>
                                            <p:strVal val="#ppt_x"/>
                                          </p:val>
                                        </p:tav>
                                      </p:tavLst>
                                    </p:anim>
                                    <p:anim calcmode="lin" valueType="num">
                                      <p:cBhvr>
                                        <p:cTn id="31"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19" grpId="0" bldLvl="0" animBg="1"/>
      <p:bldP spid="2" grpId="0" bldLvl="0" animBg="1"/>
      <p:bldP spid="3"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标题 1"/>
          <p:cNvSpPr>
            <a:spLocks noGrp="1"/>
          </p:cNvSpPr>
          <p:nvPr>
            <p:ph type="title"/>
          </p:nvPr>
        </p:nvSpPr>
        <p:spPr>
          <a:xfrm>
            <a:off x="2195513" y="141288"/>
            <a:ext cx="6769100" cy="368300"/>
          </a:xfrm>
          <a:ln>
            <a:noFill/>
          </a:ln>
        </p:spPr>
        <p:txBody>
          <a:bodyPr wrap="square" anchor="t">
            <a:spAutoFit/>
          </a:bodyPr>
          <a:lstStyle/>
          <a:p>
            <a:r>
              <a:rPr lang="zh-CN" altLang="en-US" dirty="0">
                <a:latin typeface="+mn-ea"/>
                <a:ea typeface="+mn-ea"/>
              </a:rPr>
              <a:t>什么是选择结构</a:t>
            </a:r>
            <a:endParaRPr lang="en-US" altLang="zh-CN" kern="1200" dirty="0">
              <a:solidFill>
                <a:srgbClr val="0070C0"/>
              </a:solidFill>
              <a:latin typeface="+mn-ea"/>
              <a:ea typeface="+mn-ea"/>
              <a:sym typeface="Browallia New" panose="020B0604020202020204" charset="0"/>
            </a:endParaRPr>
          </a:p>
        </p:txBody>
      </p:sp>
      <p:sp>
        <p:nvSpPr>
          <p:cNvPr id="2" name="椭圆 1"/>
          <p:cNvSpPr/>
          <p:nvPr/>
        </p:nvSpPr>
        <p:spPr>
          <a:xfrm>
            <a:off x="114300" y="1906588"/>
            <a:ext cx="998538" cy="105568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en-US" altLang="zh-CN" sz="2000" b="1" strike="noStrike" noProof="1">
              <a:solidFill>
                <a:schemeClr val="accent1"/>
              </a:solidFill>
              <a:latin typeface="+mn-ea"/>
            </a:endParaRPr>
          </a:p>
          <a:p>
            <a:r>
              <a:rPr lang="zh-CN" altLang="en-US" sz="2000" b="1" noProof="1">
                <a:solidFill>
                  <a:schemeClr val="accent1"/>
                </a:solidFill>
                <a:latin typeface="+mn-ea"/>
              </a:rPr>
              <a:t>选择结构</a:t>
            </a:r>
            <a:endParaRPr lang="en-US" altLang="zh-CN" sz="2000" b="1" strike="noStrike" noProof="1">
              <a:solidFill>
                <a:schemeClr val="accent1"/>
              </a:solidFill>
              <a:latin typeface="+mn-ea"/>
            </a:endParaRPr>
          </a:p>
          <a:p>
            <a:pPr algn="ctr" fontAlgn="base"/>
            <a:endParaRPr lang="en-US" altLang="zh-CN" sz="2000" b="1" strike="noStrike" noProof="1">
              <a:solidFill>
                <a:schemeClr val="accent1"/>
              </a:solidFill>
              <a:latin typeface="+mn-ea"/>
            </a:endParaRPr>
          </a:p>
        </p:txBody>
      </p:sp>
      <p:sp>
        <p:nvSpPr>
          <p:cNvPr id="16" name="Text Box 14"/>
          <p:cNvSpPr txBox="1"/>
          <p:nvPr/>
        </p:nvSpPr>
        <p:spPr>
          <a:xfrm>
            <a:off x="-315912" y="1492250"/>
            <a:ext cx="1857375" cy="368300"/>
          </a:xfrm>
          <a:prstGeom prst="rect">
            <a:avLst/>
          </a:prstGeom>
          <a:noFill/>
          <a:ln w="9525">
            <a:noFill/>
          </a:ln>
        </p:spPr>
        <p:txBody>
          <a:bodyPr wrap="square" anchor="t">
            <a:spAutoFit/>
          </a:bodyPr>
          <a:lstStyle/>
          <a:p>
            <a:pPr algn="ctr"/>
            <a:r>
              <a:rPr lang="zh-CN" altLang="en-US" dirty="0">
                <a:solidFill>
                  <a:srgbClr val="FF0000"/>
                </a:solidFill>
                <a:latin typeface="+mn-ea"/>
                <a:ea typeface="+mn-ea"/>
              </a:rPr>
              <a:t>被定义项</a:t>
            </a:r>
            <a:endParaRPr lang="zh-CN" altLang="en-US" dirty="0">
              <a:solidFill>
                <a:srgbClr val="FF0000"/>
              </a:solidFill>
              <a:latin typeface="+mn-ea"/>
              <a:ea typeface="+mn-ea"/>
            </a:endParaRPr>
          </a:p>
        </p:txBody>
      </p:sp>
      <p:sp>
        <p:nvSpPr>
          <p:cNvPr id="11" name="Text Box 8"/>
          <p:cNvSpPr txBox="1"/>
          <p:nvPr/>
        </p:nvSpPr>
        <p:spPr>
          <a:xfrm>
            <a:off x="1292225" y="1492250"/>
            <a:ext cx="2041525" cy="368300"/>
          </a:xfrm>
          <a:prstGeom prst="rect">
            <a:avLst/>
          </a:prstGeom>
          <a:noFill/>
          <a:ln w="9525">
            <a:noFill/>
          </a:ln>
        </p:spPr>
        <p:txBody>
          <a:bodyPr wrap="square" anchor="t">
            <a:spAutoFit/>
          </a:bodyPr>
          <a:lstStyle/>
          <a:p>
            <a:pPr algn="ctr"/>
            <a:r>
              <a:rPr lang="zh-CN" altLang="en-US" dirty="0">
                <a:solidFill>
                  <a:srgbClr val="FF0000"/>
                </a:solidFill>
                <a:latin typeface="+mn-ea"/>
                <a:ea typeface="+mn-ea"/>
              </a:rPr>
              <a:t>临近的属</a:t>
            </a:r>
            <a:endParaRPr lang="zh-CN" altLang="en-US" dirty="0">
              <a:solidFill>
                <a:srgbClr val="FF0000"/>
              </a:solidFill>
              <a:latin typeface="+mn-ea"/>
              <a:ea typeface="+mn-ea"/>
            </a:endParaRPr>
          </a:p>
        </p:txBody>
      </p:sp>
      <p:sp>
        <p:nvSpPr>
          <p:cNvPr id="3" name="椭圆 2"/>
          <p:cNvSpPr/>
          <p:nvPr/>
        </p:nvSpPr>
        <p:spPr>
          <a:xfrm>
            <a:off x="1706563" y="1860550"/>
            <a:ext cx="998538" cy="105568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noProof="1">
                <a:solidFill>
                  <a:schemeClr val="accent1"/>
                </a:solidFill>
                <a:latin typeface="+mn-ea"/>
              </a:rPr>
              <a:t>程序控制结构</a:t>
            </a:r>
            <a:endParaRPr lang="zh-CN" altLang="en-US" sz="2000" b="1" noProof="1">
              <a:solidFill>
                <a:schemeClr val="accent1"/>
              </a:solidFill>
              <a:latin typeface="+mn-ea"/>
            </a:endParaRPr>
          </a:p>
        </p:txBody>
      </p:sp>
      <p:sp>
        <p:nvSpPr>
          <p:cNvPr id="14" name="Text Box 12"/>
          <p:cNvSpPr txBox="1"/>
          <p:nvPr/>
        </p:nvSpPr>
        <p:spPr>
          <a:xfrm>
            <a:off x="5346700" y="1492250"/>
            <a:ext cx="1771650" cy="368300"/>
          </a:xfrm>
          <a:prstGeom prst="rect">
            <a:avLst/>
          </a:prstGeom>
          <a:noFill/>
          <a:ln w="9525">
            <a:noFill/>
          </a:ln>
        </p:spPr>
        <p:txBody>
          <a:bodyPr wrap="square" anchor="t">
            <a:spAutoFit/>
          </a:bodyPr>
          <a:lstStyle/>
          <a:p>
            <a:pPr algn="ctr"/>
            <a:r>
              <a:rPr lang="zh-CN" altLang="en-US" dirty="0">
                <a:solidFill>
                  <a:srgbClr val="FF0000"/>
                </a:solidFill>
                <a:latin typeface="+mn-ea"/>
                <a:ea typeface="+mn-ea"/>
              </a:rPr>
              <a:t>种差（内涵</a:t>
            </a:r>
            <a:r>
              <a:rPr lang="en-US" altLang="zh-CN" dirty="0">
                <a:solidFill>
                  <a:srgbClr val="FF0000"/>
                </a:solidFill>
                <a:latin typeface="+mn-ea"/>
                <a:ea typeface="+mn-ea"/>
              </a:rPr>
              <a:t>)</a:t>
            </a:r>
            <a:endParaRPr lang="en-US" altLang="zh-CN" dirty="0">
              <a:solidFill>
                <a:srgbClr val="FF0000"/>
              </a:solidFill>
              <a:latin typeface="+mn-ea"/>
              <a:ea typeface="+mn-ea"/>
            </a:endParaRPr>
          </a:p>
        </p:txBody>
      </p:sp>
      <p:grpSp>
        <p:nvGrpSpPr>
          <p:cNvPr id="4" name="组合 3"/>
          <p:cNvGrpSpPr/>
          <p:nvPr/>
        </p:nvGrpSpPr>
        <p:grpSpPr>
          <a:xfrm>
            <a:off x="4937125" y="1983740"/>
            <a:ext cx="4253865" cy="977900"/>
            <a:chOff x="4304043" y="1286668"/>
            <a:chExt cx="3837944" cy="2757793"/>
          </a:xfrm>
          <a:effectLst>
            <a:outerShdw blurRad="381000" dist="254000" dir="8100000" algn="tr" rotWithShape="0">
              <a:prstClr val="black">
                <a:alpha val="40000"/>
              </a:prstClr>
            </a:outerShdw>
          </a:effectLst>
        </p:grpSpPr>
        <p:sp>
          <p:nvSpPr>
            <p:cNvPr id="5" name="圆角矩形 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latin typeface="+mn-ea"/>
              </a:endParaRPr>
            </a:p>
          </p:txBody>
        </p:sp>
        <p:sp>
          <p:nvSpPr>
            <p:cNvPr id="6" name="圆角矩形 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latin typeface="+mn-ea"/>
              </a:endParaRPr>
            </a:p>
          </p:txBody>
        </p:sp>
      </p:grpSp>
      <p:sp>
        <p:nvSpPr>
          <p:cNvPr id="7" name="TextBox 22"/>
          <p:cNvSpPr txBox="1"/>
          <p:nvPr/>
        </p:nvSpPr>
        <p:spPr>
          <a:xfrm>
            <a:off x="5076825" y="2101850"/>
            <a:ext cx="4113213" cy="535495"/>
          </a:xfrm>
          <a:prstGeom prst="rect">
            <a:avLst/>
          </a:prstGeom>
          <a:noFill/>
          <a:ln w="9525">
            <a:noFill/>
          </a:ln>
        </p:spPr>
        <p:txBody>
          <a:bodyPr wrap="square" lIns="91405" tIns="45702" rIns="91405" bIns="45702" anchor="t">
            <a:spAutoFit/>
          </a:bodyPr>
          <a:lstStyle/>
          <a:p>
            <a:pPr>
              <a:lnSpc>
                <a:spcPct val="120000"/>
              </a:lnSpc>
            </a:pPr>
            <a:r>
              <a:rPr lang="zh-CN" altLang="en-US" sz="1200" dirty="0">
                <a:solidFill>
                  <a:srgbClr val="262626"/>
                </a:solidFill>
                <a:latin typeface="+mn-ea"/>
                <a:ea typeface="+mn-ea"/>
                <a:sym typeface="Calibri" panose="020F0502020204030204" pitchFamily="34" charset="0"/>
              </a:rPr>
              <a:t>1.</a:t>
            </a:r>
            <a:r>
              <a:rPr lang="zh-CN" altLang="en-US" sz="1200" dirty="0">
                <a:solidFill>
                  <a:srgbClr val="262626"/>
                </a:solidFill>
                <a:latin typeface="+mn-ea"/>
                <a:ea typeface="+mn-ea"/>
                <a:sym typeface="微软雅黑" panose="020B0503020204020204" pitchFamily="34" charset="-122"/>
              </a:rPr>
              <a:t>根据条件表达式的值选择相应的语句执行</a:t>
            </a:r>
            <a:endParaRPr lang="zh-CN" altLang="en-US" sz="1200" dirty="0">
              <a:solidFill>
                <a:srgbClr val="262626"/>
              </a:solidFill>
              <a:latin typeface="+mn-ea"/>
              <a:ea typeface="+mn-ea"/>
              <a:sym typeface="微软雅黑" panose="020B0503020204020204" pitchFamily="34" charset="-122"/>
            </a:endParaRPr>
          </a:p>
          <a:p>
            <a:pPr>
              <a:lnSpc>
                <a:spcPct val="120000"/>
              </a:lnSpc>
            </a:pPr>
            <a:endParaRPr lang="zh-CN" altLang="en-US" sz="1200" dirty="0">
              <a:solidFill>
                <a:srgbClr val="262626"/>
              </a:solidFill>
              <a:latin typeface="+mn-ea"/>
              <a:ea typeface="+mn-ea"/>
              <a:sym typeface="Calibri" panose="020F0502020204030204" pitchFamily="34" charset="0"/>
            </a:endParaRPr>
          </a:p>
        </p:txBody>
      </p:sp>
      <p:sp>
        <p:nvSpPr>
          <p:cNvPr id="10" name="文本框 9"/>
          <p:cNvSpPr txBox="1"/>
          <p:nvPr/>
        </p:nvSpPr>
        <p:spPr>
          <a:xfrm>
            <a:off x="1405255" y="3211520"/>
            <a:ext cx="7606570" cy="369332"/>
          </a:xfrm>
          <a:prstGeom prst="rect">
            <a:avLst/>
          </a:prstGeom>
          <a:noFill/>
        </p:spPr>
        <p:txBody>
          <a:bodyPr wrap="none" rtlCol="0">
            <a:spAutoFit/>
          </a:bodyPr>
          <a:lstStyle/>
          <a:p>
            <a:pPr algn="l"/>
            <a:r>
              <a:rPr lang="zh-CN" altLang="en-US" b="1" noProof="1">
                <a:latin typeface="+mn-ea"/>
                <a:ea typeface="+mn-ea"/>
              </a:rPr>
              <a:t>定义</a:t>
            </a:r>
            <a:r>
              <a:rPr lang="en-US" altLang="zh-CN" b="1" noProof="1">
                <a:latin typeface="+mn-ea"/>
                <a:ea typeface="+mn-ea"/>
              </a:rPr>
              <a:t>:</a:t>
            </a:r>
            <a:r>
              <a:rPr lang="zh-CN" altLang="en-US" b="1" noProof="1">
                <a:latin typeface="+mn-ea"/>
                <a:ea typeface="+mn-ea"/>
              </a:rPr>
              <a:t>选择结构是根据条件判断结果来决定程序执行流程的程序控制结构</a:t>
            </a:r>
            <a:endParaRPr lang="en-US" altLang="zh-CN" b="1" noProof="1">
              <a:latin typeface="+mn-ea"/>
              <a:ea typeface="+mn-ea"/>
            </a:endParaRPr>
          </a:p>
        </p:txBody>
      </p:sp>
      <p:sp>
        <p:nvSpPr>
          <p:cNvPr id="12" name="Text Box 8"/>
          <p:cNvSpPr txBox="1"/>
          <p:nvPr/>
        </p:nvSpPr>
        <p:spPr>
          <a:xfrm>
            <a:off x="2949575" y="1492250"/>
            <a:ext cx="2041525" cy="368300"/>
          </a:xfrm>
          <a:prstGeom prst="rect">
            <a:avLst/>
          </a:prstGeom>
          <a:noFill/>
          <a:ln w="9525">
            <a:noFill/>
          </a:ln>
        </p:spPr>
        <p:txBody>
          <a:bodyPr wrap="square" anchor="t">
            <a:spAutoFit/>
          </a:bodyPr>
          <a:lstStyle/>
          <a:p>
            <a:pPr algn="ctr"/>
            <a:r>
              <a:rPr lang="zh-CN" altLang="en-US" dirty="0">
                <a:solidFill>
                  <a:srgbClr val="FF0000"/>
                </a:solidFill>
                <a:latin typeface="+mn-ea"/>
                <a:ea typeface="+mn-ea"/>
              </a:rPr>
              <a:t>同属的其它种</a:t>
            </a:r>
            <a:endParaRPr lang="zh-CN" altLang="en-US" dirty="0">
              <a:solidFill>
                <a:srgbClr val="FF0000"/>
              </a:solidFill>
              <a:latin typeface="+mn-ea"/>
              <a:ea typeface="+mn-ea"/>
            </a:endParaRPr>
          </a:p>
        </p:txBody>
      </p:sp>
      <p:sp>
        <p:nvSpPr>
          <p:cNvPr id="15" name="椭圆 14"/>
          <p:cNvSpPr/>
          <p:nvPr/>
        </p:nvSpPr>
        <p:spPr>
          <a:xfrm>
            <a:off x="3014217" y="1860550"/>
            <a:ext cx="1773807" cy="105568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noProof="1">
                <a:solidFill>
                  <a:schemeClr val="accent1"/>
                </a:solidFill>
                <a:latin typeface="+mn-ea"/>
              </a:rPr>
              <a:t>循环结构</a:t>
            </a:r>
            <a:endParaRPr lang="en-US" altLang="zh-CN" sz="2000" b="1" noProof="1">
              <a:solidFill>
                <a:schemeClr val="accent1"/>
              </a:solidFill>
              <a:latin typeface="+mn-ea"/>
            </a:endParaRPr>
          </a:p>
          <a:p>
            <a:r>
              <a:rPr lang="zh-CN" altLang="en-US" sz="2000" b="1" noProof="1">
                <a:solidFill>
                  <a:schemeClr val="accent1"/>
                </a:solidFill>
                <a:latin typeface="+mn-ea"/>
              </a:rPr>
              <a:t>顺序结构</a:t>
            </a:r>
            <a:endParaRPr lang="zh-CN" altLang="en-US" sz="2000" b="1" strike="noStrike" noProof="1">
              <a:solidFill>
                <a:schemeClr val="accent1"/>
              </a:solidFill>
              <a:latin typeface="+mn-ea"/>
            </a:endParaRPr>
          </a:p>
        </p:txBody>
      </p:sp>
      <p:sp>
        <p:nvSpPr>
          <p:cNvPr id="18" name="AutoShape 7"/>
          <p:cNvSpPr/>
          <p:nvPr/>
        </p:nvSpPr>
        <p:spPr>
          <a:xfrm flipH="1">
            <a:off x="506413" y="3082925"/>
            <a:ext cx="215900" cy="576263"/>
          </a:xfrm>
          <a:prstGeom prst="downArrow">
            <a:avLst>
              <a:gd name="adj1" fmla="val 50000"/>
              <a:gd name="adj2" fmla="val 66468"/>
            </a:avLst>
          </a:prstGeom>
          <a:solidFill>
            <a:schemeClr val="accent1"/>
          </a:solidFill>
          <a:ln w="9525" cap="flat" cmpd="sng">
            <a:solidFill>
              <a:schemeClr val="tx1"/>
            </a:solidFill>
            <a:prstDash val="solid"/>
            <a:miter/>
            <a:headEnd type="none" w="med" len="med"/>
            <a:tailEnd type="none" w="med" len="med"/>
          </a:ln>
        </p:spPr>
        <p:txBody>
          <a:bodyPr vert="eaVert" anchor="ctr"/>
          <a:lstStyle/>
          <a:p>
            <a:pPr algn="ctr"/>
            <a:endParaRPr lang="zh-CN" altLang="en-US">
              <a:latin typeface="+mn-ea"/>
              <a:ea typeface="+mn-ea"/>
            </a:endParaRPr>
          </a:p>
        </p:txBody>
      </p:sp>
      <p:sp>
        <p:nvSpPr>
          <p:cNvPr id="19" name="Text Box 8"/>
          <p:cNvSpPr txBox="1"/>
          <p:nvPr/>
        </p:nvSpPr>
        <p:spPr>
          <a:xfrm>
            <a:off x="114301" y="3668224"/>
            <a:ext cx="998538" cy="368300"/>
          </a:xfrm>
          <a:prstGeom prst="rect">
            <a:avLst/>
          </a:prstGeom>
          <a:noFill/>
          <a:ln w="9525">
            <a:noFill/>
          </a:ln>
        </p:spPr>
        <p:txBody>
          <a:bodyPr wrap="square" anchor="t">
            <a:spAutoFit/>
          </a:bodyPr>
          <a:lstStyle/>
          <a:p>
            <a:pPr algn="ctr"/>
            <a:r>
              <a:rPr lang="zh-CN" altLang="en-US" dirty="0">
                <a:solidFill>
                  <a:srgbClr val="FF0000"/>
                </a:solidFill>
                <a:latin typeface="+mn-ea"/>
                <a:ea typeface="+mn-ea"/>
              </a:rPr>
              <a:t>外延</a:t>
            </a:r>
            <a:endParaRPr lang="zh-CN" altLang="en-US" dirty="0">
              <a:solidFill>
                <a:srgbClr val="FF0000"/>
              </a:solidFill>
              <a:latin typeface="+mn-ea"/>
              <a:ea typeface="+mn-ea"/>
            </a:endParaRPr>
          </a:p>
        </p:txBody>
      </p:sp>
      <p:grpSp>
        <p:nvGrpSpPr>
          <p:cNvPr id="33" name="组合 32"/>
          <p:cNvGrpSpPr/>
          <p:nvPr/>
        </p:nvGrpSpPr>
        <p:grpSpPr>
          <a:xfrm>
            <a:off x="2791505" y="4083918"/>
            <a:ext cx="2480356" cy="323165"/>
            <a:chOff x="2782599" y="1507370"/>
            <a:chExt cx="1870251" cy="184179"/>
          </a:xfrm>
          <a:solidFill>
            <a:schemeClr val="accent1"/>
          </a:solidFill>
        </p:grpSpPr>
        <p:sp>
          <p:nvSpPr>
            <p:cNvPr id="34" name="AutoShape 5"/>
            <p:cNvSpPr>
              <a:spLocks noChangeArrowheads="1"/>
            </p:cNvSpPr>
            <p:nvPr/>
          </p:nvSpPr>
          <p:spPr bwMode="auto">
            <a:xfrm>
              <a:off x="2782599" y="1518935"/>
              <a:ext cx="1870251" cy="157868"/>
            </a:xfrm>
            <a:prstGeom prst="chevron">
              <a:avLst>
                <a:gd name="adj" fmla="val 12153"/>
              </a:avLst>
            </a:prstGeom>
          </p:spPr>
          <p:style>
            <a:lnRef idx="1">
              <a:schemeClr val="accent2"/>
            </a:lnRef>
            <a:fillRef idx="3">
              <a:schemeClr val="accent2"/>
            </a:fillRef>
            <a:effectRef idx="2">
              <a:schemeClr val="accent2"/>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latin typeface="+mn-ea"/>
              </a:endParaRPr>
            </a:p>
          </p:txBody>
        </p:sp>
        <p:sp>
          <p:nvSpPr>
            <p:cNvPr id="35" name="Text Box 6"/>
            <p:cNvSpPr txBox="1">
              <a:spLocks noChangeArrowheads="1"/>
            </p:cNvSpPr>
            <p:nvPr/>
          </p:nvSpPr>
          <p:spPr bwMode="auto">
            <a:xfrm>
              <a:off x="2997593" y="1507370"/>
              <a:ext cx="1491634" cy="184179"/>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r>
                <a:rPr lang="zh-CN" altLang="en-US" sz="2100" dirty="0">
                  <a:solidFill>
                    <a:srgbClr val="404040"/>
                  </a:solidFill>
                  <a:latin typeface="+mn-ea"/>
                  <a:ea typeface="+mn-ea"/>
                  <a:sym typeface="+mn-ea"/>
                </a:rPr>
                <a:t>双分支选择结构</a:t>
              </a:r>
              <a:endParaRPr lang="zh-CN" altLang="en-US" sz="2100" dirty="0">
                <a:solidFill>
                  <a:srgbClr val="404040"/>
                </a:solidFill>
                <a:latin typeface="+mn-ea"/>
                <a:ea typeface="+mn-ea"/>
                <a:sym typeface="+mn-ea"/>
              </a:endParaRPr>
            </a:p>
          </p:txBody>
        </p:sp>
      </p:grpSp>
      <p:grpSp>
        <p:nvGrpSpPr>
          <p:cNvPr id="36" name="组合 35"/>
          <p:cNvGrpSpPr/>
          <p:nvPr/>
        </p:nvGrpSpPr>
        <p:grpSpPr>
          <a:xfrm>
            <a:off x="290964" y="4084218"/>
            <a:ext cx="2477832" cy="322580"/>
            <a:chOff x="897128" y="1507535"/>
            <a:chExt cx="1868348" cy="183845"/>
          </a:xfrm>
          <a:solidFill>
            <a:schemeClr val="accent1"/>
          </a:solidFill>
        </p:grpSpPr>
        <p:sp>
          <p:nvSpPr>
            <p:cNvPr id="37" name="AutoShape 7"/>
            <p:cNvSpPr>
              <a:spLocks noChangeArrowheads="1"/>
            </p:cNvSpPr>
            <p:nvPr/>
          </p:nvSpPr>
          <p:spPr bwMode="auto">
            <a:xfrm>
              <a:off x="897128" y="1518933"/>
              <a:ext cx="1868348" cy="157867"/>
            </a:xfrm>
            <a:prstGeom prst="homePlate">
              <a:avLst>
                <a:gd name="adj" fmla="val 11944"/>
              </a:avLst>
            </a:prstGeom>
          </p:spPr>
          <p:style>
            <a:lnRef idx="1">
              <a:schemeClr val="accent1"/>
            </a:lnRef>
            <a:fillRef idx="3">
              <a:schemeClr val="accent1"/>
            </a:fillRef>
            <a:effectRef idx="2">
              <a:schemeClr val="accent1"/>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latin typeface="+mn-ea"/>
              </a:endParaRPr>
            </a:p>
          </p:txBody>
        </p:sp>
        <p:sp>
          <p:nvSpPr>
            <p:cNvPr id="38" name="Text Box 8"/>
            <p:cNvSpPr txBox="1">
              <a:spLocks noChangeArrowheads="1"/>
            </p:cNvSpPr>
            <p:nvPr/>
          </p:nvSpPr>
          <p:spPr bwMode="auto">
            <a:xfrm>
              <a:off x="978940" y="1507535"/>
              <a:ext cx="1649550" cy="183845"/>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r>
                <a:rPr lang="zh-CN" altLang="en-US" sz="2100" dirty="0">
                  <a:solidFill>
                    <a:srgbClr val="404040"/>
                  </a:solidFill>
                  <a:latin typeface="+mn-ea"/>
                  <a:ea typeface="+mn-ea"/>
                  <a:sym typeface="+mn-ea"/>
                </a:rPr>
                <a:t>单分支选择结构</a:t>
              </a:r>
              <a:endParaRPr lang="zh-CN" altLang="en-US" sz="2100" dirty="0">
                <a:solidFill>
                  <a:srgbClr val="404040"/>
                </a:solidFill>
                <a:latin typeface="+mn-ea"/>
                <a:ea typeface="+mn-ea"/>
                <a:sym typeface="+mn-ea"/>
              </a:endParaRPr>
            </a:p>
          </p:txBody>
        </p:sp>
      </p:grpSp>
      <p:grpSp>
        <p:nvGrpSpPr>
          <p:cNvPr id="39" name="组合 38"/>
          <p:cNvGrpSpPr/>
          <p:nvPr/>
        </p:nvGrpSpPr>
        <p:grpSpPr>
          <a:xfrm>
            <a:off x="5297093" y="4083924"/>
            <a:ext cx="2480356" cy="323166"/>
            <a:chOff x="4671876" y="1507368"/>
            <a:chExt cx="1870251" cy="184179"/>
          </a:xfrm>
          <a:solidFill>
            <a:schemeClr val="accent1"/>
          </a:solidFill>
        </p:grpSpPr>
        <p:sp>
          <p:nvSpPr>
            <p:cNvPr id="40" name="AutoShape 9"/>
            <p:cNvSpPr>
              <a:spLocks noChangeArrowheads="1"/>
            </p:cNvSpPr>
            <p:nvPr/>
          </p:nvSpPr>
          <p:spPr bwMode="auto">
            <a:xfrm>
              <a:off x="4671876" y="1518934"/>
              <a:ext cx="1870251" cy="157868"/>
            </a:xfrm>
            <a:prstGeom prst="chevron">
              <a:avLst>
                <a:gd name="adj" fmla="val 12153"/>
              </a:avLst>
            </a:prstGeom>
            <a:solidFill>
              <a:srgbClr val="92D050"/>
            </a:solidFill>
          </p:spPr>
          <p:style>
            <a:lnRef idx="1">
              <a:schemeClr val="accent3"/>
            </a:lnRef>
            <a:fillRef idx="3">
              <a:schemeClr val="accent3"/>
            </a:fillRef>
            <a:effectRef idx="2">
              <a:schemeClr val="accent3"/>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latin typeface="+mn-ea"/>
              </a:endParaRPr>
            </a:p>
          </p:txBody>
        </p:sp>
        <p:sp>
          <p:nvSpPr>
            <p:cNvPr id="41" name="Text Box 10"/>
            <p:cNvSpPr txBox="1">
              <a:spLocks noChangeArrowheads="1"/>
            </p:cNvSpPr>
            <p:nvPr/>
          </p:nvSpPr>
          <p:spPr bwMode="auto">
            <a:xfrm>
              <a:off x="4886869" y="1507368"/>
              <a:ext cx="1493537" cy="184179"/>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pPr marL="0" lvl="2" indent="0"/>
              <a:r>
                <a:rPr lang="zh-CN" altLang="en-US" sz="2100" dirty="0">
                  <a:solidFill>
                    <a:srgbClr val="404040"/>
                  </a:solidFill>
                  <a:latin typeface="+mn-ea"/>
                  <a:ea typeface="+mn-ea"/>
                </a:rPr>
                <a:t>多分支选择结构</a:t>
              </a:r>
              <a:endParaRPr lang="en-US" altLang="zh-CN" sz="2100" dirty="0">
                <a:solidFill>
                  <a:srgbClr val="404040"/>
                </a:solidFill>
                <a:latin typeface="+mn-ea"/>
                <a:ea typeface="+mn-ea"/>
              </a:endParaRPr>
            </a:p>
          </p:txBody>
        </p:sp>
      </p:grpSp>
      <p:grpSp>
        <p:nvGrpSpPr>
          <p:cNvPr id="26" name="组合 25"/>
          <p:cNvGrpSpPr/>
          <p:nvPr/>
        </p:nvGrpSpPr>
        <p:grpSpPr>
          <a:xfrm>
            <a:off x="293968" y="4474171"/>
            <a:ext cx="2477832" cy="322580"/>
            <a:chOff x="897128" y="1507535"/>
            <a:chExt cx="1868348" cy="183845"/>
          </a:xfrm>
          <a:solidFill>
            <a:schemeClr val="accent1"/>
          </a:solidFill>
        </p:grpSpPr>
        <p:sp>
          <p:nvSpPr>
            <p:cNvPr id="27" name="AutoShape 7"/>
            <p:cNvSpPr>
              <a:spLocks noChangeArrowheads="1"/>
            </p:cNvSpPr>
            <p:nvPr/>
          </p:nvSpPr>
          <p:spPr bwMode="auto">
            <a:xfrm>
              <a:off x="897128" y="1518933"/>
              <a:ext cx="1868348" cy="157867"/>
            </a:xfrm>
            <a:prstGeom prst="homePlate">
              <a:avLst>
                <a:gd name="adj" fmla="val 11944"/>
              </a:avLst>
            </a:prstGeom>
          </p:spPr>
          <p:style>
            <a:lnRef idx="1">
              <a:schemeClr val="accent1"/>
            </a:lnRef>
            <a:fillRef idx="3">
              <a:schemeClr val="accent1"/>
            </a:fillRef>
            <a:effectRef idx="2">
              <a:schemeClr val="accent1"/>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latin typeface="+mn-ea"/>
              </a:endParaRPr>
            </a:p>
          </p:txBody>
        </p:sp>
        <p:sp>
          <p:nvSpPr>
            <p:cNvPr id="28" name="Text Box 8"/>
            <p:cNvSpPr txBox="1">
              <a:spLocks noChangeArrowheads="1"/>
            </p:cNvSpPr>
            <p:nvPr/>
          </p:nvSpPr>
          <p:spPr bwMode="auto">
            <a:xfrm>
              <a:off x="978940" y="1507535"/>
              <a:ext cx="1649550" cy="183845"/>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r>
                <a:rPr lang="en-US" altLang="zh-CN" sz="2100" dirty="0">
                  <a:solidFill>
                    <a:srgbClr val="404040"/>
                  </a:solidFill>
                  <a:latin typeface="+mn-ea"/>
                  <a:ea typeface="+mn-ea"/>
                  <a:sym typeface="+mn-ea"/>
                </a:rPr>
                <a:t>if</a:t>
              </a:r>
              <a:r>
                <a:rPr lang="zh-CN" altLang="en-US" sz="2100" dirty="0">
                  <a:solidFill>
                    <a:srgbClr val="404040"/>
                  </a:solidFill>
                  <a:latin typeface="+mn-ea"/>
                  <a:ea typeface="+mn-ea"/>
                  <a:sym typeface="+mn-ea"/>
                </a:rPr>
                <a:t>选择结构</a:t>
              </a:r>
              <a:endParaRPr lang="zh-CN" altLang="en-US" sz="2100" dirty="0">
                <a:solidFill>
                  <a:srgbClr val="404040"/>
                </a:solidFill>
                <a:latin typeface="+mn-ea"/>
                <a:ea typeface="+mn-ea"/>
                <a:sym typeface="+mn-ea"/>
              </a:endParaRPr>
            </a:p>
          </p:txBody>
        </p:sp>
      </p:grpSp>
      <p:grpSp>
        <p:nvGrpSpPr>
          <p:cNvPr id="29" name="组合 28"/>
          <p:cNvGrpSpPr/>
          <p:nvPr/>
        </p:nvGrpSpPr>
        <p:grpSpPr>
          <a:xfrm>
            <a:off x="2818609" y="4496221"/>
            <a:ext cx="2453251" cy="307777"/>
            <a:chOff x="2782599" y="1511755"/>
            <a:chExt cx="1870251" cy="175409"/>
          </a:xfrm>
          <a:solidFill>
            <a:schemeClr val="accent1"/>
          </a:solidFill>
        </p:grpSpPr>
        <p:sp>
          <p:nvSpPr>
            <p:cNvPr id="30" name="AutoShape 5"/>
            <p:cNvSpPr>
              <a:spLocks noChangeArrowheads="1"/>
            </p:cNvSpPr>
            <p:nvPr/>
          </p:nvSpPr>
          <p:spPr bwMode="auto">
            <a:xfrm>
              <a:off x="2782599" y="1518935"/>
              <a:ext cx="1870251" cy="157868"/>
            </a:xfrm>
            <a:prstGeom prst="chevron">
              <a:avLst>
                <a:gd name="adj" fmla="val 12153"/>
              </a:avLst>
            </a:prstGeom>
          </p:spPr>
          <p:style>
            <a:lnRef idx="1">
              <a:schemeClr val="accent2"/>
            </a:lnRef>
            <a:fillRef idx="3">
              <a:schemeClr val="accent2"/>
            </a:fillRef>
            <a:effectRef idx="2">
              <a:schemeClr val="accent2"/>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latin typeface="+mn-ea"/>
              </a:endParaRPr>
            </a:p>
          </p:txBody>
        </p:sp>
        <p:sp>
          <p:nvSpPr>
            <p:cNvPr id="31" name="Text Box 6"/>
            <p:cNvSpPr txBox="1">
              <a:spLocks noChangeArrowheads="1"/>
            </p:cNvSpPr>
            <p:nvPr/>
          </p:nvSpPr>
          <p:spPr bwMode="auto">
            <a:xfrm>
              <a:off x="2997593" y="1511755"/>
              <a:ext cx="1491634" cy="175409"/>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r>
                <a:rPr lang="en-US" altLang="zh-CN" dirty="0">
                  <a:solidFill>
                    <a:srgbClr val="404040"/>
                  </a:solidFill>
                  <a:latin typeface="+mn-ea"/>
                  <a:ea typeface="+mn-ea"/>
                  <a:sym typeface="+mn-ea"/>
                </a:rPr>
                <a:t>if-else</a:t>
              </a:r>
              <a:r>
                <a:rPr lang="zh-CN" altLang="en-US" dirty="0">
                  <a:solidFill>
                    <a:srgbClr val="404040"/>
                  </a:solidFill>
                  <a:latin typeface="+mn-ea"/>
                  <a:ea typeface="+mn-ea"/>
                  <a:sym typeface="+mn-ea"/>
                </a:rPr>
                <a:t>选择结构</a:t>
              </a:r>
              <a:endParaRPr lang="zh-CN" altLang="en-US" dirty="0">
                <a:solidFill>
                  <a:srgbClr val="404040"/>
                </a:solidFill>
                <a:latin typeface="+mn-ea"/>
                <a:ea typeface="+mn-ea"/>
                <a:sym typeface="+mn-ea"/>
              </a:endParaRPr>
            </a:p>
          </p:txBody>
        </p:sp>
      </p:grpSp>
      <p:grpSp>
        <p:nvGrpSpPr>
          <p:cNvPr id="46" name="组合 45"/>
          <p:cNvGrpSpPr/>
          <p:nvPr/>
        </p:nvGrpSpPr>
        <p:grpSpPr>
          <a:xfrm>
            <a:off x="5292080" y="4501128"/>
            <a:ext cx="2480356" cy="277000"/>
            <a:chOff x="4671876" y="1518934"/>
            <a:chExt cx="1870251" cy="157868"/>
          </a:xfrm>
          <a:solidFill>
            <a:schemeClr val="accent1"/>
          </a:solidFill>
        </p:grpSpPr>
        <p:sp>
          <p:nvSpPr>
            <p:cNvPr id="47" name="AutoShape 9"/>
            <p:cNvSpPr>
              <a:spLocks noChangeArrowheads="1"/>
            </p:cNvSpPr>
            <p:nvPr/>
          </p:nvSpPr>
          <p:spPr bwMode="auto">
            <a:xfrm>
              <a:off x="4671876" y="1518934"/>
              <a:ext cx="1870251" cy="157868"/>
            </a:xfrm>
            <a:prstGeom prst="chevron">
              <a:avLst>
                <a:gd name="adj" fmla="val 12153"/>
              </a:avLst>
            </a:prstGeom>
            <a:solidFill>
              <a:srgbClr val="92D050"/>
            </a:solidFill>
          </p:spPr>
          <p:style>
            <a:lnRef idx="1">
              <a:schemeClr val="accent3"/>
            </a:lnRef>
            <a:fillRef idx="3">
              <a:schemeClr val="accent3"/>
            </a:fillRef>
            <a:effectRef idx="2">
              <a:schemeClr val="accent3"/>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latin typeface="+mn-ea"/>
              </a:endParaRPr>
            </a:p>
          </p:txBody>
        </p:sp>
        <p:sp>
          <p:nvSpPr>
            <p:cNvPr id="48" name="Text Box 10"/>
            <p:cNvSpPr txBox="1">
              <a:spLocks noChangeArrowheads="1"/>
            </p:cNvSpPr>
            <p:nvPr/>
          </p:nvSpPr>
          <p:spPr bwMode="auto">
            <a:xfrm>
              <a:off x="4713061" y="1529293"/>
              <a:ext cx="1829066" cy="140326"/>
            </a:xfrm>
            <a:prstGeom prst="rect">
              <a:avLst/>
            </a:prstGeom>
            <a:noFill/>
            <a:ln w="6350">
              <a:noFill/>
              <a:miter lim="800000"/>
            </a:ln>
          </p:spPr>
          <p:txBody>
            <a:bodyPr wrap="square"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pPr marL="0" lvl="2" indent="0"/>
              <a:r>
                <a:rPr lang="en-US" altLang="zh-CN" sz="1600" dirty="0">
                  <a:solidFill>
                    <a:srgbClr val="404040"/>
                  </a:solidFill>
                  <a:latin typeface="+mn-ea"/>
                  <a:ea typeface="+mn-ea"/>
                </a:rPr>
                <a:t>if-</a:t>
              </a:r>
              <a:r>
                <a:rPr lang="en-US" altLang="zh-CN" sz="1600" dirty="0" err="1">
                  <a:solidFill>
                    <a:srgbClr val="404040"/>
                  </a:solidFill>
                  <a:latin typeface="+mn-ea"/>
                  <a:ea typeface="+mn-ea"/>
                </a:rPr>
                <a:t>elif</a:t>
              </a:r>
              <a:r>
                <a:rPr lang="en-US" altLang="zh-CN" sz="1600" dirty="0">
                  <a:solidFill>
                    <a:srgbClr val="404040"/>
                  </a:solidFill>
                  <a:latin typeface="+mn-ea"/>
                  <a:ea typeface="+mn-ea"/>
                </a:rPr>
                <a:t>-</a:t>
              </a:r>
              <a:r>
                <a:rPr lang="en-US" altLang="zh-CN" sz="1600" dirty="0" err="1">
                  <a:solidFill>
                    <a:srgbClr val="404040"/>
                  </a:solidFill>
                  <a:latin typeface="+mn-ea"/>
                  <a:ea typeface="+mn-ea"/>
                </a:rPr>
                <a:t>elif</a:t>
              </a:r>
              <a:r>
                <a:rPr lang="en-US" altLang="zh-CN" sz="1600" dirty="0">
                  <a:solidFill>
                    <a:srgbClr val="404040"/>
                  </a:solidFill>
                  <a:latin typeface="+mn-ea"/>
                  <a:ea typeface="+mn-ea"/>
                </a:rPr>
                <a:t>-[else]</a:t>
              </a:r>
              <a:r>
                <a:rPr lang="zh-CN" altLang="en-US" sz="1600" dirty="0">
                  <a:solidFill>
                    <a:srgbClr val="404040"/>
                  </a:solidFill>
                  <a:latin typeface="+mn-ea"/>
                  <a:ea typeface="+mn-ea"/>
                </a:rPr>
                <a:t>选择结构</a:t>
              </a:r>
              <a:endParaRPr lang="en-US" altLang="zh-CN" sz="1600" dirty="0">
                <a:solidFill>
                  <a:srgbClr val="404040"/>
                </a:solidFill>
                <a:latin typeface="+mn-ea"/>
                <a:ea typeface="+mn-ea"/>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left)">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linds(horizontal)">
                                      <p:cBhvr>
                                        <p:cTn id="19" dur="500"/>
                                        <p:tgtEl>
                                          <p:spTgt spid="3"/>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blinds(horizontal)">
                                      <p:cBhvr>
                                        <p:cTn id="28" dur="500"/>
                                        <p:tgtEl>
                                          <p:spTgt spid="15"/>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25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randombar(horizontal)">
                                      <p:cBhvr>
                                        <p:cTn id="40" dur="75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1000"/>
                                        <p:tgtEl>
                                          <p:spTgt spid="10"/>
                                        </p:tgtEl>
                                      </p:cBhvr>
                                    </p:animEffect>
                                    <p:anim calcmode="lin" valueType="num">
                                      <p:cBhvr>
                                        <p:cTn id="46" dur="1000" fill="hold"/>
                                        <p:tgtEl>
                                          <p:spTgt spid="10"/>
                                        </p:tgtEl>
                                        <p:attrNameLst>
                                          <p:attrName>ppt_x</p:attrName>
                                        </p:attrNameLst>
                                      </p:cBhvr>
                                      <p:tavLst>
                                        <p:tav tm="0">
                                          <p:val>
                                            <p:strVal val="#ppt_x"/>
                                          </p:val>
                                        </p:tav>
                                        <p:tav tm="100000">
                                          <p:val>
                                            <p:strVal val="#ppt_x"/>
                                          </p:val>
                                        </p:tav>
                                      </p:tavLst>
                                    </p:anim>
                                    <p:anim calcmode="lin" valueType="num">
                                      <p:cBhvr>
                                        <p:cTn id="4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up)">
                                      <p:cBhvr>
                                        <p:cTn id="52" dur="500"/>
                                        <p:tgtEl>
                                          <p:spTgt spid="18"/>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6" dur="500"/>
                                        <p:tgtEl>
                                          <p:spTgt spid="19"/>
                                        </p:tgtEl>
                                      </p:cBhvr>
                                    </p:animEffect>
                                  </p:childTnLst>
                                </p:cTn>
                              </p:par>
                            </p:childTnLst>
                          </p:cTn>
                        </p:par>
                        <p:par>
                          <p:cTn id="57" fill="hold">
                            <p:stCondLst>
                              <p:cond delay="1000"/>
                            </p:stCondLst>
                            <p:childTnLst>
                              <p:par>
                                <p:cTn id="58" presetID="22" presetClass="entr" presetSubtype="8" fill="hold" nodeType="after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wipe(left)">
                                      <p:cBhvr>
                                        <p:cTn id="60" dur="500"/>
                                        <p:tgtEl>
                                          <p:spTgt spid="36"/>
                                        </p:tgtEl>
                                      </p:cBhvr>
                                    </p:animEffect>
                                  </p:childTnLst>
                                </p:cTn>
                              </p:par>
                            </p:childTnLst>
                          </p:cTn>
                        </p:par>
                        <p:par>
                          <p:cTn id="61" fill="hold">
                            <p:stCondLst>
                              <p:cond delay="1500"/>
                            </p:stCondLst>
                            <p:childTnLst>
                              <p:par>
                                <p:cTn id="62" presetID="22" presetClass="entr" presetSubtype="8" fill="hold" nodeType="after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wipe(left)">
                                      <p:cBhvr>
                                        <p:cTn id="64" dur="500"/>
                                        <p:tgtEl>
                                          <p:spTgt spid="33"/>
                                        </p:tgtEl>
                                      </p:cBhvr>
                                    </p:animEffect>
                                  </p:childTnLst>
                                </p:cTn>
                              </p:par>
                            </p:childTnLst>
                          </p:cTn>
                        </p:par>
                        <p:par>
                          <p:cTn id="65" fill="hold">
                            <p:stCondLst>
                              <p:cond delay="2000"/>
                            </p:stCondLst>
                            <p:childTnLst>
                              <p:par>
                                <p:cTn id="66" presetID="22" presetClass="entr" presetSubtype="8" fill="hold" nodeType="afterEffect">
                                  <p:stCondLst>
                                    <p:cond delay="0"/>
                                  </p:stCondLst>
                                  <p:childTnLst>
                                    <p:set>
                                      <p:cBhvr>
                                        <p:cTn id="67" dur="1" fill="hold">
                                          <p:stCondLst>
                                            <p:cond delay="0"/>
                                          </p:stCondLst>
                                        </p:cTn>
                                        <p:tgtEl>
                                          <p:spTgt spid="39"/>
                                        </p:tgtEl>
                                        <p:attrNameLst>
                                          <p:attrName>style.visibility</p:attrName>
                                        </p:attrNameLst>
                                      </p:cBhvr>
                                      <p:to>
                                        <p:strVal val="visible"/>
                                      </p:to>
                                    </p:set>
                                    <p:animEffect transition="in" filter="wipe(left)">
                                      <p:cBhvr>
                                        <p:cTn id="68" dur="500"/>
                                        <p:tgtEl>
                                          <p:spTgt spid="39"/>
                                        </p:tgtEl>
                                      </p:cBhvr>
                                    </p:animEffect>
                                  </p:childTnLst>
                                </p:cTn>
                              </p:par>
                            </p:childTnLst>
                          </p:cTn>
                        </p:par>
                        <p:par>
                          <p:cTn id="69" fill="hold">
                            <p:stCondLst>
                              <p:cond delay="2500"/>
                            </p:stCondLst>
                            <p:childTnLst>
                              <p:par>
                                <p:cTn id="70" presetID="22" presetClass="entr" presetSubtype="8" fill="hold" nodeType="after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wipe(left)">
                                      <p:cBhvr>
                                        <p:cTn id="72" dur="500"/>
                                        <p:tgtEl>
                                          <p:spTgt spid="26"/>
                                        </p:tgtEl>
                                      </p:cBhvr>
                                    </p:animEffect>
                                  </p:childTnLst>
                                </p:cTn>
                              </p:par>
                            </p:childTnLst>
                          </p:cTn>
                        </p:par>
                        <p:par>
                          <p:cTn id="73" fill="hold">
                            <p:stCondLst>
                              <p:cond delay="3000"/>
                            </p:stCondLst>
                            <p:childTnLst>
                              <p:par>
                                <p:cTn id="74" presetID="22" presetClass="entr" presetSubtype="8" fill="hold" nodeType="after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wipe(left)">
                                      <p:cBhvr>
                                        <p:cTn id="76" dur="500"/>
                                        <p:tgtEl>
                                          <p:spTgt spid="29"/>
                                        </p:tgtEl>
                                      </p:cBhvr>
                                    </p:animEffect>
                                  </p:childTnLst>
                                </p:cTn>
                              </p:par>
                            </p:childTnLst>
                          </p:cTn>
                        </p:par>
                        <p:par>
                          <p:cTn id="77" fill="hold">
                            <p:stCondLst>
                              <p:cond delay="3500"/>
                            </p:stCondLst>
                            <p:childTnLst>
                              <p:par>
                                <p:cTn id="78" presetID="22" presetClass="entr" presetSubtype="8" fill="hold" nodeType="afterEffect">
                                  <p:stCondLst>
                                    <p:cond delay="0"/>
                                  </p:stCondLst>
                                  <p:childTnLst>
                                    <p:set>
                                      <p:cBhvr>
                                        <p:cTn id="79" dur="1" fill="hold">
                                          <p:stCondLst>
                                            <p:cond delay="0"/>
                                          </p:stCondLst>
                                        </p:cTn>
                                        <p:tgtEl>
                                          <p:spTgt spid="46"/>
                                        </p:tgtEl>
                                        <p:attrNameLst>
                                          <p:attrName>style.visibility</p:attrName>
                                        </p:attrNameLst>
                                      </p:cBhvr>
                                      <p:to>
                                        <p:strVal val="visible"/>
                                      </p:to>
                                    </p:set>
                                    <p:animEffect transition="in" filter="wipe(left)">
                                      <p:cBhvr>
                                        <p:cTn id="80"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6" grpId="0"/>
      <p:bldP spid="11" grpId="0"/>
      <p:bldP spid="3" grpId="0" bldLvl="0" animBg="1"/>
      <p:bldP spid="14" grpId="0"/>
      <p:bldP spid="7" grpId="0"/>
      <p:bldP spid="10" grpId="0"/>
      <p:bldP spid="12" grpId="0"/>
      <p:bldP spid="15" grpId="0" bldLvl="0" animBg="1"/>
      <p:bldP spid="18" grpId="0" bldLvl="0" animBg="1"/>
      <p:bldP spid="1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91" name="Rectangle 23"/>
          <p:cNvSpPr>
            <a:spLocks noGrp="1" noChangeArrowheads="1"/>
          </p:cNvSpPr>
          <p:nvPr>
            <p:ph type="title"/>
          </p:nvPr>
        </p:nvSpPr>
        <p:spPr>
          <a:xfrm>
            <a:off x="2195739" y="141482"/>
            <a:ext cx="6768877" cy="368300"/>
          </a:xfrm>
          <a:noFill/>
        </p:spPr>
        <p:txBody>
          <a:bodyPr wrap="square">
            <a:spAutoFit/>
          </a:bodyPr>
          <a:lstStyle/>
          <a:p>
            <a:r>
              <a:rPr lang="zh-CN" altLang="en-US" dirty="0" err="1">
                <a:latin typeface="+mj-ea"/>
              </a:rPr>
              <a:t>单</a:t>
            </a:r>
            <a:r>
              <a:rPr lang="en-US" altLang="zh-CN" dirty="0" err="1">
                <a:latin typeface="+mj-ea"/>
              </a:rPr>
              <a:t>if</a:t>
            </a:r>
            <a:r>
              <a:rPr dirty="0" err="1">
                <a:latin typeface="+mj-ea"/>
              </a:rPr>
              <a:t>选择结构</a:t>
            </a:r>
            <a:endParaRPr lang="zh-CN" dirty="0">
              <a:latin typeface="+mj-ea"/>
            </a:endParaRPr>
          </a:p>
        </p:txBody>
      </p:sp>
      <p:sp>
        <p:nvSpPr>
          <p:cNvPr id="570371" name="Text Box 3"/>
          <p:cNvSpPr txBox="1">
            <a:spLocks noGrp="1" noChangeArrowheads="1"/>
          </p:cNvSpPr>
          <p:nvPr>
            <p:ph idx="1"/>
          </p:nvPr>
        </p:nvSpPr>
        <p:spPr>
          <a:xfrm>
            <a:off x="323528" y="1131590"/>
            <a:ext cx="8352928" cy="3137572"/>
          </a:xfrm>
        </p:spPr>
        <p:txBody>
          <a:bodyPr/>
          <a:lstStyle/>
          <a:p>
            <a:pPr>
              <a:defRPr/>
            </a:pPr>
            <a:r>
              <a:rPr lang="zh-CN" altLang="en-US" dirty="0">
                <a:ea typeface="微软雅黑" panose="020B0503020204020204" pitchFamily="34" charset="-122"/>
              </a:rPr>
              <a:t>单</a:t>
            </a:r>
            <a:r>
              <a:rPr lang="en-US" altLang="zh-CN" dirty="0">
                <a:ea typeface="微软雅黑" panose="020B0503020204020204" pitchFamily="34" charset="-122"/>
              </a:rPr>
              <a:t>if</a:t>
            </a:r>
            <a:r>
              <a:rPr lang="zh-CN" altLang="en-US" dirty="0">
                <a:ea typeface="微软雅黑" panose="020B0503020204020204" pitchFamily="34" charset="-122"/>
              </a:rPr>
              <a:t>选择结构</a:t>
            </a:r>
            <a:endParaRPr lang="en-US" altLang="zh-CN" dirty="0">
              <a:ea typeface="微软雅黑" panose="020B0503020204020204" pitchFamily="34" charset="-122"/>
            </a:endParaRPr>
          </a:p>
          <a:p>
            <a:pPr lvl="1">
              <a:defRPr/>
            </a:pPr>
            <a:endParaRPr lang="en-US" altLang="zh-CN" dirty="0">
              <a:ea typeface="微软雅黑" panose="020B0503020204020204" pitchFamily="34" charset="-122"/>
            </a:endParaRPr>
          </a:p>
          <a:p>
            <a:pPr lvl="1">
              <a:defRPr/>
            </a:pPr>
            <a:endParaRPr lang="en-US" altLang="zh-CN" dirty="0">
              <a:ea typeface="微软雅黑" panose="020B0503020204020204" pitchFamily="34" charset="-122"/>
            </a:endParaRPr>
          </a:p>
          <a:p>
            <a:pPr lvl="1">
              <a:defRPr/>
            </a:pPr>
            <a:endParaRPr lang="en-US" altLang="zh-CN" dirty="0">
              <a:ea typeface="微软雅黑" panose="020B0503020204020204" pitchFamily="34" charset="-122"/>
            </a:endParaRPr>
          </a:p>
          <a:p>
            <a:pPr>
              <a:buNone/>
              <a:defRPr/>
            </a:pPr>
            <a:endParaRPr lang="zh-CN" altLang="en-US" dirty="0"/>
          </a:p>
        </p:txBody>
      </p:sp>
      <p:sp>
        <p:nvSpPr>
          <p:cNvPr id="22" name="副标题 21"/>
          <p:cNvSpPr>
            <a:spLocks noGrp="1"/>
          </p:cNvSpPr>
          <p:nvPr>
            <p:ph type="subTitle" idx="10"/>
          </p:nvPr>
        </p:nvSpPr>
        <p:spPr/>
        <p:txBody>
          <a:bodyPr/>
          <a:lstStyle/>
          <a:p>
            <a:r>
              <a:rPr lang="zh-CN" altLang="en-US" dirty="0"/>
              <a:t>语法分析</a:t>
            </a:r>
            <a:endParaRPr lang="zh-CN" altLang="en-US" dirty="0"/>
          </a:p>
        </p:txBody>
      </p:sp>
      <p:sp>
        <p:nvSpPr>
          <p:cNvPr id="570372" name="AutoShape 4"/>
          <p:cNvSpPr>
            <a:spLocks noChangeArrowheads="1"/>
          </p:cNvSpPr>
          <p:nvPr/>
        </p:nvSpPr>
        <p:spPr bwMode="auto">
          <a:xfrm>
            <a:off x="539552" y="2499742"/>
            <a:ext cx="3168352" cy="650239"/>
          </a:xfrm>
          <a:prstGeom prst="roundRect">
            <a:avLst>
              <a:gd name="adj" fmla="val 0"/>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if  </a:t>
            </a:r>
            <a:r>
              <a:rPr lang="zh-CN" altLang="en-US" sz="1400" dirty="0">
                <a:solidFill>
                  <a:schemeClr val="tx1">
                    <a:lumMod val="75000"/>
                    <a:lumOff val="25000"/>
                  </a:schemeClr>
                </a:solidFill>
                <a:latin typeface="+mn-ea"/>
                <a:ea typeface="+mn-ea"/>
              </a:rPr>
              <a:t>条件：</a:t>
            </a:r>
            <a:endParaRPr lang="zh-CN" altLang="en-US"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en-US" sz="1400" dirty="0">
                <a:solidFill>
                  <a:schemeClr val="tx1">
                    <a:lumMod val="75000"/>
                    <a:lumOff val="25000"/>
                  </a:schemeClr>
                </a:solidFill>
                <a:latin typeface="+mn-ea"/>
                <a:ea typeface="+mn-ea"/>
              </a:rPr>
              <a:t>代码 </a:t>
            </a:r>
            <a:r>
              <a:rPr lang="en-US" altLang="zh-CN" sz="1400" dirty="0">
                <a:solidFill>
                  <a:schemeClr val="tx1">
                    <a:lumMod val="75000"/>
                    <a:lumOff val="25000"/>
                  </a:schemeClr>
                </a:solidFill>
                <a:latin typeface="+mn-ea"/>
                <a:ea typeface="+mn-ea"/>
              </a:rPr>
              <a:t>1</a:t>
            </a:r>
            <a:endParaRPr lang="en-US" altLang="zh-CN" sz="1400" dirty="0">
              <a:solidFill>
                <a:schemeClr val="tx1">
                  <a:lumMod val="75000"/>
                  <a:lumOff val="25000"/>
                </a:schemeClr>
              </a:solidFill>
              <a:latin typeface="+mn-ea"/>
              <a:ea typeface="+mn-ea"/>
            </a:endParaRPr>
          </a:p>
        </p:txBody>
      </p:sp>
      <p:sp>
        <p:nvSpPr>
          <p:cNvPr id="21513" name="Rectangle 25"/>
          <p:cNvSpPr>
            <a:spLocks noChangeArrowheads="1"/>
          </p:cNvSpPr>
          <p:nvPr/>
        </p:nvSpPr>
        <p:spPr bwMode="auto">
          <a:xfrm>
            <a:off x="0" y="190023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cxnSp>
        <p:nvCxnSpPr>
          <p:cNvPr id="19" name="直接箭头连接符 18"/>
          <p:cNvCxnSpPr/>
          <p:nvPr/>
        </p:nvCxnSpPr>
        <p:spPr>
          <a:xfrm>
            <a:off x="1022985" y="3150235"/>
            <a:ext cx="360045" cy="360045"/>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pic>
        <p:nvPicPr>
          <p:cNvPr id="3" name="图片 2" descr="图3.19单分支流程图"/>
          <p:cNvPicPr>
            <a:picLocks noChangeAspect="1"/>
          </p:cNvPicPr>
          <p:nvPr/>
        </p:nvPicPr>
        <p:blipFill>
          <a:blip r:embed="rId1" cstate="print"/>
          <a:stretch>
            <a:fillRect/>
          </a:stretch>
        </p:blipFill>
        <p:spPr>
          <a:xfrm>
            <a:off x="5508103" y="1851670"/>
            <a:ext cx="2483929" cy="2664296"/>
          </a:xfrm>
          <a:prstGeom prst="rect">
            <a:avLst/>
          </a:prstGeom>
        </p:spPr>
      </p:pic>
      <p:sp>
        <p:nvSpPr>
          <p:cNvPr id="570396" name="AutoShape 28"/>
          <p:cNvSpPr>
            <a:spLocks noChangeArrowheads="1"/>
          </p:cNvSpPr>
          <p:nvPr/>
        </p:nvSpPr>
        <p:spPr bwMode="auto">
          <a:xfrm>
            <a:off x="520626" y="3652577"/>
            <a:ext cx="4221027" cy="373663"/>
          </a:xfrm>
          <a:prstGeom prst="wedgeRoundRectCallout">
            <a:avLst>
              <a:gd name="adj1" fmla="val -51141"/>
              <a:gd name="adj2" fmla="val -29517"/>
              <a:gd name="adj3"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rPr>
              <a:t>当</a:t>
            </a:r>
            <a:r>
              <a:rPr lang="en-US" altLang="zh-CN" sz="1600" kern="0" dirty="0">
                <a:solidFill>
                  <a:schemeClr val="bg1"/>
                </a:solidFill>
                <a:latin typeface="+mn-ea"/>
                <a:ea typeface="+mn-ea"/>
              </a:rPr>
              <a:t>if </a:t>
            </a:r>
            <a:r>
              <a:rPr lang="zh-CN" altLang="en-US" sz="1600" kern="0" dirty="0">
                <a:solidFill>
                  <a:schemeClr val="bg1"/>
                </a:solidFill>
                <a:latin typeface="+mn-ea"/>
                <a:ea typeface="+mn-ea"/>
              </a:rPr>
              <a:t>中条件为真时候，所要执行的代码</a:t>
            </a:r>
            <a:endParaRPr lang="zh-CN" altLang="en-US" sz="1600" kern="0" dirty="0">
              <a:solidFill>
                <a:schemeClr val="bg1"/>
              </a:solidFill>
              <a:latin typeface="+mn-ea"/>
              <a:ea typeface="+mn-ea"/>
            </a:endParaRPr>
          </a:p>
        </p:txBody>
      </p:sp>
      <p:grpSp>
        <p:nvGrpSpPr>
          <p:cNvPr id="2" name="组合 15"/>
          <p:cNvGrpSpPr/>
          <p:nvPr/>
        </p:nvGrpSpPr>
        <p:grpSpPr>
          <a:xfrm>
            <a:off x="285720" y="857238"/>
            <a:ext cx="234950" cy="212725"/>
            <a:chOff x="436488" y="2332038"/>
            <a:chExt cx="234950" cy="212725"/>
          </a:xfrm>
        </p:grpSpPr>
        <p:grpSp>
          <p:nvGrpSpPr>
            <p:cNvPr id="4" name="组合 1080"/>
            <p:cNvGrpSpPr/>
            <p:nvPr/>
          </p:nvGrpSpPr>
          <p:grpSpPr>
            <a:xfrm>
              <a:off x="436488" y="2420938"/>
              <a:ext cx="228600" cy="123825"/>
              <a:chOff x="436488" y="2420938"/>
              <a:chExt cx="228600" cy="123825"/>
            </a:xfrm>
          </p:grpSpPr>
          <p:sp>
            <p:nvSpPr>
              <p:cNvPr id="24" name="Freeform 81"/>
              <p:cNvSpPr/>
              <p:nvPr/>
            </p:nvSpPr>
            <p:spPr bwMode="auto">
              <a:xfrm>
                <a:off x="436488" y="2420938"/>
                <a:ext cx="228600" cy="82550"/>
              </a:xfrm>
              <a:custGeom>
                <a:avLst/>
                <a:gdLst>
                  <a:gd name="T0" fmla="*/ 0 w 144"/>
                  <a:gd name="T1" fmla="*/ 10 h 52"/>
                  <a:gd name="T2" fmla="*/ 11 w 144"/>
                  <a:gd name="T3" fmla="*/ 0 h 52"/>
                  <a:gd name="T4" fmla="*/ 73 w 144"/>
                  <a:gd name="T5" fmla="*/ 38 h 52"/>
                  <a:gd name="T6" fmla="*/ 134 w 144"/>
                  <a:gd name="T7" fmla="*/ 5 h 52"/>
                  <a:gd name="T8" fmla="*/ 144 w 144"/>
                  <a:gd name="T9" fmla="*/ 15 h 52"/>
                  <a:gd name="T10" fmla="*/ 73 w 144"/>
                  <a:gd name="T11" fmla="*/ 52 h 52"/>
                  <a:gd name="T12" fmla="*/ 0 w 144"/>
                  <a:gd name="T13" fmla="*/ 10 h 52"/>
                </a:gdLst>
                <a:ahLst/>
                <a:cxnLst>
                  <a:cxn ang="0">
                    <a:pos x="T0" y="T1"/>
                  </a:cxn>
                  <a:cxn ang="0">
                    <a:pos x="T2" y="T3"/>
                  </a:cxn>
                  <a:cxn ang="0">
                    <a:pos x="T4" y="T5"/>
                  </a:cxn>
                  <a:cxn ang="0">
                    <a:pos x="T6" y="T7"/>
                  </a:cxn>
                  <a:cxn ang="0">
                    <a:pos x="T8" y="T9"/>
                  </a:cxn>
                  <a:cxn ang="0">
                    <a:pos x="T10" y="T11"/>
                  </a:cxn>
                  <a:cxn ang="0">
                    <a:pos x="T12" y="T13"/>
                  </a:cxn>
                </a:cxnLst>
                <a:rect l="0" t="0" r="r" b="b"/>
                <a:pathLst>
                  <a:path w="144" h="52">
                    <a:moveTo>
                      <a:pt x="0" y="10"/>
                    </a:moveTo>
                    <a:lnTo>
                      <a:pt x="11" y="0"/>
                    </a:lnTo>
                    <a:lnTo>
                      <a:pt x="73" y="38"/>
                    </a:lnTo>
                    <a:lnTo>
                      <a:pt x="134" y="5"/>
                    </a:lnTo>
                    <a:lnTo>
                      <a:pt x="144" y="15"/>
                    </a:lnTo>
                    <a:lnTo>
                      <a:pt x="73" y="52"/>
                    </a:lnTo>
                    <a:lnTo>
                      <a:pt x="0" y="1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82"/>
              <p:cNvSpPr/>
              <p:nvPr/>
            </p:nvSpPr>
            <p:spPr bwMode="auto">
              <a:xfrm>
                <a:off x="436488" y="2462213"/>
                <a:ext cx="228600" cy="82550"/>
              </a:xfrm>
              <a:custGeom>
                <a:avLst/>
                <a:gdLst>
                  <a:gd name="T0" fmla="*/ 0 w 144"/>
                  <a:gd name="T1" fmla="*/ 10 h 52"/>
                  <a:gd name="T2" fmla="*/ 11 w 144"/>
                  <a:gd name="T3" fmla="*/ 0 h 52"/>
                  <a:gd name="T4" fmla="*/ 73 w 144"/>
                  <a:gd name="T5" fmla="*/ 38 h 52"/>
                  <a:gd name="T6" fmla="*/ 134 w 144"/>
                  <a:gd name="T7" fmla="*/ 5 h 52"/>
                  <a:gd name="T8" fmla="*/ 144 w 144"/>
                  <a:gd name="T9" fmla="*/ 15 h 52"/>
                  <a:gd name="T10" fmla="*/ 73 w 144"/>
                  <a:gd name="T11" fmla="*/ 52 h 52"/>
                  <a:gd name="T12" fmla="*/ 0 w 144"/>
                  <a:gd name="T13" fmla="*/ 10 h 52"/>
                </a:gdLst>
                <a:ahLst/>
                <a:cxnLst>
                  <a:cxn ang="0">
                    <a:pos x="T0" y="T1"/>
                  </a:cxn>
                  <a:cxn ang="0">
                    <a:pos x="T2" y="T3"/>
                  </a:cxn>
                  <a:cxn ang="0">
                    <a:pos x="T4" y="T5"/>
                  </a:cxn>
                  <a:cxn ang="0">
                    <a:pos x="T6" y="T7"/>
                  </a:cxn>
                  <a:cxn ang="0">
                    <a:pos x="T8" y="T9"/>
                  </a:cxn>
                  <a:cxn ang="0">
                    <a:pos x="T10" y="T11"/>
                  </a:cxn>
                  <a:cxn ang="0">
                    <a:pos x="T12" y="T13"/>
                  </a:cxn>
                </a:cxnLst>
                <a:rect l="0" t="0" r="r" b="b"/>
                <a:pathLst>
                  <a:path w="144" h="52">
                    <a:moveTo>
                      <a:pt x="0" y="10"/>
                    </a:moveTo>
                    <a:lnTo>
                      <a:pt x="11" y="0"/>
                    </a:lnTo>
                    <a:lnTo>
                      <a:pt x="73" y="38"/>
                    </a:lnTo>
                    <a:lnTo>
                      <a:pt x="134" y="5"/>
                    </a:lnTo>
                    <a:lnTo>
                      <a:pt x="144" y="15"/>
                    </a:lnTo>
                    <a:lnTo>
                      <a:pt x="73" y="52"/>
                    </a:lnTo>
                    <a:lnTo>
                      <a:pt x="0" y="1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3" name="Freeform 83"/>
            <p:cNvSpPr/>
            <p:nvPr/>
          </p:nvSpPr>
          <p:spPr bwMode="auto">
            <a:xfrm>
              <a:off x="436488" y="2332038"/>
              <a:ext cx="234950" cy="130175"/>
            </a:xfrm>
            <a:custGeom>
              <a:avLst/>
              <a:gdLst>
                <a:gd name="T0" fmla="*/ 0 w 148"/>
                <a:gd name="T1" fmla="*/ 40 h 82"/>
                <a:gd name="T2" fmla="*/ 75 w 148"/>
                <a:gd name="T3" fmla="*/ 0 h 82"/>
                <a:gd name="T4" fmla="*/ 148 w 148"/>
                <a:gd name="T5" fmla="*/ 45 h 82"/>
                <a:gd name="T6" fmla="*/ 73 w 148"/>
                <a:gd name="T7" fmla="*/ 82 h 82"/>
                <a:gd name="T8" fmla="*/ 0 w 148"/>
                <a:gd name="T9" fmla="*/ 40 h 82"/>
              </a:gdLst>
              <a:ahLst/>
              <a:cxnLst>
                <a:cxn ang="0">
                  <a:pos x="T0" y="T1"/>
                </a:cxn>
                <a:cxn ang="0">
                  <a:pos x="T2" y="T3"/>
                </a:cxn>
                <a:cxn ang="0">
                  <a:pos x="T4" y="T5"/>
                </a:cxn>
                <a:cxn ang="0">
                  <a:pos x="T6" y="T7"/>
                </a:cxn>
                <a:cxn ang="0">
                  <a:pos x="T8" y="T9"/>
                </a:cxn>
              </a:cxnLst>
              <a:rect l="0" t="0" r="r" b="b"/>
              <a:pathLst>
                <a:path w="148" h="82">
                  <a:moveTo>
                    <a:pt x="0" y="40"/>
                  </a:moveTo>
                  <a:lnTo>
                    <a:pt x="75" y="0"/>
                  </a:lnTo>
                  <a:lnTo>
                    <a:pt x="148" y="45"/>
                  </a:lnTo>
                  <a:lnTo>
                    <a:pt x="73" y="82"/>
                  </a:lnTo>
                  <a:lnTo>
                    <a:pt x="0" y="4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70372"/>
                                        </p:tgtEl>
                                        <p:attrNameLst>
                                          <p:attrName>style.visibility</p:attrName>
                                        </p:attrNameLst>
                                      </p:cBhvr>
                                      <p:to>
                                        <p:strVal val="visible"/>
                                      </p:to>
                                    </p:set>
                                    <p:animEffect transition="in" filter="wipe(left)">
                                      <p:cBhvr>
                                        <p:cTn id="7" dur="500"/>
                                        <p:tgtEl>
                                          <p:spTgt spid="570372"/>
                                        </p:tgtEl>
                                      </p:cBhvr>
                                    </p:animEffect>
                                  </p:childTnLst>
                                </p:cTn>
                              </p:par>
                              <p:par>
                                <p:cTn id="8" presetID="22" presetClass="entr" presetSubtype="8"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0" dur="500"/>
                                        <p:tgtEl>
                                          <p:spTgt spid="19"/>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70396"/>
                                        </p:tgtEl>
                                        <p:attrNameLst>
                                          <p:attrName>style.visibility</p:attrName>
                                        </p:attrNameLst>
                                      </p:cBhvr>
                                      <p:to>
                                        <p:strVal val="visible"/>
                                      </p:to>
                                    </p:set>
                                    <p:animEffect transition="in" filter="wipe(left)">
                                      <p:cBhvr>
                                        <p:cTn id="13" dur="500"/>
                                        <p:tgtEl>
                                          <p:spTgt spid="57039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372" grpId="0" bldLvl="0" animBg="1"/>
      <p:bldP spid="570396"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latin typeface="+mn-ea"/>
                <a:cs typeface="+mn-ea"/>
              </a:rPr>
              <a:t>与</a:t>
            </a:r>
            <a:r>
              <a:rPr lang="en-US" altLang="zh-CN" dirty="0">
                <a:latin typeface="+mn-ea"/>
                <a:cs typeface="+mn-ea"/>
              </a:rPr>
              <a:t>C</a:t>
            </a:r>
            <a:r>
              <a:rPr lang="zh-CN" altLang="en-US" dirty="0">
                <a:latin typeface="+mn-ea"/>
                <a:cs typeface="+mn-ea"/>
              </a:rPr>
              <a:t>语言</a:t>
            </a:r>
            <a:r>
              <a:rPr lang="zh-CN" altLang="en-US" dirty="0">
                <a:latin typeface="+mn-ea"/>
                <a:ea typeface="+mn-ea"/>
                <a:cs typeface="+mn-ea"/>
              </a:rPr>
              <a:t>中的</a:t>
            </a:r>
            <a:r>
              <a:rPr lang="en-US" altLang="zh-CN" dirty="0">
                <a:latin typeface="+mn-ea"/>
                <a:ea typeface="+mn-ea"/>
                <a:cs typeface="+mn-ea"/>
              </a:rPr>
              <a:t>if</a:t>
            </a:r>
            <a:r>
              <a:rPr lang="zh-CN" dirty="0">
                <a:latin typeface="+mn-ea"/>
                <a:ea typeface="+mn-ea"/>
                <a:cs typeface="+mn-ea"/>
              </a:rPr>
              <a:t>选择结构对比</a:t>
            </a:r>
            <a:endParaRPr lang="zh-CN" dirty="0">
              <a:latin typeface="+mn-ea"/>
              <a:ea typeface="+mn-ea"/>
              <a:cs typeface="+mn-ea"/>
            </a:endParaRPr>
          </a:p>
        </p:txBody>
      </p:sp>
      <p:pic>
        <p:nvPicPr>
          <p:cNvPr id="5" name="内容占位符 4" descr="679f93564c96ae41a95dd&amp;amp.jpg"/>
          <p:cNvPicPr>
            <a:picLocks noGrp="1" noChangeAspect="1"/>
          </p:cNvPicPr>
          <p:nvPr>
            <p:ph idx="1"/>
          </p:nvPr>
        </p:nvPicPr>
        <p:blipFill>
          <a:blip r:embed="rId1" cstate="print"/>
          <a:stretch>
            <a:fillRect/>
          </a:stretch>
        </p:blipFill>
        <p:spPr>
          <a:xfrm>
            <a:off x="1087046" y="1275606"/>
            <a:ext cx="1872208" cy="1836433"/>
          </a:xfrm>
        </p:spPr>
      </p:pic>
      <p:pic>
        <p:nvPicPr>
          <p:cNvPr id="15362" name="Picture 2"/>
          <p:cNvPicPr>
            <a:picLocks noChangeAspect="1" noChangeArrowheads="1"/>
          </p:cNvPicPr>
          <p:nvPr/>
        </p:nvPicPr>
        <p:blipFill>
          <a:blip r:embed="rId2" cstate="print"/>
          <a:srcRect/>
          <a:stretch>
            <a:fillRect/>
          </a:stretch>
        </p:blipFill>
        <p:spPr bwMode="auto">
          <a:xfrm>
            <a:off x="3751342" y="1923678"/>
            <a:ext cx="908901" cy="576064"/>
          </a:xfrm>
          <a:prstGeom prst="rect">
            <a:avLst/>
          </a:prstGeom>
          <a:noFill/>
          <a:ln w="9525">
            <a:noFill/>
            <a:miter lim="800000"/>
            <a:headEnd/>
            <a:tailEnd/>
          </a:ln>
        </p:spPr>
      </p:pic>
      <p:sp>
        <p:nvSpPr>
          <p:cNvPr id="570372" name="AutoShape 4"/>
          <p:cNvSpPr>
            <a:spLocks noChangeArrowheads="1"/>
          </p:cNvSpPr>
          <p:nvPr/>
        </p:nvSpPr>
        <p:spPr bwMode="auto">
          <a:xfrm>
            <a:off x="1109980" y="3336548"/>
            <a:ext cx="1826260" cy="1209674"/>
          </a:xfrm>
          <a:prstGeom prst="roundRect">
            <a:avLst>
              <a:gd name="adj" fmla="val 0"/>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if ( </a:t>
            </a:r>
            <a:r>
              <a:rPr lang="zh-CN" altLang="en-US" sz="1400" dirty="0">
                <a:solidFill>
                  <a:srgbClr val="FF0000"/>
                </a:solidFill>
                <a:latin typeface="+mn-ea"/>
                <a:ea typeface="+mn-ea"/>
              </a:rPr>
              <a:t>条件 </a:t>
            </a:r>
            <a:r>
              <a:rPr lang="en-US" altLang="zh-CN" sz="1400" dirty="0">
                <a:solidFill>
                  <a:schemeClr val="tx1">
                    <a:lumMod val="75000"/>
                    <a:lumOff val="25000"/>
                  </a:schemeClr>
                </a:solidFill>
                <a:latin typeface="+mn-ea"/>
                <a:ea typeface="+mn-ea"/>
              </a:rPr>
              <a:t>) </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rgbClr val="FF0000"/>
                </a:solidFill>
                <a:latin typeface="+mn-ea"/>
                <a:ea typeface="+mn-ea"/>
              </a:rPr>
              <a:t>{ </a:t>
            </a:r>
            <a:endParaRPr lang="en-US" altLang="zh-CN" sz="1400" dirty="0">
              <a:solidFill>
                <a:srgbClr val="FF0000"/>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en-US" sz="1400" dirty="0">
                <a:solidFill>
                  <a:schemeClr val="tx1">
                    <a:lumMod val="75000"/>
                    <a:lumOff val="25000"/>
                  </a:schemeClr>
                </a:solidFill>
                <a:latin typeface="+mn-ea"/>
                <a:ea typeface="+mn-ea"/>
              </a:rPr>
              <a:t>代码块 </a:t>
            </a:r>
            <a:endParaRPr lang="zh-CN" altLang="en-US"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rgbClr val="FF0000"/>
                </a:solidFill>
                <a:latin typeface="+mn-ea"/>
                <a:ea typeface="+mn-ea"/>
              </a:rPr>
              <a:t>}</a:t>
            </a:r>
            <a:endParaRPr lang="en-US" altLang="zh-CN" sz="1400" dirty="0">
              <a:solidFill>
                <a:srgbClr val="FF0000"/>
              </a:solidFill>
              <a:latin typeface="+mn-ea"/>
              <a:ea typeface="+mn-ea"/>
            </a:endParaRPr>
          </a:p>
        </p:txBody>
      </p:sp>
      <p:sp>
        <p:nvSpPr>
          <p:cNvPr id="3" name="AutoShape 4"/>
          <p:cNvSpPr>
            <a:spLocks noChangeArrowheads="1"/>
          </p:cNvSpPr>
          <p:nvPr/>
        </p:nvSpPr>
        <p:spPr bwMode="auto">
          <a:xfrm>
            <a:off x="6015355" y="3408303"/>
            <a:ext cx="1826260" cy="650239"/>
          </a:xfrm>
          <a:prstGeom prst="roundRect">
            <a:avLst>
              <a:gd name="adj" fmla="val 0"/>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sym typeface="+mn-ea"/>
              </a:rPr>
              <a:t>if  </a:t>
            </a:r>
            <a:r>
              <a:rPr lang="zh-CN" altLang="en-US" sz="1400" dirty="0">
                <a:solidFill>
                  <a:srgbClr val="FF0000"/>
                </a:solidFill>
                <a:latin typeface="+mn-ea"/>
                <a:ea typeface="+mn-ea"/>
                <a:sym typeface="+mn-ea"/>
              </a:rPr>
              <a:t>条件</a:t>
            </a:r>
            <a:r>
              <a:rPr lang="zh-CN" altLang="en-US" sz="1400" dirty="0">
                <a:solidFill>
                  <a:schemeClr val="tx1">
                    <a:lumMod val="75000"/>
                    <a:lumOff val="25000"/>
                  </a:schemeClr>
                </a:solidFill>
                <a:latin typeface="+mn-ea"/>
                <a:ea typeface="+mn-ea"/>
                <a:sym typeface="+mn-ea"/>
              </a:rPr>
              <a:t>：</a:t>
            </a:r>
            <a:endParaRPr lang="zh-CN" altLang="en-US"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sym typeface="+mn-ea"/>
              </a:rPr>
              <a:t>	</a:t>
            </a:r>
            <a:r>
              <a:rPr lang="zh-CN" altLang="en-US" sz="1400" dirty="0">
                <a:solidFill>
                  <a:schemeClr val="tx1">
                    <a:lumMod val="75000"/>
                    <a:lumOff val="25000"/>
                  </a:schemeClr>
                </a:solidFill>
                <a:latin typeface="+mn-ea"/>
                <a:ea typeface="+mn-ea"/>
                <a:sym typeface="+mn-ea"/>
              </a:rPr>
              <a:t>代码 </a:t>
            </a:r>
            <a:r>
              <a:rPr lang="en-US" altLang="zh-CN" sz="1400" dirty="0">
                <a:solidFill>
                  <a:schemeClr val="tx1">
                    <a:lumMod val="75000"/>
                    <a:lumOff val="25000"/>
                  </a:schemeClr>
                </a:solidFill>
                <a:latin typeface="+mn-ea"/>
                <a:ea typeface="+mn-ea"/>
                <a:sym typeface="+mn-ea"/>
              </a:rPr>
              <a:t>1</a:t>
            </a:r>
            <a:endParaRPr lang="en-US" altLang="zh-CN" sz="1400" dirty="0">
              <a:solidFill>
                <a:srgbClr val="FF0000"/>
              </a:solidFill>
              <a:latin typeface="+mn-ea"/>
              <a:ea typeface="+mn-ea"/>
            </a:endParaRPr>
          </a:p>
        </p:txBody>
      </p:sp>
      <p:pic>
        <p:nvPicPr>
          <p:cNvPr id="10" name="图片 9" descr="5TKC8{TM~S5H@UYBJQA{FBE"/>
          <p:cNvPicPr>
            <a:picLocks noChangeAspect="1"/>
          </p:cNvPicPr>
          <p:nvPr/>
        </p:nvPicPr>
        <p:blipFill>
          <a:blip r:embed="rId3"/>
          <a:stretch>
            <a:fillRect/>
          </a:stretch>
        </p:blipFill>
        <p:spPr>
          <a:xfrm>
            <a:off x="5892165" y="1408053"/>
            <a:ext cx="2072005" cy="16065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70372"/>
                                        </p:tgtEl>
                                        <p:attrNameLst>
                                          <p:attrName>style.visibility</p:attrName>
                                        </p:attrNameLst>
                                      </p:cBhvr>
                                      <p:to>
                                        <p:strVal val="visible"/>
                                      </p:to>
                                    </p:set>
                                    <p:animEffect transition="in" filter="wipe(left)">
                                      <p:cBhvr>
                                        <p:cTn id="7" dur="500"/>
                                        <p:tgtEl>
                                          <p:spTgt spid="57037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372" grpId="0" bldLvl="0" animBg="1"/>
      <p:bldP spid="3"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内容占位符 9"/>
          <p:cNvSpPr>
            <a:spLocks noGrp="1"/>
          </p:cNvSpPr>
          <p:nvPr>
            <p:ph idx="1"/>
          </p:nvPr>
        </p:nvSpPr>
        <p:spPr>
          <a:xfrm>
            <a:off x="323528" y="1071552"/>
            <a:ext cx="8352928" cy="3137572"/>
          </a:xfrm>
        </p:spPr>
        <p:txBody>
          <a:bodyPr/>
          <a:lstStyle/>
          <a:p>
            <a:r>
              <a:rPr lang="zh-CN" altLang="en-US" dirty="0"/>
              <a:t>使用简单</a:t>
            </a:r>
            <a:r>
              <a:rPr lang="en-US" altLang="zh-CN" dirty="0"/>
              <a:t>if</a:t>
            </a:r>
            <a:r>
              <a:rPr lang="zh-CN" altLang="en-US" dirty="0"/>
              <a:t>选择结构</a:t>
            </a:r>
            <a:endParaRPr lang="zh-CN" altLang="en-US" dirty="0"/>
          </a:p>
          <a:p>
            <a:endParaRPr lang="zh-CN" altLang="en-US" dirty="0"/>
          </a:p>
        </p:txBody>
      </p:sp>
      <p:sp>
        <p:nvSpPr>
          <p:cNvPr id="22530" name="Text Box 2"/>
          <p:cNvSpPr txBox="1">
            <a:spLocks noChangeArrowheads="1"/>
          </p:cNvSpPr>
          <p:nvPr/>
        </p:nvSpPr>
        <p:spPr bwMode="auto">
          <a:xfrm>
            <a:off x="8959270" y="869156"/>
            <a:ext cx="184731"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fontAlgn="b" hangingPunct="1"/>
            <a:endParaRPr lang="zh-CN" altLang="en-US" sz="4400" b="1">
              <a:solidFill>
                <a:schemeClr val="tx2"/>
              </a:solidFill>
              <a:latin typeface="+mn-ea"/>
              <a:ea typeface="+mn-ea"/>
              <a:cs typeface="Times New Roman" panose="02020603050405020304" pitchFamily="18" charset="0"/>
            </a:endParaRPr>
          </a:p>
        </p:txBody>
      </p:sp>
      <p:sp>
        <p:nvSpPr>
          <p:cNvPr id="572422" name="AutoShape 6"/>
          <p:cNvSpPr>
            <a:spLocks noChangeArrowheads="1"/>
          </p:cNvSpPr>
          <p:nvPr/>
        </p:nvSpPr>
        <p:spPr bwMode="auto">
          <a:xfrm>
            <a:off x="643255" y="1563638"/>
            <a:ext cx="5109845" cy="1211243"/>
          </a:xfrm>
          <a:prstGeom prst="roundRect">
            <a:avLst>
              <a:gd name="adj" fmla="val 221"/>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score = int(input(“</a:t>
            </a:r>
            <a:r>
              <a:rPr lang="zh-CN" altLang="en-US" sz="1400" dirty="0">
                <a:solidFill>
                  <a:schemeClr val="tx1">
                    <a:lumMod val="75000"/>
                    <a:lumOff val="25000"/>
                  </a:schemeClr>
                </a:solidFill>
                <a:latin typeface="+mn-ea"/>
                <a:ea typeface="+mn-ea"/>
              </a:rPr>
              <a:t>请输入你的得分：</a:t>
            </a:r>
            <a:r>
              <a:rPr lang="en-US" altLang="zh-CN" sz="1400" dirty="0">
                <a:solidFill>
                  <a:schemeClr val="tx1">
                    <a:lumMod val="75000"/>
                    <a:lumOff val="25000"/>
                  </a:schemeClr>
                </a:solidFill>
                <a:latin typeface="+mn-ea"/>
                <a:ea typeface="+mn-ea"/>
              </a:rPr>
              <a:t>”))</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if score &gt;= 90:    #</a:t>
            </a:r>
            <a:r>
              <a:rPr lang="zh-CN" altLang="en-US" sz="1400" dirty="0">
                <a:solidFill>
                  <a:schemeClr val="tx1">
                    <a:lumMod val="75000"/>
                    <a:lumOff val="25000"/>
                  </a:schemeClr>
                </a:solidFill>
                <a:latin typeface="+mn-ea"/>
                <a:ea typeface="+mn-ea"/>
              </a:rPr>
              <a:t>判断是否大于等于</a:t>
            </a:r>
            <a:r>
              <a:rPr lang="en-US" altLang="zh-CN" sz="1400" dirty="0">
                <a:solidFill>
                  <a:schemeClr val="tx1">
                    <a:lumMod val="75000"/>
                    <a:lumOff val="25000"/>
                  </a:schemeClr>
                </a:solidFill>
                <a:latin typeface="+mn-ea"/>
                <a:ea typeface="+mn-ea"/>
              </a:rPr>
              <a:t>90</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print(</a:t>
            </a:r>
            <a:r>
              <a:rPr lang="en-US" altLang="zh-CN" sz="1400" dirty="0">
                <a:solidFill>
                  <a:schemeClr val="tx1">
                    <a:lumMod val="75000"/>
                    <a:lumOff val="25000"/>
                  </a:schemeClr>
                </a:solidFill>
                <a:latin typeface="+mn-ea"/>
                <a:ea typeface="+mn-ea"/>
                <a:sym typeface="+mn-ea"/>
              </a:rPr>
              <a:t>"</a:t>
            </a:r>
            <a:r>
              <a:rPr lang="zh-CN" altLang="en-US" sz="1400" dirty="0">
                <a:solidFill>
                  <a:schemeClr val="tx1">
                    <a:lumMod val="75000"/>
                    <a:lumOff val="25000"/>
                  </a:schemeClr>
                </a:solidFill>
                <a:latin typeface="+mn-ea"/>
                <a:ea typeface="+mn-ea"/>
                <a:sym typeface="+mn-ea"/>
              </a:rPr>
              <a:t>恭喜你考试通关</a:t>
            </a:r>
            <a:r>
              <a:rPr lang="en-US" altLang="zh-CN" sz="1400" dirty="0">
                <a:solidFill>
                  <a:schemeClr val="tx1">
                    <a:lumMod val="75000"/>
                    <a:lumOff val="25000"/>
                  </a:schemeClr>
                </a:solidFill>
                <a:latin typeface="+mn-ea"/>
                <a:ea typeface="+mn-ea"/>
                <a:sym typeface="+mn-ea"/>
              </a:rPr>
              <a:t>"</a:t>
            </a:r>
            <a:r>
              <a:rPr lang="en-US" altLang="zh-CN" sz="1400" dirty="0">
                <a:solidFill>
                  <a:schemeClr val="tx1">
                    <a:lumMod val="75000"/>
                    <a:lumOff val="25000"/>
                  </a:schemeClr>
                </a:solidFill>
                <a:latin typeface="+mn-ea"/>
                <a:ea typeface="+mn-ea"/>
              </a:rPr>
              <a:t>)</a:t>
            </a:r>
            <a:endParaRPr lang="zh-CN" altLang="en-US"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print(“</a:t>
            </a:r>
            <a:r>
              <a:rPr lang="zh-CN" altLang="en-US" sz="1400" dirty="0">
                <a:solidFill>
                  <a:schemeClr val="tx1">
                    <a:lumMod val="75000"/>
                    <a:lumOff val="25000"/>
                  </a:schemeClr>
                </a:solidFill>
                <a:latin typeface="+mn-ea"/>
                <a:ea typeface="+mn-ea"/>
              </a:rPr>
              <a:t>你的成绩是</a:t>
            </a:r>
            <a:r>
              <a:rPr lang="en-US" altLang="zh-CN" sz="1400" dirty="0">
                <a:solidFill>
                  <a:schemeClr val="tx1">
                    <a:lumMod val="75000"/>
                    <a:lumOff val="25000"/>
                  </a:schemeClr>
                </a:solidFill>
                <a:latin typeface="+mn-ea"/>
                <a:ea typeface="+mn-ea"/>
              </a:rPr>
              <a:t>”+ str(score))</a:t>
            </a:r>
            <a:endParaRPr lang="en-US" altLang="zh-CN" sz="1400" dirty="0">
              <a:solidFill>
                <a:schemeClr val="tx1">
                  <a:lumMod val="75000"/>
                  <a:lumOff val="25000"/>
                </a:schemeClr>
              </a:solidFill>
              <a:latin typeface="+mn-ea"/>
              <a:ea typeface="+mn-ea"/>
            </a:endParaRPr>
          </a:p>
        </p:txBody>
      </p:sp>
      <p:sp>
        <p:nvSpPr>
          <p:cNvPr id="14" name="标题 13"/>
          <p:cNvSpPr>
            <a:spLocks noGrp="1"/>
          </p:cNvSpPr>
          <p:nvPr>
            <p:ph type="title"/>
          </p:nvPr>
        </p:nvSpPr>
        <p:spPr>
          <a:xfrm>
            <a:off x="2195739" y="141482"/>
            <a:ext cx="6768877" cy="368300"/>
          </a:xfrm>
          <a:noFill/>
        </p:spPr>
        <p:txBody>
          <a:bodyPr wrap="square">
            <a:spAutoFit/>
          </a:bodyPr>
          <a:lstStyle/>
          <a:p>
            <a:r>
              <a:rPr lang="zh-CN" altLang="en-US" dirty="0">
                <a:latin typeface="+mn-ea"/>
                <a:ea typeface="+mn-ea"/>
              </a:rPr>
              <a:t>简单</a:t>
            </a:r>
            <a:r>
              <a:rPr lang="en-US" altLang="zh-CN" dirty="0" err="1">
                <a:latin typeface="+mn-ea"/>
                <a:ea typeface="+mn-ea"/>
              </a:rPr>
              <a:t>if</a:t>
            </a:r>
            <a:r>
              <a:rPr dirty="0" err="1">
                <a:latin typeface="+mn-ea"/>
                <a:ea typeface="+mn-ea"/>
              </a:rPr>
              <a:t>选择结构</a:t>
            </a:r>
            <a:r>
              <a:rPr lang="zh-CN" dirty="0">
                <a:latin typeface="+mn-ea"/>
                <a:ea typeface="+mn-ea"/>
              </a:rPr>
              <a:t>应用</a:t>
            </a:r>
            <a:endParaRPr lang="zh-CN" dirty="0">
              <a:latin typeface="+mn-ea"/>
              <a:ea typeface="+mn-ea"/>
            </a:endParaRPr>
          </a:p>
        </p:txBody>
      </p:sp>
      <p:sp>
        <p:nvSpPr>
          <p:cNvPr id="22" name="副标题 21"/>
          <p:cNvSpPr>
            <a:spLocks noGrp="1"/>
          </p:cNvSpPr>
          <p:nvPr>
            <p:ph type="subTitle" idx="10"/>
          </p:nvPr>
        </p:nvSpPr>
        <p:spPr/>
        <p:txBody>
          <a:bodyPr/>
          <a:lstStyle/>
          <a:p>
            <a:r>
              <a:rPr lang="zh-CN" altLang="en-US" dirty="0">
                <a:latin typeface="+mn-ea"/>
                <a:ea typeface="+mn-ea"/>
              </a:rPr>
              <a:t>案例：</a:t>
            </a:r>
            <a:endParaRPr lang="zh-CN" altLang="en-US" dirty="0">
              <a:latin typeface="+mn-ea"/>
              <a:ea typeface="+mn-ea"/>
            </a:endParaRPr>
          </a:p>
        </p:txBody>
      </p:sp>
      <p:pic>
        <p:nvPicPr>
          <p:cNvPr id="11" name="图片 10" descr="图3.22 示例5流程图.bmp"/>
          <p:cNvPicPr>
            <a:picLocks noChangeAspect="1"/>
          </p:cNvPicPr>
          <p:nvPr/>
        </p:nvPicPr>
        <p:blipFill>
          <a:blip r:embed="rId1" cstate="print"/>
          <a:stretch>
            <a:fillRect/>
          </a:stretch>
        </p:blipFill>
        <p:spPr>
          <a:xfrm>
            <a:off x="6180774" y="771833"/>
            <a:ext cx="1774899" cy="3446152"/>
          </a:xfrm>
          <a:prstGeom prst="rect">
            <a:avLst/>
          </a:prstGeom>
        </p:spPr>
      </p:pic>
      <p:grpSp>
        <p:nvGrpSpPr>
          <p:cNvPr id="2" name="组合 14"/>
          <p:cNvGrpSpPr/>
          <p:nvPr/>
        </p:nvGrpSpPr>
        <p:grpSpPr>
          <a:xfrm>
            <a:off x="285720" y="785800"/>
            <a:ext cx="236538" cy="236538"/>
            <a:chOff x="2527300" y="2946400"/>
            <a:chExt cx="236538" cy="236538"/>
          </a:xfrm>
        </p:grpSpPr>
        <p:sp>
          <p:nvSpPr>
            <p:cNvPr id="16" name="Freeform 52"/>
            <p:cNvSpPr>
              <a:spLocks noEditPoints="1"/>
            </p:cNvSpPr>
            <p:nvPr/>
          </p:nvSpPr>
          <p:spPr bwMode="auto">
            <a:xfrm>
              <a:off x="2659063" y="3055938"/>
              <a:ext cx="104775" cy="104775"/>
            </a:xfrm>
            <a:custGeom>
              <a:avLst/>
              <a:gdLst>
                <a:gd name="T0" fmla="*/ 38 w 66"/>
                <a:gd name="T1" fmla="*/ 9 h 66"/>
                <a:gd name="T2" fmla="*/ 56 w 66"/>
                <a:gd name="T3" fmla="*/ 28 h 66"/>
                <a:gd name="T4" fmla="*/ 23 w 66"/>
                <a:gd name="T5" fmla="*/ 61 h 66"/>
                <a:gd name="T6" fmla="*/ 0 w 66"/>
                <a:gd name="T7" fmla="*/ 66 h 66"/>
                <a:gd name="T8" fmla="*/ 4 w 66"/>
                <a:gd name="T9" fmla="*/ 42 h 66"/>
                <a:gd name="T10" fmla="*/ 38 w 66"/>
                <a:gd name="T11" fmla="*/ 9 h 66"/>
                <a:gd name="T12" fmla="*/ 59 w 66"/>
                <a:gd name="T13" fmla="*/ 26 h 66"/>
                <a:gd name="T14" fmla="*/ 40 w 66"/>
                <a:gd name="T15" fmla="*/ 7 h 66"/>
                <a:gd name="T16" fmla="*/ 45 w 66"/>
                <a:gd name="T17" fmla="*/ 0 h 66"/>
                <a:gd name="T18" fmla="*/ 66 w 66"/>
                <a:gd name="T19" fmla="*/ 19 h 66"/>
                <a:gd name="T20" fmla="*/ 59 w 66"/>
                <a:gd name="T21" fmla="*/ 26 h 66"/>
                <a:gd name="T22" fmla="*/ 59 w 66"/>
                <a:gd name="T23" fmla="*/ 26 h 66"/>
                <a:gd name="T24" fmla="*/ 59 w 66"/>
                <a:gd name="T25" fmla="*/ 2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6">
                  <a:moveTo>
                    <a:pt x="38" y="9"/>
                  </a:moveTo>
                  <a:lnTo>
                    <a:pt x="56" y="28"/>
                  </a:lnTo>
                  <a:lnTo>
                    <a:pt x="23" y="61"/>
                  </a:lnTo>
                  <a:lnTo>
                    <a:pt x="0" y="66"/>
                  </a:lnTo>
                  <a:lnTo>
                    <a:pt x="4" y="42"/>
                  </a:lnTo>
                  <a:lnTo>
                    <a:pt x="38" y="9"/>
                  </a:lnTo>
                  <a:close/>
                  <a:moveTo>
                    <a:pt x="59" y="26"/>
                  </a:moveTo>
                  <a:lnTo>
                    <a:pt x="40" y="7"/>
                  </a:lnTo>
                  <a:lnTo>
                    <a:pt x="45" y="0"/>
                  </a:lnTo>
                  <a:lnTo>
                    <a:pt x="66" y="19"/>
                  </a:lnTo>
                  <a:lnTo>
                    <a:pt x="59" y="26"/>
                  </a:lnTo>
                  <a:close/>
                  <a:moveTo>
                    <a:pt x="59" y="26"/>
                  </a:moveTo>
                  <a:lnTo>
                    <a:pt x="59" y="26"/>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n-ea"/>
                <a:ea typeface="+mn-ea"/>
              </a:endParaRPr>
            </a:p>
          </p:txBody>
        </p:sp>
        <p:sp>
          <p:nvSpPr>
            <p:cNvPr id="17" name="Freeform 53"/>
            <p:cNvSpPr>
              <a:spLocks noEditPoints="1"/>
            </p:cNvSpPr>
            <p:nvPr/>
          </p:nvSpPr>
          <p:spPr bwMode="auto">
            <a:xfrm>
              <a:off x="2659063" y="3055938"/>
              <a:ext cx="104775" cy="104775"/>
            </a:xfrm>
            <a:custGeom>
              <a:avLst/>
              <a:gdLst>
                <a:gd name="T0" fmla="*/ 38 w 66"/>
                <a:gd name="T1" fmla="*/ 9 h 66"/>
                <a:gd name="T2" fmla="*/ 56 w 66"/>
                <a:gd name="T3" fmla="*/ 28 h 66"/>
                <a:gd name="T4" fmla="*/ 23 w 66"/>
                <a:gd name="T5" fmla="*/ 61 h 66"/>
                <a:gd name="T6" fmla="*/ 0 w 66"/>
                <a:gd name="T7" fmla="*/ 66 h 66"/>
                <a:gd name="T8" fmla="*/ 4 w 66"/>
                <a:gd name="T9" fmla="*/ 42 h 66"/>
                <a:gd name="T10" fmla="*/ 38 w 66"/>
                <a:gd name="T11" fmla="*/ 9 h 66"/>
                <a:gd name="T12" fmla="*/ 59 w 66"/>
                <a:gd name="T13" fmla="*/ 26 h 66"/>
                <a:gd name="T14" fmla="*/ 40 w 66"/>
                <a:gd name="T15" fmla="*/ 7 h 66"/>
                <a:gd name="T16" fmla="*/ 45 w 66"/>
                <a:gd name="T17" fmla="*/ 0 h 66"/>
                <a:gd name="T18" fmla="*/ 66 w 66"/>
                <a:gd name="T19" fmla="*/ 19 h 66"/>
                <a:gd name="T20" fmla="*/ 59 w 66"/>
                <a:gd name="T21" fmla="*/ 26 h 66"/>
                <a:gd name="T22" fmla="*/ 59 w 66"/>
                <a:gd name="T23" fmla="*/ 26 h 66"/>
                <a:gd name="T24" fmla="*/ 59 w 66"/>
                <a:gd name="T25" fmla="*/ 2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6">
                  <a:moveTo>
                    <a:pt x="38" y="9"/>
                  </a:moveTo>
                  <a:lnTo>
                    <a:pt x="56" y="28"/>
                  </a:lnTo>
                  <a:lnTo>
                    <a:pt x="23" y="61"/>
                  </a:lnTo>
                  <a:lnTo>
                    <a:pt x="0" y="66"/>
                  </a:lnTo>
                  <a:lnTo>
                    <a:pt x="4" y="42"/>
                  </a:lnTo>
                  <a:lnTo>
                    <a:pt x="38" y="9"/>
                  </a:lnTo>
                  <a:moveTo>
                    <a:pt x="59" y="26"/>
                  </a:moveTo>
                  <a:lnTo>
                    <a:pt x="40" y="7"/>
                  </a:lnTo>
                  <a:lnTo>
                    <a:pt x="45" y="0"/>
                  </a:lnTo>
                  <a:lnTo>
                    <a:pt x="66" y="19"/>
                  </a:lnTo>
                  <a:lnTo>
                    <a:pt x="59" y="26"/>
                  </a:lnTo>
                  <a:moveTo>
                    <a:pt x="59" y="26"/>
                  </a:moveTo>
                  <a:lnTo>
                    <a:pt x="59" y="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n-ea"/>
                <a:ea typeface="+mn-ea"/>
              </a:endParaRPr>
            </a:p>
          </p:txBody>
        </p:sp>
        <p:sp>
          <p:nvSpPr>
            <p:cNvPr id="18" name="Freeform 54"/>
            <p:cNvSpPr>
              <a:spLocks noEditPoints="1"/>
            </p:cNvSpPr>
            <p:nvPr/>
          </p:nvSpPr>
          <p:spPr bwMode="auto">
            <a:xfrm>
              <a:off x="2527300" y="2946400"/>
              <a:ext cx="184150" cy="236538"/>
            </a:xfrm>
            <a:custGeom>
              <a:avLst/>
              <a:gdLst>
                <a:gd name="T0" fmla="*/ 28 w 49"/>
                <a:gd name="T1" fmla="*/ 0 h 63"/>
                <a:gd name="T2" fmla="*/ 33 w 49"/>
                <a:gd name="T3" fmla="*/ 3 h 63"/>
                <a:gd name="T4" fmla="*/ 38 w 49"/>
                <a:gd name="T5" fmla="*/ 9 h 63"/>
                <a:gd name="T6" fmla="*/ 39 w 49"/>
                <a:gd name="T7" fmla="*/ 19 h 63"/>
                <a:gd name="T8" fmla="*/ 40 w 49"/>
                <a:gd name="T9" fmla="*/ 21 h 63"/>
                <a:gd name="T10" fmla="*/ 39 w 49"/>
                <a:gd name="T11" fmla="*/ 25 h 63"/>
                <a:gd name="T12" fmla="*/ 38 w 49"/>
                <a:gd name="T13" fmla="*/ 27 h 63"/>
                <a:gd name="T14" fmla="*/ 36 w 49"/>
                <a:gd name="T15" fmla="*/ 30 h 63"/>
                <a:gd name="T16" fmla="*/ 33 w 49"/>
                <a:gd name="T17" fmla="*/ 33 h 63"/>
                <a:gd name="T18" fmla="*/ 33 w 49"/>
                <a:gd name="T19" fmla="*/ 37 h 63"/>
                <a:gd name="T20" fmla="*/ 34 w 49"/>
                <a:gd name="T21" fmla="*/ 41 h 63"/>
                <a:gd name="T22" fmla="*/ 33 w 49"/>
                <a:gd name="T23" fmla="*/ 46 h 63"/>
                <a:gd name="T24" fmla="*/ 47 w 49"/>
                <a:gd name="T25" fmla="*/ 59 h 63"/>
                <a:gd name="T26" fmla="*/ 49 w 49"/>
                <a:gd name="T27" fmla="*/ 58 h 63"/>
                <a:gd name="T28" fmla="*/ 46 w 49"/>
                <a:gd name="T29" fmla="*/ 61 h 63"/>
                <a:gd name="T30" fmla="*/ 38 w 49"/>
                <a:gd name="T31" fmla="*/ 62 h 63"/>
                <a:gd name="T32" fmla="*/ 28 w 49"/>
                <a:gd name="T33" fmla="*/ 63 h 63"/>
                <a:gd name="T34" fmla="*/ 20 w 49"/>
                <a:gd name="T35" fmla="*/ 63 h 63"/>
                <a:gd name="T36" fmla="*/ 11 w 49"/>
                <a:gd name="T37" fmla="*/ 62 h 63"/>
                <a:gd name="T38" fmla="*/ 3 w 49"/>
                <a:gd name="T39" fmla="*/ 61 h 63"/>
                <a:gd name="T40" fmla="*/ 0 w 49"/>
                <a:gd name="T41" fmla="*/ 57 h 63"/>
                <a:gd name="T42" fmla="*/ 3 w 49"/>
                <a:gd name="T43" fmla="*/ 47 h 63"/>
                <a:gd name="T44" fmla="*/ 10 w 49"/>
                <a:gd name="T45" fmla="*/ 44 h 63"/>
                <a:gd name="T46" fmla="*/ 16 w 49"/>
                <a:gd name="T47" fmla="*/ 41 h 63"/>
                <a:gd name="T48" fmla="*/ 17 w 49"/>
                <a:gd name="T49" fmla="*/ 38 h 63"/>
                <a:gd name="T50" fmla="*/ 16 w 49"/>
                <a:gd name="T51" fmla="*/ 33 h 63"/>
                <a:gd name="T52" fmla="*/ 13 w 49"/>
                <a:gd name="T53" fmla="*/ 30 h 63"/>
                <a:gd name="T54" fmla="*/ 12 w 49"/>
                <a:gd name="T55" fmla="*/ 27 h 63"/>
                <a:gd name="T56" fmla="*/ 10 w 49"/>
                <a:gd name="T57" fmla="*/ 26 h 63"/>
                <a:gd name="T58" fmla="*/ 9 w 49"/>
                <a:gd name="T59" fmla="*/ 22 h 63"/>
                <a:gd name="T60" fmla="*/ 10 w 49"/>
                <a:gd name="T61" fmla="*/ 19 h 63"/>
                <a:gd name="T62" fmla="*/ 11 w 49"/>
                <a:gd name="T63" fmla="*/ 10 h 63"/>
                <a:gd name="T64" fmla="*/ 16 w 49"/>
                <a:gd name="T65" fmla="*/ 3 h 63"/>
                <a:gd name="T66" fmla="*/ 21 w 49"/>
                <a:gd name="T67" fmla="*/ 0 h 63"/>
                <a:gd name="T68" fmla="*/ 24 w 49"/>
                <a:gd name="T69"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 h="63">
                  <a:moveTo>
                    <a:pt x="24" y="0"/>
                  </a:moveTo>
                  <a:cubicBezTo>
                    <a:pt x="26" y="0"/>
                    <a:pt x="27" y="0"/>
                    <a:pt x="28" y="0"/>
                  </a:cubicBezTo>
                  <a:cubicBezTo>
                    <a:pt x="29" y="0"/>
                    <a:pt x="30" y="1"/>
                    <a:pt x="31" y="1"/>
                  </a:cubicBezTo>
                  <a:cubicBezTo>
                    <a:pt x="32" y="2"/>
                    <a:pt x="33" y="2"/>
                    <a:pt x="33" y="3"/>
                  </a:cubicBezTo>
                  <a:cubicBezTo>
                    <a:pt x="34" y="4"/>
                    <a:pt x="35" y="4"/>
                    <a:pt x="35" y="5"/>
                  </a:cubicBezTo>
                  <a:cubicBezTo>
                    <a:pt x="36" y="6"/>
                    <a:pt x="37" y="8"/>
                    <a:pt x="38" y="9"/>
                  </a:cubicBezTo>
                  <a:cubicBezTo>
                    <a:pt x="38" y="11"/>
                    <a:pt x="38" y="12"/>
                    <a:pt x="39" y="14"/>
                  </a:cubicBezTo>
                  <a:cubicBezTo>
                    <a:pt x="39" y="16"/>
                    <a:pt x="39" y="17"/>
                    <a:pt x="39" y="19"/>
                  </a:cubicBezTo>
                  <a:cubicBezTo>
                    <a:pt x="39" y="19"/>
                    <a:pt x="39" y="20"/>
                    <a:pt x="40" y="20"/>
                  </a:cubicBezTo>
                  <a:cubicBezTo>
                    <a:pt x="40" y="20"/>
                    <a:pt x="40" y="21"/>
                    <a:pt x="40" y="21"/>
                  </a:cubicBezTo>
                  <a:cubicBezTo>
                    <a:pt x="40" y="22"/>
                    <a:pt x="40" y="22"/>
                    <a:pt x="40" y="23"/>
                  </a:cubicBezTo>
                  <a:cubicBezTo>
                    <a:pt x="40" y="23"/>
                    <a:pt x="40" y="24"/>
                    <a:pt x="39" y="25"/>
                  </a:cubicBezTo>
                  <a:cubicBezTo>
                    <a:pt x="39" y="25"/>
                    <a:pt x="39" y="26"/>
                    <a:pt x="39" y="26"/>
                  </a:cubicBezTo>
                  <a:cubicBezTo>
                    <a:pt x="38" y="26"/>
                    <a:pt x="38" y="27"/>
                    <a:pt x="38" y="27"/>
                  </a:cubicBezTo>
                  <a:cubicBezTo>
                    <a:pt x="37" y="28"/>
                    <a:pt x="37" y="28"/>
                    <a:pt x="37" y="29"/>
                  </a:cubicBezTo>
                  <a:cubicBezTo>
                    <a:pt x="37" y="29"/>
                    <a:pt x="37" y="30"/>
                    <a:pt x="36" y="30"/>
                  </a:cubicBezTo>
                  <a:cubicBezTo>
                    <a:pt x="36" y="31"/>
                    <a:pt x="36" y="31"/>
                    <a:pt x="35" y="32"/>
                  </a:cubicBezTo>
                  <a:cubicBezTo>
                    <a:pt x="35" y="32"/>
                    <a:pt x="34" y="33"/>
                    <a:pt x="33" y="33"/>
                  </a:cubicBezTo>
                  <a:cubicBezTo>
                    <a:pt x="33" y="34"/>
                    <a:pt x="33" y="35"/>
                    <a:pt x="33" y="35"/>
                  </a:cubicBezTo>
                  <a:cubicBezTo>
                    <a:pt x="33" y="36"/>
                    <a:pt x="33" y="37"/>
                    <a:pt x="33" y="37"/>
                  </a:cubicBezTo>
                  <a:cubicBezTo>
                    <a:pt x="33" y="38"/>
                    <a:pt x="33" y="39"/>
                    <a:pt x="33" y="39"/>
                  </a:cubicBezTo>
                  <a:cubicBezTo>
                    <a:pt x="33" y="40"/>
                    <a:pt x="34" y="41"/>
                    <a:pt x="34" y="41"/>
                  </a:cubicBezTo>
                  <a:cubicBezTo>
                    <a:pt x="35" y="42"/>
                    <a:pt x="36" y="42"/>
                    <a:pt x="36" y="43"/>
                  </a:cubicBezTo>
                  <a:cubicBezTo>
                    <a:pt x="33" y="46"/>
                    <a:pt x="33" y="46"/>
                    <a:pt x="33" y="46"/>
                  </a:cubicBezTo>
                  <a:cubicBezTo>
                    <a:pt x="32" y="61"/>
                    <a:pt x="32" y="61"/>
                    <a:pt x="32" y="61"/>
                  </a:cubicBezTo>
                  <a:cubicBezTo>
                    <a:pt x="32" y="61"/>
                    <a:pt x="44" y="59"/>
                    <a:pt x="47" y="59"/>
                  </a:cubicBezTo>
                  <a:cubicBezTo>
                    <a:pt x="49" y="57"/>
                    <a:pt x="49" y="57"/>
                    <a:pt x="49" y="57"/>
                  </a:cubicBezTo>
                  <a:cubicBezTo>
                    <a:pt x="49" y="57"/>
                    <a:pt x="49" y="57"/>
                    <a:pt x="49" y="58"/>
                  </a:cubicBezTo>
                  <a:cubicBezTo>
                    <a:pt x="49" y="59"/>
                    <a:pt x="48" y="59"/>
                    <a:pt x="48" y="60"/>
                  </a:cubicBezTo>
                  <a:cubicBezTo>
                    <a:pt x="48" y="60"/>
                    <a:pt x="47" y="61"/>
                    <a:pt x="46" y="61"/>
                  </a:cubicBezTo>
                  <a:cubicBezTo>
                    <a:pt x="45" y="61"/>
                    <a:pt x="44" y="62"/>
                    <a:pt x="43" y="62"/>
                  </a:cubicBezTo>
                  <a:cubicBezTo>
                    <a:pt x="42" y="62"/>
                    <a:pt x="40" y="62"/>
                    <a:pt x="38" y="62"/>
                  </a:cubicBezTo>
                  <a:cubicBezTo>
                    <a:pt x="37" y="63"/>
                    <a:pt x="35" y="63"/>
                    <a:pt x="33" y="63"/>
                  </a:cubicBezTo>
                  <a:cubicBezTo>
                    <a:pt x="32" y="63"/>
                    <a:pt x="30" y="63"/>
                    <a:pt x="28" y="63"/>
                  </a:cubicBezTo>
                  <a:cubicBezTo>
                    <a:pt x="27" y="63"/>
                    <a:pt x="26" y="63"/>
                    <a:pt x="24" y="63"/>
                  </a:cubicBezTo>
                  <a:cubicBezTo>
                    <a:pt x="23" y="63"/>
                    <a:pt x="22" y="63"/>
                    <a:pt x="20" y="63"/>
                  </a:cubicBezTo>
                  <a:cubicBezTo>
                    <a:pt x="19" y="63"/>
                    <a:pt x="17" y="63"/>
                    <a:pt x="16" y="63"/>
                  </a:cubicBezTo>
                  <a:cubicBezTo>
                    <a:pt x="14" y="63"/>
                    <a:pt x="12" y="63"/>
                    <a:pt x="11" y="62"/>
                  </a:cubicBezTo>
                  <a:cubicBezTo>
                    <a:pt x="9" y="62"/>
                    <a:pt x="8" y="62"/>
                    <a:pt x="6" y="62"/>
                  </a:cubicBezTo>
                  <a:cubicBezTo>
                    <a:pt x="5" y="62"/>
                    <a:pt x="4" y="62"/>
                    <a:pt x="3" y="61"/>
                  </a:cubicBezTo>
                  <a:cubicBezTo>
                    <a:pt x="3" y="61"/>
                    <a:pt x="2" y="61"/>
                    <a:pt x="1" y="61"/>
                  </a:cubicBezTo>
                  <a:cubicBezTo>
                    <a:pt x="1" y="60"/>
                    <a:pt x="0" y="59"/>
                    <a:pt x="0" y="57"/>
                  </a:cubicBezTo>
                  <a:cubicBezTo>
                    <a:pt x="0" y="55"/>
                    <a:pt x="0" y="53"/>
                    <a:pt x="1" y="51"/>
                  </a:cubicBezTo>
                  <a:cubicBezTo>
                    <a:pt x="1" y="49"/>
                    <a:pt x="2" y="48"/>
                    <a:pt x="3" y="47"/>
                  </a:cubicBezTo>
                  <a:cubicBezTo>
                    <a:pt x="4" y="46"/>
                    <a:pt x="5" y="46"/>
                    <a:pt x="6" y="45"/>
                  </a:cubicBezTo>
                  <a:cubicBezTo>
                    <a:pt x="7" y="45"/>
                    <a:pt x="9" y="44"/>
                    <a:pt x="10" y="44"/>
                  </a:cubicBezTo>
                  <a:cubicBezTo>
                    <a:pt x="11" y="44"/>
                    <a:pt x="12" y="43"/>
                    <a:pt x="14" y="42"/>
                  </a:cubicBezTo>
                  <a:cubicBezTo>
                    <a:pt x="14" y="42"/>
                    <a:pt x="15" y="41"/>
                    <a:pt x="16" y="41"/>
                  </a:cubicBezTo>
                  <a:cubicBezTo>
                    <a:pt x="16" y="40"/>
                    <a:pt x="16" y="40"/>
                    <a:pt x="16" y="39"/>
                  </a:cubicBezTo>
                  <a:cubicBezTo>
                    <a:pt x="17" y="39"/>
                    <a:pt x="17" y="38"/>
                    <a:pt x="17" y="38"/>
                  </a:cubicBezTo>
                  <a:cubicBezTo>
                    <a:pt x="17" y="37"/>
                    <a:pt x="17" y="36"/>
                    <a:pt x="17" y="36"/>
                  </a:cubicBezTo>
                  <a:cubicBezTo>
                    <a:pt x="17" y="35"/>
                    <a:pt x="16" y="34"/>
                    <a:pt x="16" y="33"/>
                  </a:cubicBezTo>
                  <a:cubicBezTo>
                    <a:pt x="15" y="33"/>
                    <a:pt x="15" y="32"/>
                    <a:pt x="14" y="32"/>
                  </a:cubicBezTo>
                  <a:cubicBezTo>
                    <a:pt x="14" y="31"/>
                    <a:pt x="13" y="31"/>
                    <a:pt x="13" y="30"/>
                  </a:cubicBezTo>
                  <a:cubicBezTo>
                    <a:pt x="13" y="30"/>
                    <a:pt x="13" y="29"/>
                    <a:pt x="12" y="29"/>
                  </a:cubicBezTo>
                  <a:cubicBezTo>
                    <a:pt x="12" y="28"/>
                    <a:pt x="12" y="28"/>
                    <a:pt x="12" y="27"/>
                  </a:cubicBezTo>
                  <a:cubicBezTo>
                    <a:pt x="11" y="27"/>
                    <a:pt x="11" y="27"/>
                    <a:pt x="11" y="26"/>
                  </a:cubicBezTo>
                  <a:cubicBezTo>
                    <a:pt x="11" y="26"/>
                    <a:pt x="10" y="26"/>
                    <a:pt x="10" y="26"/>
                  </a:cubicBezTo>
                  <a:cubicBezTo>
                    <a:pt x="10" y="25"/>
                    <a:pt x="10" y="24"/>
                    <a:pt x="10" y="24"/>
                  </a:cubicBezTo>
                  <a:cubicBezTo>
                    <a:pt x="9" y="23"/>
                    <a:pt x="9" y="22"/>
                    <a:pt x="9" y="22"/>
                  </a:cubicBezTo>
                  <a:cubicBezTo>
                    <a:pt x="9" y="21"/>
                    <a:pt x="9" y="21"/>
                    <a:pt x="10" y="20"/>
                  </a:cubicBezTo>
                  <a:cubicBezTo>
                    <a:pt x="10" y="20"/>
                    <a:pt x="10" y="19"/>
                    <a:pt x="10" y="19"/>
                  </a:cubicBezTo>
                  <a:cubicBezTo>
                    <a:pt x="10" y="17"/>
                    <a:pt x="10" y="16"/>
                    <a:pt x="10" y="14"/>
                  </a:cubicBezTo>
                  <a:cubicBezTo>
                    <a:pt x="11" y="13"/>
                    <a:pt x="11" y="11"/>
                    <a:pt x="11" y="10"/>
                  </a:cubicBezTo>
                  <a:cubicBezTo>
                    <a:pt x="12" y="8"/>
                    <a:pt x="12" y="7"/>
                    <a:pt x="13" y="6"/>
                  </a:cubicBezTo>
                  <a:cubicBezTo>
                    <a:pt x="14" y="5"/>
                    <a:pt x="15" y="4"/>
                    <a:pt x="16" y="3"/>
                  </a:cubicBezTo>
                  <a:cubicBezTo>
                    <a:pt x="17" y="2"/>
                    <a:pt x="18" y="1"/>
                    <a:pt x="19" y="1"/>
                  </a:cubicBezTo>
                  <a:cubicBezTo>
                    <a:pt x="20" y="0"/>
                    <a:pt x="21" y="0"/>
                    <a:pt x="21" y="0"/>
                  </a:cubicBezTo>
                  <a:cubicBezTo>
                    <a:pt x="22" y="0"/>
                    <a:pt x="23" y="0"/>
                    <a:pt x="24" y="0"/>
                  </a:cubicBezTo>
                  <a:close/>
                  <a:moveTo>
                    <a:pt x="24" y="0"/>
                  </a:moveTo>
                  <a:cubicBezTo>
                    <a:pt x="24" y="0"/>
                    <a:pt x="24" y="0"/>
                    <a:pt x="24" y="0"/>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n-ea"/>
                <a:ea typeface="+mn-ea"/>
              </a:endParaRPr>
            </a:p>
          </p:txBody>
        </p:sp>
      </p:grpSp>
      <p:sp>
        <p:nvSpPr>
          <p:cNvPr id="19" name="AutoShape 7"/>
          <p:cNvSpPr>
            <a:spLocks noChangeArrowheads="1"/>
          </p:cNvSpPr>
          <p:nvPr/>
        </p:nvSpPr>
        <p:spPr bwMode="auto">
          <a:xfrm>
            <a:off x="1722525" y="4533043"/>
            <a:ext cx="3857652" cy="323850"/>
          </a:xfrm>
          <a:prstGeom prst="flowChartAlternateProcess">
            <a:avLst/>
          </a:prstGeom>
          <a:solidFill>
            <a:srgbClr val="0070C0"/>
          </a:solidFill>
          <a:ln w="25400" cap="flat" cmpd="sng" algn="ctr">
            <a:noFill/>
            <a:prstDash val="solid"/>
            <a:round/>
            <a:headEnd type="none" w="med" len="med"/>
            <a:tailEnd type="none" w="med" len="med"/>
          </a:ln>
          <a:effectLst>
            <a:outerShdw blurRad="50800" dist="12700" dir="5400000" algn="t" rotWithShape="0">
              <a:schemeClr val="tx1">
                <a:lumMod val="85000"/>
                <a:lumOff val="15000"/>
                <a:alpha val="43000"/>
              </a:schemeClr>
            </a:outerShdw>
          </a:effectLst>
          <a:scene3d>
            <a:camera prst="orthographicFront"/>
            <a:lightRig rig="threePt" dir="t"/>
          </a:scene3d>
          <a:sp3d>
            <a:bevelT h="63500" prst="hardEdge"/>
          </a:sp3d>
        </p:spPr>
        <p:txBody>
          <a:bodyPr anchor="ctr"/>
          <a:lstStyle/>
          <a:p>
            <a:pPr>
              <a:defRPr/>
            </a:pPr>
            <a:r>
              <a:rPr lang="zh-CN" altLang="en-US" sz="1600" dirty="0">
                <a:solidFill>
                  <a:schemeClr val="bg1"/>
                </a:solidFill>
                <a:latin typeface="+mn-ea"/>
                <a:ea typeface="+mn-ea"/>
              </a:rPr>
              <a:t>现场演示：简单</a:t>
            </a:r>
            <a:r>
              <a:rPr lang="en-US" altLang="zh-CN" sz="1600" dirty="0">
                <a:solidFill>
                  <a:schemeClr val="bg1"/>
                </a:solidFill>
                <a:latin typeface="+mn-ea"/>
                <a:ea typeface="+mn-ea"/>
              </a:rPr>
              <a:t>if</a:t>
            </a:r>
            <a:r>
              <a:rPr lang="zh-CN" altLang="en-US" sz="1600" dirty="0">
                <a:solidFill>
                  <a:schemeClr val="bg1"/>
                </a:solidFill>
                <a:latin typeface="+mn-ea"/>
                <a:ea typeface="+mn-ea"/>
              </a:rPr>
              <a:t>单结构</a:t>
            </a:r>
            <a:endParaRPr lang="zh-CN" altLang="en-US" sz="1600" dirty="0">
              <a:solidFill>
                <a:schemeClr val="bg1"/>
              </a:solidFill>
              <a:latin typeface="+mn-ea"/>
              <a:ea typeface="+mn-ea"/>
            </a:endParaRPr>
          </a:p>
        </p:txBody>
      </p:sp>
      <p:pic>
        <p:nvPicPr>
          <p:cNvPr id="3" name="图片 2" descr="YZ@CA7{}VS(@5PD~@~14F$X"/>
          <p:cNvPicPr>
            <a:picLocks noChangeAspect="1"/>
          </p:cNvPicPr>
          <p:nvPr/>
        </p:nvPicPr>
        <p:blipFill>
          <a:blip r:embed="rId2"/>
          <a:stretch>
            <a:fillRect/>
          </a:stretch>
        </p:blipFill>
        <p:spPr>
          <a:xfrm>
            <a:off x="521970" y="3098800"/>
            <a:ext cx="2457450" cy="523875"/>
          </a:xfrm>
          <a:prstGeom prst="rect">
            <a:avLst/>
          </a:prstGeom>
        </p:spPr>
      </p:pic>
      <p:pic>
        <p:nvPicPr>
          <p:cNvPr id="4" name="图片 3" descr="T6Q($@VZDS]LCEFHQVKEFZT"/>
          <p:cNvPicPr>
            <a:picLocks noChangeAspect="1"/>
          </p:cNvPicPr>
          <p:nvPr/>
        </p:nvPicPr>
        <p:blipFill>
          <a:blip r:embed="rId3"/>
          <a:stretch>
            <a:fillRect/>
          </a:stretch>
        </p:blipFill>
        <p:spPr>
          <a:xfrm>
            <a:off x="3390900" y="2950845"/>
            <a:ext cx="2362200" cy="819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724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572422" grpId="0" animBg="1"/>
      <p:bldP spid="572422" grpId="1"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8959270" y="869156"/>
            <a:ext cx="184731"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fontAlgn="b" hangingPunct="1"/>
            <a:endParaRPr lang="zh-CN" altLang="en-US" sz="4400" b="1">
              <a:solidFill>
                <a:schemeClr val="tx2"/>
              </a:solidFill>
              <a:latin typeface="+mn-ea"/>
              <a:ea typeface="+mn-ea"/>
              <a:cs typeface="Times New Roman" panose="02020603050405020304" pitchFamily="18" charset="0"/>
            </a:endParaRPr>
          </a:p>
        </p:txBody>
      </p:sp>
      <p:sp>
        <p:nvSpPr>
          <p:cNvPr id="572422" name="AutoShape 6"/>
          <p:cNvSpPr>
            <a:spLocks noChangeArrowheads="1"/>
          </p:cNvSpPr>
          <p:nvPr/>
        </p:nvSpPr>
        <p:spPr bwMode="auto">
          <a:xfrm>
            <a:off x="521970" y="2493913"/>
            <a:ext cx="5109845" cy="1211243"/>
          </a:xfrm>
          <a:prstGeom prst="roundRect">
            <a:avLst>
              <a:gd name="adj" fmla="val 221"/>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score = int(input(“</a:t>
            </a:r>
            <a:r>
              <a:rPr lang="zh-CN" altLang="en-US" sz="1400" dirty="0">
                <a:solidFill>
                  <a:schemeClr val="tx1">
                    <a:lumMod val="75000"/>
                    <a:lumOff val="25000"/>
                  </a:schemeClr>
                </a:solidFill>
                <a:latin typeface="+mn-ea"/>
                <a:ea typeface="+mn-ea"/>
              </a:rPr>
              <a:t>请输入你的得分：</a:t>
            </a:r>
            <a:r>
              <a:rPr lang="en-US" altLang="zh-CN" sz="1400" dirty="0">
                <a:solidFill>
                  <a:schemeClr val="tx1">
                    <a:lumMod val="75000"/>
                    <a:lumOff val="25000"/>
                  </a:schemeClr>
                </a:solidFill>
                <a:latin typeface="+mn-ea"/>
                <a:ea typeface="+mn-ea"/>
              </a:rPr>
              <a:t>”))</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if score &gt;= 90:    #</a:t>
            </a:r>
            <a:r>
              <a:rPr lang="zh-CN" altLang="en-US" sz="1400" dirty="0">
                <a:solidFill>
                  <a:schemeClr val="tx1">
                    <a:lumMod val="75000"/>
                    <a:lumOff val="25000"/>
                  </a:schemeClr>
                </a:solidFill>
                <a:latin typeface="+mn-ea"/>
                <a:ea typeface="+mn-ea"/>
              </a:rPr>
              <a:t>判断是否大于等于</a:t>
            </a:r>
            <a:r>
              <a:rPr lang="en-US" altLang="zh-CN" sz="1400" dirty="0">
                <a:solidFill>
                  <a:schemeClr val="tx1">
                    <a:lumMod val="75000"/>
                    <a:lumOff val="25000"/>
                  </a:schemeClr>
                </a:solidFill>
                <a:latin typeface="+mn-ea"/>
                <a:ea typeface="+mn-ea"/>
              </a:rPr>
              <a:t>90</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pass</a:t>
            </a:r>
            <a:endParaRPr lang="zh-CN" altLang="en-US"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endParaRPr lang="en-US" altLang="zh-CN" sz="1400" dirty="0">
              <a:solidFill>
                <a:schemeClr val="tx1">
                  <a:lumMod val="75000"/>
                  <a:lumOff val="25000"/>
                </a:schemeClr>
              </a:solidFill>
              <a:latin typeface="+mn-ea"/>
              <a:ea typeface="+mn-ea"/>
            </a:endParaRPr>
          </a:p>
        </p:txBody>
      </p:sp>
      <p:sp>
        <p:nvSpPr>
          <p:cNvPr id="14" name="标题 13"/>
          <p:cNvSpPr>
            <a:spLocks noGrp="1"/>
          </p:cNvSpPr>
          <p:nvPr>
            <p:ph type="title"/>
          </p:nvPr>
        </p:nvSpPr>
        <p:spPr>
          <a:xfrm>
            <a:off x="2195739" y="141482"/>
            <a:ext cx="6768877" cy="368300"/>
          </a:xfrm>
          <a:noFill/>
        </p:spPr>
        <p:txBody>
          <a:bodyPr wrap="square">
            <a:spAutoFit/>
          </a:bodyPr>
          <a:lstStyle/>
          <a:p>
            <a:r>
              <a:rPr lang="en-US" altLang="zh-CN" dirty="0">
                <a:latin typeface="+mn-ea"/>
                <a:ea typeface="+mn-ea"/>
              </a:rPr>
              <a:t>pass </a:t>
            </a:r>
            <a:r>
              <a:rPr lang="zh-CN" altLang="en-US" dirty="0">
                <a:latin typeface="+mn-ea"/>
                <a:ea typeface="+mn-ea"/>
              </a:rPr>
              <a:t>语句</a:t>
            </a:r>
            <a:endParaRPr lang="zh-CN" altLang="en-US" dirty="0">
              <a:latin typeface="+mn-ea"/>
              <a:ea typeface="+mn-ea"/>
            </a:endParaRPr>
          </a:p>
        </p:txBody>
      </p:sp>
      <p:sp>
        <p:nvSpPr>
          <p:cNvPr id="22" name="副标题 21"/>
          <p:cNvSpPr>
            <a:spLocks noGrp="1"/>
          </p:cNvSpPr>
          <p:nvPr>
            <p:ph type="subTitle" idx="10"/>
          </p:nvPr>
        </p:nvSpPr>
        <p:spPr>
          <a:xfrm>
            <a:off x="417379" y="1022375"/>
            <a:ext cx="7488832" cy="360040"/>
          </a:xfrm>
        </p:spPr>
        <p:txBody>
          <a:bodyPr/>
          <a:lstStyle/>
          <a:p>
            <a:r>
              <a:rPr lang="en-US" altLang="zh-CN" dirty="0">
                <a:latin typeface="+mn-ea"/>
                <a:ea typeface="+mn-ea"/>
              </a:rPr>
              <a:t>pass主要作用就是占据位置，让代码整体完整。</a:t>
            </a:r>
            <a:endParaRPr lang="en-US" altLang="zh-CN" dirty="0">
              <a:latin typeface="+mn-ea"/>
              <a:ea typeface="+mn-ea"/>
            </a:endParaRPr>
          </a:p>
          <a:p>
            <a:r>
              <a:rPr lang="en-US" altLang="zh-CN" dirty="0">
                <a:latin typeface="+mn-ea"/>
                <a:ea typeface="+mn-ea"/>
              </a:rPr>
              <a:t>如果if</a:t>
            </a:r>
            <a:r>
              <a:rPr lang="zh-CN" altLang="en-US" dirty="0">
                <a:latin typeface="+mn-ea"/>
                <a:ea typeface="+mn-ea"/>
              </a:rPr>
              <a:t>语句</a:t>
            </a:r>
            <a:r>
              <a:rPr lang="en-US" altLang="zh-CN" dirty="0">
                <a:latin typeface="+mn-ea"/>
                <a:ea typeface="+mn-ea"/>
              </a:rPr>
              <a:t>为空</a:t>
            </a:r>
            <a:r>
              <a:rPr lang="zh-CN" altLang="en-US" dirty="0">
                <a:latin typeface="+mn-ea"/>
                <a:ea typeface="+mn-ea"/>
              </a:rPr>
              <a:t>，</a:t>
            </a:r>
            <a:r>
              <a:rPr lang="en-US" altLang="zh-CN" dirty="0">
                <a:latin typeface="+mn-ea"/>
                <a:ea typeface="+mn-ea"/>
              </a:rPr>
              <a:t>那么就会报错，</a:t>
            </a:r>
            <a:endParaRPr lang="en-US" altLang="zh-CN" dirty="0">
              <a:latin typeface="+mn-ea"/>
              <a:ea typeface="+mn-ea"/>
            </a:endParaRPr>
          </a:p>
          <a:p>
            <a:r>
              <a:rPr lang="en-US" altLang="zh-CN" dirty="0">
                <a:latin typeface="+mn-ea"/>
                <a:ea typeface="+mn-ea"/>
              </a:rPr>
              <a:t>当你还没想清楚if</a:t>
            </a:r>
            <a:r>
              <a:rPr lang="en-US" altLang="zh-CN" dirty="0">
                <a:latin typeface="+mn-ea"/>
                <a:ea typeface="+mn-ea"/>
              </a:rPr>
              <a:t>内部内容，就可以用pass来进行填坑。</a:t>
            </a:r>
            <a:endParaRPr lang="en-US" altLang="zh-CN"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24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422" grpId="0" animBg="1"/>
      <p:bldP spid="572422"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noFill/>
        </p:spPr>
        <p:txBody>
          <a:bodyPr anchor="ctr">
            <a:normAutofit/>
          </a:bodyPr>
          <a:lstStyle/>
          <a:p>
            <a:pPr marL="913130" indent="-913130"/>
            <a:r>
              <a:rPr lang="zh-CN" altLang="en-US" sz="4000" dirty="0">
                <a:solidFill>
                  <a:schemeClr val="accent5">
                    <a:lumMod val="50000"/>
                  </a:schemeClr>
                </a:solidFill>
              </a:rPr>
              <a:t>第二</a:t>
            </a:r>
            <a:r>
              <a:rPr lang="zh-CN" altLang="en-US" sz="4000" dirty="0">
                <a:solidFill>
                  <a:schemeClr val="accent5">
                    <a:lumMod val="50000"/>
                  </a:schemeClr>
                </a:solidFill>
              </a:rPr>
              <a:t>课时</a:t>
            </a:r>
            <a:endParaRPr lang="zh-CN" altLang="en-US" sz="4000" dirty="0">
              <a:solidFill>
                <a:schemeClr val="accent5">
                  <a:lumMod val="50000"/>
                </a:schemeClr>
              </a:solidFill>
            </a:endParaRPr>
          </a:p>
        </p:txBody>
      </p:sp>
      <p:sp>
        <p:nvSpPr>
          <p:cNvPr id="3" name="副标题 2"/>
          <p:cNvSpPr>
            <a:spLocks noGrp="1"/>
          </p:cNvSpPr>
          <p:nvPr>
            <p:ph type="subTitle" idx="1"/>
          </p:nvPr>
        </p:nvSpPr>
        <p:spPr>
          <a:xfrm>
            <a:off x="686108" y="2175417"/>
            <a:ext cx="7776864" cy="594066"/>
          </a:xfrm>
        </p:spPr>
        <p:txBody>
          <a:bodyPr/>
          <a:lstStyle/>
          <a:p>
            <a:r>
              <a:rPr lang="zh-CN" altLang="en-US" dirty="0"/>
              <a:t>双分支选择结构</a:t>
            </a:r>
            <a:endParaRPr lang="zh-CN" altLang="en-US" dirty="0"/>
          </a:p>
          <a:p>
            <a:r>
              <a:rPr lang="en-US" altLang="zh-CN" dirty="0"/>
              <a:t>if-else</a:t>
            </a:r>
            <a:endParaRPr lang="zh-CN" altLang="en-US" dirty="0"/>
          </a:p>
          <a:p>
            <a:endParaRPr lang="zh-CN" altLang="en-US" dirty="0">
              <a:solidFill>
                <a:schemeClr val="tx1">
                  <a:lumMod val="65000"/>
                  <a:lumOff val="35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p:cNvSpPr>
            <a:spLocks noGrp="1" noChangeArrowheads="1"/>
          </p:cNvSpPr>
          <p:nvPr>
            <p:ph type="title"/>
          </p:nvPr>
        </p:nvSpPr>
        <p:spPr>
          <a:xfrm>
            <a:off x="2195739" y="141482"/>
            <a:ext cx="6768877" cy="368300"/>
          </a:xfrm>
          <a:noFill/>
        </p:spPr>
        <p:txBody>
          <a:bodyPr wrap="square">
            <a:spAutoFit/>
          </a:bodyPr>
          <a:lstStyle/>
          <a:p>
            <a:r>
              <a:rPr lang="zh-CN" altLang="en-US" dirty="0">
                <a:latin typeface="+mj-ea"/>
              </a:rPr>
              <a:t>如何使用复杂条件的简单</a:t>
            </a:r>
            <a:r>
              <a:rPr lang="en-US" altLang="zh-CN" dirty="0" err="1">
                <a:latin typeface="+mj-ea"/>
              </a:rPr>
              <a:t>if</a:t>
            </a:r>
            <a:r>
              <a:rPr dirty="0" err="1">
                <a:latin typeface="+mj-ea"/>
              </a:rPr>
              <a:t>选择结构</a:t>
            </a:r>
            <a:endParaRPr lang="zh-CN" dirty="0">
              <a:latin typeface="+mj-ea"/>
            </a:endParaRPr>
          </a:p>
        </p:txBody>
      </p:sp>
      <p:sp>
        <p:nvSpPr>
          <p:cNvPr id="596995" name="Rectangle 3"/>
          <p:cNvSpPr>
            <a:spLocks noGrp="1" noChangeArrowheads="1"/>
          </p:cNvSpPr>
          <p:nvPr>
            <p:ph idx="1"/>
          </p:nvPr>
        </p:nvSpPr>
        <p:spPr/>
        <p:txBody>
          <a:bodyPr/>
          <a:lstStyle/>
          <a:p>
            <a:pPr marL="342900" lvl="1" indent="-342900">
              <a:buFont typeface="Wingdings" panose="05000000000000000000" pitchFamily="2" charset="2"/>
              <a:buChar char="n"/>
              <a:defRPr/>
            </a:pPr>
            <a:r>
              <a:rPr dirty="0" err="1"/>
              <a:t>期末考试如果小明的</a:t>
            </a:r>
            <a:r>
              <a:rPr lang="zh-CN" altLang="en-US" dirty="0"/>
              <a:t>数学</a:t>
            </a:r>
            <a:r>
              <a:rPr dirty="0" err="1"/>
              <a:t>成绩大于</a:t>
            </a:r>
            <a:r>
              <a:rPr dirty="0"/>
              <a:t> 98分</a:t>
            </a:r>
            <a:r>
              <a:rPr lang="zh-CN" dirty="0"/>
              <a:t>并且</a:t>
            </a:r>
            <a:r>
              <a:rPr lang="zh-CN" altLang="en-US" dirty="0"/>
              <a:t>语文</a:t>
            </a:r>
            <a:r>
              <a:rPr dirty="0" err="1"/>
              <a:t>成绩大于</a:t>
            </a:r>
            <a:r>
              <a:rPr dirty="0"/>
              <a:t> 80分，或者如果数学成绩等于100分</a:t>
            </a:r>
            <a:r>
              <a:rPr lang="zh-CN" dirty="0"/>
              <a:t>并且</a:t>
            </a:r>
            <a:r>
              <a:rPr dirty="0"/>
              <a:t>语文成绩大于70分，妈妈都会给小明奖励一个</a:t>
            </a:r>
            <a:r>
              <a:rPr lang="zh-CN" dirty="0"/>
              <a:t>苹果</a:t>
            </a:r>
            <a:r>
              <a:rPr dirty="0"/>
              <a:t>。</a:t>
            </a:r>
            <a:endParaRPr dirty="0"/>
          </a:p>
        </p:txBody>
      </p:sp>
      <p:sp>
        <p:nvSpPr>
          <p:cNvPr id="16" name="副标题 15"/>
          <p:cNvSpPr>
            <a:spLocks noGrp="1"/>
          </p:cNvSpPr>
          <p:nvPr>
            <p:ph type="subTitle" idx="10"/>
          </p:nvPr>
        </p:nvSpPr>
        <p:spPr/>
        <p:txBody>
          <a:bodyPr/>
          <a:lstStyle/>
          <a:p>
            <a:r>
              <a:rPr lang="zh-CN" altLang="en-US" dirty="0"/>
              <a:t>提出问题</a:t>
            </a:r>
            <a:endParaRPr lang="zh-CN" altLang="en-US" dirty="0"/>
          </a:p>
        </p:txBody>
      </p:sp>
      <p:graphicFrame>
        <p:nvGraphicFramePr>
          <p:cNvPr id="13" name="Group 29"/>
          <p:cNvGraphicFramePr>
            <a:graphicFrameLocks noGrp="1"/>
          </p:cNvGraphicFramePr>
          <p:nvPr/>
        </p:nvGraphicFramePr>
        <p:xfrm>
          <a:off x="857251" y="2071684"/>
          <a:ext cx="7286625" cy="1619250"/>
        </p:xfrm>
        <a:graphic>
          <a:graphicData uri="http://schemas.openxmlformats.org/drawingml/2006/table">
            <a:tbl>
              <a:tblPr/>
              <a:tblGrid>
                <a:gridCol w="1303338"/>
                <a:gridCol w="2378075"/>
                <a:gridCol w="3605212"/>
              </a:tblGrid>
              <a:tr h="357188">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pPr>
                      <a:r>
                        <a:rPr kumimoji="0" lang="zh-CN" altLang="en-US" sz="1500" b="0" i="0" u="none" strike="noStrike" cap="none" normalizeH="0" baseline="0" dirty="0">
                          <a:ln>
                            <a:noFill/>
                          </a:ln>
                          <a:solidFill>
                            <a:schemeClr val="bg1"/>
                          </a:solidFill>
                          <a:effectLst/>
                          <a:latin typeface="黑体" panose="02010609060101010101" pitchFamily="2" charset="-122"/>
                          <a:ea typeface="黑体" panose="02010609060101010101" pitchFamily="2" charset="-122"/>
                          <a:cs typeface="Times New Roman" panose="02020603050405020304" pitchFamily="18" charset="0"/>
                        </a:rPr>
                        <a:t>运算符</a:t>
                      </a:r>
                      <a:endParaRPr kumimoji="0" lang="zh-CN" altLang="en-US" sz="1500" b="1" i="0" u="none" strike="noStrike" cap="none" normalizeH="0" baseline="0" dirty="0">
                        <a:ln>
                          <a:noFill/>
                        </a:ln>
                        <a:solidFill>
                          <a:schemeClr val="bg1"/>
                        </a:solidFill>
                        <a:effectLst/>
                        <a:latin typeface="黑体" panose="02010609060101010101" pitchFamily="2" charset="-122"/>
                        <a:ea typeface="黑体" panose="02010609060101010101" pitchFamily="2" charset="-122"/>
                        <a:cs typeface="Times New Roman" panose="02020603050405020304" pitchFamily="18" charset="0"/>
                      </a:endParaRPr>
                    </a:p>
                  </a:txBody>
                  <a:tcPr marT="34290" marB="34290" anchor="ctr" horzOverflow="overflow">
                    <a:lnL w="12700" cap="flat" cmpd="sng" algn="ctr">
                      <a:solidFill>
                        <a:srgbClr val="2163B4"/>
                      </a:solidFill>
                      <a:prstDash val="solid"/>
                      <a:round/>
                      <a:headEnd type="none" w="med" len="med"/>
                      <a:tailEnd type="none" w="med" len="med"/>
                    </a:lnL>
                    <a:lnR w="12700" cap="flat" cmpd="sng" algn="ctr">
                      <a:solidFill>
                        <a:srgbClr val="2163B4"/>
                      </a:solidFill>
                      <a:prstDash val="solid"/>
                      <a:round/>
                      <a:headEnd type="none" w="med" len="med"/>
                      <a:tailEnd type="none" w="med" len="med"/>
                    </a:lnR>
                    <a:lnT w="12700" cap="flat" cmpd="sng" algn="ctr">
                      <a:solidFill>
                        <a:srgbClr val="2163B4"/>
                      </a:solidFill>
                      <a:prstDash val="solid"/>
                      <a:round/>
                      <a:headEnd type="none" w="med" len="med"/>
                      <a:tailEnd type="none" w="med" len="med"/>
                    </a:lnT>
                    <a:lnB w="12700" cap="flat" cmpd="sng" algn="ctr">
                      <a:solidFill>
                        <a:srgbClr val="2163B4"/>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pPr>
                      <a:r>
                        <a:rPr kumimoji="0" lang="zh-CN" altLang="en-US" sz="1500" b="0" i="0" u="none" strike="noStrike" cap="none" normalizeH="0" baseline="0">
                          <a:ln>
                            <a:noFill/>
                          </a:ln>
                          <a:solidFill>
                            <a:schemeClr val="bg1"/>
                          </a:solidFill>
                          <a:effectLst/>
                          <a:latin typeface="黑体" panose="02010609060101010101" pitchFamily="2" charset="-122"/>
                          <a:ea typeface="黑体" panose="02010609060101010101" pitchFamily="2" charset="-122"/>
                          <a:cs typeface="Times New Roman" panose="02020603050405020304" pitchFamily="18" charset="0"/>
                        </a:rPr>
                        <a:t>表达式</a:t>
                      </a:r>
                      <a:endParaRPr kumimoji="0" lang="zh-CN" altLang="en-US" sz="1500" b="0" i="0" u="none" strike="noStrike" cap="none" normalizeH="0" baseline="0">
                        <a:ln>
                          <a:noFill/>
                        </a:ln>
                        <a:solidFill>
                          <a:schemeClr val="bg1"/>
                        </a:solidFill>
                        <a:effectLst/>
                        <a:latin typeface="黑体" panose="02010609060101010101" pitchFamily="2" charset="-122"/>
                        <a:ea typeface="黑体" panose="02010609060101010101" pitchFamily="2" charset="-122"/>
                        <a:cs typeface="Times New Roman" panose="02020603050405020304" pitchFamily="18" charset="0"/>
                      </a:endParaRPr>
                    </a:p>
                  </a:txBody>
                  <a:tcPr marT="34290" marB="34290" anchor="ctr" horzOverflow="overflow">
                    <a:lnL w="12700" cap="flat" cmpd="sng" algn="ctr">
                      <a:solidFill>
                        <a:srgbClr val="2163B4"/>
                      </a:solidFill>
                      <a:prstDash val="solid"/>
                      <a:round/>
                      <a:headEnd type="none" w="med" len="med"/>
                      <a:tailEnd type="none" w="med" len="med"/>
                    </a:lnL>
                    <a:lnR w="12700" cap="flat" cmpd="sng" algn="ctr">
                      <a:solidFill>
                        <a:srgbClr val="2163B4"/>
                      </a:solidFill>
                      <a:prstDash val="solid"/>
                      <a:round/>
                      <a:headEnd type="none" w="med" len="med"/>
                      <a:tailEnd type="none" w="med" len="med"/>
                    </a:lnR>
                    <a:lnT w="12700" cap="flat" cmpd="sng" algn="ctr">
                      <a:solidFill>
                        <a:srgbClr val="2163B4"/>
                      </a:solidFill>
                      <a:prstDash val="solid"/>
                      <a:round/>
                      <a:headEnd type="none" w="med" len="med"/>
                      <a:tailEnd type="none" w="med" len="med"/>
                    </a:lnT>
                    <a:lnB w="12700" cap="flat" cmpd="sng" algn="ctr">
                      <a:solidFill>
                        <a:srgbClr val="2163B4"/>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pPr>
                      <a:r>
                        <a:rPr kumimoji="0" lang="zh-CN" altLang="en-US" sz="1500" b="0" i="0" u="none" strike="noStrike" cap="none" normalizeH="0" baseline="0" dirty="0">
                          <a:ln>
                            <a:noFill/>
                          </a:ln>
                          <a:solidFill>
                            <a:schemeClr val="bg1"/>
                          </a:solidFill>
                          <a:effectLst/>
                          <a:latin typeface="黑体" panose="02010609060101010101" pitchFamily="2" charset="-122"/>
                          <a:ea typeface="黑体" panose="02010609060101010101" pitchFamily="2" charset="-122"/>
                          <a:cs typeface="Times New Roman" panose="02020603050405020304" pitchFamily="18" charset="0"/>
                        </a:rPr>
                        <a:t>说   明 </a:t>
                      </a:r>
                      <a:endParaRPr kumimoji="0" lang="zh-CN" altLang="en-US" sz="1500" b="1" i="0" u="none" strike="noStrike" cap="none" normalizeH="0" baseline="0" dirty="0">
                        <a:ln>
                          <a:noFill/>
                        </a:ln>
                        <a:solidFill>
                          <a:schemeClr val="bg1"/>
                        </a:solidFill>
                        <a:effectLst/>
                        <a:latin typeface="黑体" panose="02010609060101010101" pitchFamily="2" charset="-122"/>
                        <a:ea typeface="黑体" panose="02010609060101010101" pitchFamily="2" charset="-122"/>
                        <a:cs typeface="Times New Roman" panose="02020603050405020304" pitchFamily="18" charset="0"/>
                      </a:endParaRPr>
                    </a:p>
                  </a:txBody>
                  <a:tcPr marT="34290" marB="34290" anchor="ctr" horzOverflow="overflow">
                    <a:lnL w="12700" cap="flat" cmpd="sng" algn="ctr">
                      <a:solidFill>
                        <a:srgbClr val="2163B4"/>
                      </a:solidFill>
                      <a:prstDash val="solid"/>
                      <a:round/>
                      <a:headEnd type="none" w="med" len="med"/>
                      <a:tailEnd type="none" w="med" len="med"/>
                    </a:lnL>
                    <a:lnR w="12700" cap="flat" cmpd="sng" algn="ctr">
                      <a:solidFill>
                        <a:srgbClr val="2163B4"/>
                      </a:solidFill>
                      <a:prstDash val="solid"/>
                      <a:round/>
                      <a:headEnd type="none" w="med" len="med"/>
                      <a:tailEnd type="none" w="med" len="med"/>
                    </a:lnR>
                    <a:lnT w="12700" cap="flat" cmpd="sng" algn="ctr">
                      <a:solidFill>
                        <a:srgbClr val="2163B4"/>
                      </a:solidFill>
                      <a:prstDash val="solid"/>
                      <a:round/>
                      <a:headEnd type="none" w="med" len="med"/>
                      <a:tailEnd type="none" w="med" len="med"/>
                    </a:lnT>
                    <a:lnB w="12700" cap="flat" cmpd="sng" algn="ctr">
                      <a:solidFill>
                        <a:srgbClr val="2163B4"/>
                      </a:solidFill>
                      <a:prstDash val="solid"/>
                      <a:round/>
                      <a:headEnd type="none" w="med" len="med"/>
                      <a:tailEnd type="none" w="med" len="med"/>
                    </a:lnB>
                    <a:lnTlToBr>
                      <a:noFill/>
                    </a:lnTlToBr>
                    <a:lnBlToTr>
                      <a:noFill/>
                    </a:lnBlToTr>
                    <a:solidFill>
                      <a:srgbClr val="0070C0"/>
                    </a:solidFill>
                  </a:tcPr>
                </a:tc>
              </a:tr>
              <a:tr h="631031">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pPr>
                      <a:r>
                        <a:rPr kumimoji="0" lang="en-US" altLang="zh-CN" sz="1500" b="1" i="0" u="none" strike="noStrike" cap="none" normalizeH="0" baseline="0" dirty="0">
                          <a:ln>
                            <a:noFill/>
                          </a:ln>
                          <a:solidFill>
                            <a:schemeClr val="tx1"/>
                          </a:solidFill>
                          <a:effectLst/>
                          <a:latin typeface="+mn-ea"/>
                          <a:ea typeface="+mn-ea"/>
                          <a:cs typeface="Times New Roman" panose="02020603050405020304" pitchFamily="18" charset="0"/>
                        </a:rPr>
                        <a:t>and</a:t>
                      </a:r>
                      <a:endParaRPr kumimoji="0" lang="en-US" altLang="zh-CN" sz="1500" b="1" i="0" u="none" strike="noStrike" cap="none" normalizeH="0" baseline="0" dirty="0">
                        <a:ln>
                          <a:noFill/>
                        </a:ln>
                        <a:solidFill>
                          <a:schemeClr val="tx1"/>
                        </a:solidFill>
                        <a:effectLst/>
                        <a:latin typeface="+mn-ea"/>
                        <a:ea typeface="+mn-ea"/>
                        <a:cs typeface="Times New Roman" panose="02020603050405020304" pitchFamily="18" charset="0"/>
                      </a:endParaRPr>
                    </a:p>
                  </a:txBody>
                  <a:tcPr marT="34290" marB="34290" anchor="ctr" horzOverflow="overflow">
                    <a:lnL w="12700" cap="flat" cmpd="sng" algn="ctr">
                      <a:solidFill>
                        <a:srgbClr val="2163B4"/>
                      </a:solidFill>
                      <a:prstDash val="solid"/>
                      <a:round/>
                      <a:headEnd type="none" w="med" len="med"/>
                      <a:tailEnd type="none" w="med" len="med"/>
                    </a:lnL>
                    <a:lnR w="12700" cap="flat" cmpd="sng" algn="ctr">
                      <a:solidFill>
                        <a:srgbClr val="2163B4"/>
                      </a:solidFill>
                      <a:prstDash val="solid"/>
                      <a:round/>
                      <a:headEnd type="none" w="med" len="med"/>
                      <a:tailEnd type="none" w="med" len="med"/>
                    </a:lnR>
                    <a:lnT w="12700" cap="flat" cmpd="sng" algn="ctr">
                      <a:solidFill>
                        <a:srgbClr val="2163B4"/>
                      </a:solidFill>
                      <a:prstDash val="solid"/>
                      <a:round/>
                      <a:headEnd type="none" w="med" len="med"/>
                      <a:tailEnd type="none" w="med" len="med"/>
                    </a:lnT>
                    <a:lnB w="12700" cap="flat" cmpd="sng" algn="ctr">
                      <a:solidFill>
                        <a:srgbClr val="2163B4"/>
                      </a:solidFill>
                      <a:prstDash val="solid"/>
                      <a:round/>
                      <a:headEnd type="none" w="med" len="med"/>
                      <a:tailEnd type="none" w="med" len="med"/>
                    </a:lnB>
                    <a:lnTlToBr>
                      <a:noFill/>
                    </a:lnTlToBr>
                    <a:lnBlToTr>
                      <a:noFill/>
                    </a:lnBlToTr>
                    <a:solidFill>
                      <a:srgbClr val="D3E2F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zh-CN" altLang="en-US" sz="1500" b="1" i="0" u="none" strike="noStrike" cap="none" normalizeH="0" baseline="0" dirty="0">
                          <a:ln>
                            <a:noFill/>
                          </a:ln>
                          <a:solidFill>
                            <a:schemeClr val="tx1"/>
                          </a:solidFill>
                          <a:effectLst/>
                          <a:latin typeface="+mn-ea"/>
                          <a:ea typeface="+mn-ea"/>
                        </a:rPr>
                        <a:t>条件</a:t>
                      </a:r>
                      <a:r>
                        <a:rPr kumimoji="0" lang="en-US" altLang="zh-CN" sz="1500" b="1" i="0" u="none" strike="noStrike" cap="none" normalizeH="0" baseline="0" dirty="0">
                          <a:ln>
                            <a:noFill/>
                          </a:ln>
                          <a:solidFill>
                            <a:schemeClr val="tx1"/>
                          </a:solidFill>
                          <a:effectLst/>
                          <a:latin typeface="+mn-ea"/>
                          <a:ea typeface="+mn-ea"/>
                        </a:rPr>
                        <a:t>1 and </a:t>
                      </a:r>
                      <a:r>
                        <a:rPr kumimoji="0" lang="zh-CN" altLang="en-US" sz="1500" b="1" i="0" u="none" strike="noStrike" cap="none" normalizeH="0" baseline="0" dirty="0">
                          <a:ln>
                            <a:noFill/>
                          </a:ln>
                          <a:solidFill>
                            <a:schemeClr val="tx1"/>
                          </a:solidFill>
                          <a:effectLst/>
                          <a:latin typeface="+mn-ea"/>
                          <a:ea typeface="+mn-ea"/>
                        </a:rPr>
                        <a:t>条件</a:t>
                      </a:r>
                      <a:r>
                        <a:rPr kumimoji="0" lang="en-US" altLang="zh-CN" sz="1500" b="1" i="0" u="none" strike="noStrike" cap="none" normalizeH="0" baseline="0" dirty="0">
                          <a:ln>
                            <a:noFill/>
                          </a:ln>
                          <a:solidFill>
                            <a:schemeClr val="tx1"/>
                          </a:solidFill>
                          <a:effectLst/>
                          <a:latin typeface="+mn-ea"/>
                          <a:ea typeface="+mn-ea"/>
                        </a:rPr>
                        <a:t>2</a:t>
                      </a:r>
                      <a:endParaRPr kumimoji="0" lang="en-US" altLang="zh-CN" sz="1500" b="1" i="0" u="none" strike="noStrike" cap="none" normalizeH="0" baseline="0" dirty="0">
                        <a:ln>
                          <a:noFill/>
                        </a:ln>
                        <a:solidFill>
                          <a:schemeClr val="tx1"/>
                        </a:solidFill>
                        <a:effectLst/>
                        <a:latin typeface="+mn-ea"/>
                        <a:ea typeface="+mn-ea"/>
                      </a:endParaRPr>
                    </a:p>
                  </a:txBody>
                  <a:tcPr marT="34290" marB="34290" anchor="ctr" horzOverflow="overflow">
                    <a:lnL w="12700" cap="flat" cmpd="sng" algn="ctr">
                      <a:solidFill>
                        <a:srgbClr val="2163B4"/>
                      </a:solidFill>
                      <a:prstDash val="solid"/>
                      <a:round/>
                      <a:headEnd type="none" w="med" len="med"/>
                      <a:tailEnd type="none" w="med" len="med"/>
                    </a:lnL>
                    <a:lnR w="12700" cap="flat" cmpd="sng" algn="ctr">
                      <a:solidFill>
                        <a:srgbClr val="2163B4"/>
                      </a:solidFill>
                      <a:prstDash val="solid"/>
                      <a:round/>
                      <a:headEnd type="none" w="med" len="med"/>
                      <a:tailEnd type="none" w="med" len="med"/>
                    </a:lnR>
                    <a:lnT w="12700" cap="flat" cmpd="sng" algn="ctr">
                      <a:solidFill>
                        <a:srgbClr val="2163B4"/>
                      </a:solidFill>
                      <a:prstDash val="solid"/>
                      <a:round/>
                      <a:headEnd type="none" w="med" len="med"/>
                      <a:tailEnd type="none" w="med" len="med"/>
                    </a:lnT>
                    <a:lnB w="12700" cap="flat" cmpd="sng" algn="ctr">
                      <a:solidFill>
                        <a:srgbClr val="2163B4"/>
                      </a:solidFill>
                      <a:prstDash val="solid"/>
                      <a:round/>
                      <a:headEnd type="none" w="med" len="med"/>
                      <a:tailEnd type="none" w="med" len="med"/>
                    </a:lnB>
                    <a:lnTlToBr>
                      <a:noFill/>
                    </a:lnTlToBr>
                    <a:lnBlToTr>
                      <a:noFill/>
                    </a:lnBlToTr>
                    <a:solidFill>
                      <a:srgbClr val="D3E2F7"/>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zh-CN" altLang="en-US" sz="1500" b="1" i="0" u="none" strike="noStrike" cap="none" normalizeH="0" baseline="0" dirty="0">
                          <a:ln>
                            <a:noFill/>
                          </a:ln>
                          <a:solidFill>
                            <a:schemeClr val="tx1"/>
                          </a:solidFill>
                          <a:effectLst/>
                          <a:latin typeface="+mn-ea"/>
                          <a:ea typeface="+mn-ea"/>
                          <a:cs typeface="Times New Roman" panose="02020603050405020304" pitchFamily="18" charset="0"/>
                        </a:rPr>
                        <a:t>仅仅两个条件同时为真，结果为真</a:t>
                      </a:r>
                      <a:endParaRPr kumimoji="0" lang="zh-CN" altLang="en-US" sz="1500" b="1" i="0" u="none" strike="noStrike" cap="none" normalizeH="0" baseline="0" dirty="0">
                        <a:ln>
                          <a:noFill/>
                        </a:ln>
                        <a:solidFill>
                          <a:schemeClr val="tx1"/>
                        </a:solidFill>
                        <a:effectLst/>
                        <a:latin typeface="+mn-ea"/>
                        <a:ea typeface="+mn-ea"/>
                        <a:cs typeface="Times New Roman" panose="02020603050405020304" pitchFamily="18" charset="0"/>
                      </a:endParaRPr>
                    </a:p>
                  </a:txBody>
                  <a:tcPr marT="34290" marB="34290" anchor="ctr" horzOverflow="overflow">
                    <a:lnL w="12700" cap="flat" cmpd="sng" algn="ctr">
                      <a:solidFill>
                        <a:srgbClr val="2163B4"/>
                      </a:solidFill>
                      <a:prstDash val="solid"/>
                      <a:round/>
                      <a:headEnd type="none" w="med" len="med"/>
                      <a:tailEnd type="none" w="med" len="med"/>
                    </a:lnL>
                    <a:lnR w="12700" cap="flat" cmpd="sng" algn="ctr">
                      <a:solidFill>
                        <a:srgbClr val="2163B4"/>
                      </a:solidFill>
                      <a:prstDash val="solid"/>
                      <a:round/>
                      <a:headEnd type="none" w="med" len="med"/>
                      <a:tailEnd type="none" w="med" len="med"/>
                    </a:lnR>
                    <a:lnT w="12700" cap="flat" cmpd="sng" algn="ctr">
                      <a:solidFill>
                        <a:srgbClr val="2163B4"/>
                      </a:solidFill>
                      <a:prstDash val="solid"/>
                      <a:round/>
                      <a:headEnd type="none" w="med" len="med"/>
                      <a:tailEnd type="none" w="med" len="med"/>
                    </a:lnT>
                    <a:lnB w="12700" cap="flat" cmpd="sng" algn="ctr">
                      <a:solidFill>
                        <a:srgbClr val="2163B4"/>
                      </a:solidFill>
                      <a:prstDash val="solid"/>
                      <a:round/>
                      <a:headEnd type="none" w="med" len="med"/>
                      <a:tailEnd type="none" w="med" len="med"/>
                    </a:lnB>
                    <a:lnTlToBr>
                      <a:noFill/>
                    </a:lnTlToBr>
                    <a:lnBlToTr>
                      <a:noFill/>
                    </a:lnBlToTr>
                    <a:solidFill>
                      <a:srgbClr val="D3E2F7"/>
                    </a:solidFill>
                  </a:tcPr>
                </a:tc>
              </a:tr>
              <a:tr h="631031">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pPr>
                      <a:r>
                        <a:rPr kumimoji="0" lang="en-US" altLang="zh-CN" sz="1500" b="1" i="0" u="none" strike="noStrike" cap="none" normalizeH="0" baseline="0" dirty="0">
                          <a:ln>
                            <a:noFill/>
                          </a:ln>
                          <a:solidFill>
                            <a:schemeClr val="tx1"/>
                          </a:solidFill>
                          <a:effectLst/>
                          <a:latin typeface="+mn-ea"/>
                          <a:ea typeface="+mn-ea"/>
                          <a:cs typeface="Times New Roman" panose="02020603050405020304" pitchFamily="18" charset="0"/>
                        </a:rPr>
                        <a:t>or</a:t>
                      </a:r>
                      <a:endParaRPr kumimoji="0" lang="en-US" altLang="zh-CN" sz="1500" b="1" i="0" u="none" strike="noStrike" cap="none" normalizeH="0" baseline="0" dirty="0">
                        <a:ln>
                          <a:noFill/>
                        </a:ln>
                        <a:solidFill>
                          <a:schemeClr val="tx1"/>
                        </a:solidFill>
                        <a:effectLst/>
                        <a:latin typeface="+mn-ea"/>
                        <a:ea typeface="+mn-ea"/>
                        <a:cs typeface="Times New Roman" panose="02020603050405020304" pitchFamily="18" charset="0"/>
                      </a:endParaRPr>
                    </a:p>
                  </a:txBody>
                  <a:tcPr marT="34290" marB="34290" anchor="ctr" horzOverflow="overflow">
                    <a:lnL w="12700" cap="flat" cmpd="sng" algn="ctr">
                      <a:solidFill>
                        <a:srgbClr val="2163B4"/>
                      </a:solidFill>
                      <a:prstDash val="solid"/>
                      <a:round/>
                      <a:headEnd type="none" w="med" len="med"/>
                      <a:tailEnd type="none" w="med" len="med"/>
                    </a:lnL>
                    <a:lnR w="12700" cap="flat" cmpd="sng" algn="ctr">
                      <a:solidFill>
                        <a:srgbClr val="2163B4"/>
                      </a:solidFill>
                      <a:prstDash val="solid"/>
                      <a:round/>
                      <a:headEnd type="none" w="med" len="med"/>
                      <a:tailEnd type="none" w="med" len="med"/>
                    </a:lnR>
                    <a:lnT w="12700" cap="flat" cmpd="sng" algn="ctr">
                      <a:solidFill>
                        <a:srgbClr val="2163B4"/>
                      </a:solidFill>
                      <a:prstDash val="solid"/>
                      <a:round/>
                      <a:headEnd type="none" w="med" len="med"/>
                      <a:tailEnd type="none" w="med" len="med"/>
                    </a:lnT>
                    <a:lnB w="12700" cap="flat" cmpd="sng" algn="ctr">
                      <a:solidFill>
                        <a:srgbClr val="2163B4"/>
                      </a:solidFill>
                      <a:prstDash val="solid"/>
                      <a:round/>
                      <a:headEnd type="none" w="med" len="med"/>
                      <a:tailEnd type="none" w="med" len="med"/>
                    </a:lnB>
                    <a:lnTlToBr>
                      <a:noFill/>
                    </a:lnTlToBr>
                    <a:lnBlToTr>
                      <a:noFill/>
                    </a:lnBlToTr>
                    <a:solidFill>
                      <a:srgbClr val="D3E2F7"/>
                    </a:solid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anose="05000000000000000000" pitchFamily="2" charset="2"/>
                        <a:buNone/>
                      </a:pPr>
                      <a:r>
                        <a:rPr lang="zh-CN" altLang="en-US" sz="1500" b="1" dirty="0">
                          <a:ln>
                            <a:noFill/>
                          </a:ln>
                          <a:effectLst/>
                          <a:latin typeface="+mn-ea"/>
                          <a:ea typeface="+mn-ea"/>
                          <a:sym typeface="+mn-ea"/>
                        </a:rPr>
                        <a:t>条件</a:t>
                      </a:r>
                      <a:r>
                        <a:rPr lang="en-US" altLang="zh-CN" sz="1500" b="1" dirty="0">
                          <a:ln>
                            <a:noFill/>
                          </a:ln>
                          <a:effectLst/>
                          <a:latin typeface="+mn-ea"/>
                          <a:ea typeface="+mn-ea"/>
                          <a:sym typeface="+mn-ea"/>
                        </a:rPr>
                        <a:t>1 or </a:t>
                      </a:r>
                      <a:r>
                        <a:rPr lang="zh-CN" altLang="en-US" sz="1500" b="1" dirty="0">
                          <a:ln>
                            <a:noFill/>
                          </a:ln>
                          <a:effectLst/>
                          <a:latin typeface="+mn-ea"/>
                          <a:ea typeface="+mn-ea"/>
                          <a:sym typeface="+mn-ea"/>
                        </a:rPr>
                        <a:t>条件</a:t>
                      </a:r>
                      <a:r>
                        <a:rPr lang="en-US" altLang="zh-CN" sz="1500" b="1" dirty="0">
                          <a:ln>
                            <a:noFill/>
                          </a:ln>
                          <a:effectLst/>
                          <a:latin typeface="+mn-ea"/>
                          <a:ea typeface="+mn-ea"/>
                          <a:sym typeface="+mn-ea"/>
                        </a:rPr>
                        <a:t>2</a:t>
                      </a:r>
                      <a:endParaRPr kumimoji="0" lang="zh-CN" altLang="en-US" sz="1500" b="1" i="0" u="none" strike="noStrike" cap="none" normalizeH="0" baseline="0" dirty="0">
                        <a:ln>
                          <a:noFill/>
                        </a:ln>
                        <a:solidFill>
                          <a:schemeClr val="tx1"/>
                        </a:solidFill>
                        <a:effectLst/>
                        <a:latin typeface="+mn-ea"/>
                        <a:ea typeface="+mn-ea"/>
                      </a:endParaRPr>
                    </a:p>
                  </a:txBody>
                  <a:tcPr marT="34290" marB="34290" anchor="ctr" horzOverflow="overflow">
                    <a:lnL w="12700" cap="flat" cmpd="sng" algn="ctr">
                      <a:solidFill>
                        <a:srgbClr val="2163B4"/>
                      </a:solidFill>
                      <a:prstDash val="solid"/>
                      <a:round/>
                      <a:headEnd type="none" w="med" len="med"/>
                      <a:tailEnd type="none" w="med" len="med"/>
                    </a:lnL>
                    <a:lnR w="12700" cap="flat" cmpd="sng" algn="ctr">
                      <a:solidFill>
                        <a:srgbClr val="2163B4"/>
                      </a:solidFill>
                      <a:prstDash val="solid"/>
                      <a:round/>
                      <a:headEnd type="none" w="med" len="med"/>
                      <a:tailEnd type="none" w="med" len="med"/>
                    </a:lnR>
                    <a:lnT w="12700" cap="flat" cmpd="sng" algn="ctr">
                      <a:solidFill>
                        <a:srgbClr val="2163B4"/>
                      </a:solidFill>
                      <a:prstDash val="solid"/>
                      <a:round/>
                      <a:headEnd type="none" w="med" len="med"/>
                      <a:tailEnd type="none" w="med" len="med"/>
                    </a:lnT>
                    <a:lnB w="12700" cap="flat" cmpd="sng" algn="ctr">
                      <a:solidFill>
                        <a:srgbClr val="2163B4"/>
                      </a:solidFill>
                      <a:prstDash val="solid"/>
                      <a:round/>
                      <a:headEnd type="none" w="med" len="med"/>
                      <a:tailEnd type="none" w="med" len="med"/>
                    </a:lnB>
                    <a:lnTlToBr>
                      <a:noFill/>
                    </a:lnTlToBr>
                    <a:lnBlToTr>
                      <a:noFill/>
                    </a:lnBlToTr>
                    <a:solidFill>
                      <a:srgbClr val="D3E2F7"/>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pPr>
                      <a:r>
                        <a:rPr kumimoji="0" lang="zh-CN" altLang="en-US" sz="1500" b="1" i="0" u="none" strike="noStrike" cap="none" normalizeH="0" baseline="0" dirty="0">
                          <a:ln>
                            <a:noFill/>
                          </a:ln>
                          <a:solidFill>
                            <a:schemeClr val="tx1"/>
                          </a:solidFill>
                          <a:effectLst/>
                          <a:latin typeface="+mn-ea"/>
                          <a:ea typeface="+mn-ea"/>
                          <a:cs typeface="Times New Roman" panose="02020603050405020304" pitchFamily="18" charset="0"/>
                        </a:rPr>
                        <a:t>当一个条件为真时候，结果为真</a:t>
                      </a:r>
                      <a:endParaRPr kumimoji="0" lang="zh-CN" altLang="en-US" sz="1500" b="1" i="0" u="none" strike="noStrike" cap="none" normalizeH="0" baseline="0" dirty="0">
                        <a:ln>
                          <a:noFill/>
                        </a:ln>
                        <a:solidFill>
                          <a:schemeClr val="tx1"/>
                        </a:solidFill>
                        <a:effectLst/>
                        <a:latin typeface="+mn-ea"/>
                        <a:ea typeface="+mn-ea"/>
                        <a:cs typeface="Times New Roman" panose="02020603050405020304" pitchFamily="18" charset="0"/>
                      </a:endParaRPr>
                    </a:p>
                  </a:txBody>
                  <a:tcPr marT="34290" marB="34290" anchor="ctr" horzOverflow="overflow">
                    <a:lnL w="12700" cap="flat" cmpd="sng" algn="ctr">
                      <a:solidFill>
                        <a:srgbClr val="2163B4"/>
                      </a:solidFill>
                      <a:prstDash val="solid"/>
                      <a:round/>
                      <a:headEnd type="none" w="med" len="med"/>
                      <a:tailEnd type="none" w="med" len="med"/>
                    </a:lnL>
                    <a:lnR w="12700" cap="flat" cmpd="sng" algn="ctr">
                      <a:solidFill>
                        <a:srgbClr val="2163B4"/>
                      </a:solidFill>
                      <a:prstDash val="solid"/>
                      <a:round/>
                      <a:headEnd type="none" w="med" len="med"/>
                      <a:tailEnd type="none" w="med" len="med"/>
                    </a:lnR>
                    <a:lnT w="12700" cap="flat" cmpd="sng" algn="ctr">
                      <a:solidFill>
                        <a:srgbClr val="2163B4"/>
                      </a:solidFill>
                      <a:prstDash val="solid"/>
                      <a:round/>
                      <a:headEnd type="none" w="med" len="med"/>
                      <a:tailEnd type="none" w="med" len="med"/>
                    </a:lnT>
                    <a:lnB w="12700" cap="flat" cmpd="sng" algn="ctr">
                      <a:solidFill>
                        <a:srgbClr val="2163B4"/>
                      </a:solidFill>
                      <a:prstDash val="solid"/>
                      <a:round/>
                      <a:headEnd type="none" w="med" len="med"/>
                      <a:tailEnd type="none" w="med" len="med"/>
                    </a:lnB>
                    <a:lnTlToBr>
                      <a:noFill/>
                    </a:lnTlToBr>
                    <a:lnBlToTr>
                      <a:noFill/>
                    </a:lnBlToTr>
                    <a:solidFill>
                      <a:srgbClr val="D3E2F7"/>
                    </a:solidFill>
                  </a:tcPr>
                </a:tc>
              </a:tr>
            </a:tbl>
          </a:graphicData>
        </a:graphic>
      </p:graphicFrame>
      <p:sp>
        <p:nvSpPr>
          <p:cNvPr id="12" name="Text Box 21"/>
          <p:cNvSpPr txBox="1">
            <a:spLocks noChangeArrowheads="1"/>
          </p:cNvSpPr>
          <p:nvPr/>
        </p:nvSpPr>
        <p:spPr bwMode="auto">
          <a:xfrm>
            <a:off x="785814" y="2214560"/>
            <a:ext cx="7056437" cy="431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rgbClr val="0E9CDE"/>
              </a:buClr>
              <a:buSzPct val="100000"/>
            </a:pPr>
            <a:r>
              <a:rPr lang="zh-CN" altLang="en-US" sz="2600" b="1" dirty="0">
                <a:solidFill>
                  <a:schemeClr val="tx1">
                    <a:lumMod val="75000"/>
                    <a:lumOff val="25000"/>
                  </a:schemeClr>
                </a:solidFill>
                <a:ea typeface="微软雅黑" panose="020B0503020204020204" pitchFamily="34" charset="-122"/>
              </a:rPr>
              <a:t>奖励的</a:t>
            </a:r>
            <a:r>
              <a:rPr lang="zh-CN" altLang="en-GB" sz="2600" b="1" dirty="0">
                <a:solidFill>
                  <a:schemeClr val="tx1">
                    <a:lumMod val="75000"/>
                    <a:lumOff val="25000"/>
                  </a:schemeClr>
                </a:solidFill>
                <a:ea typeface="微软雅黑" panose="020B0503020204020204" pitchFamily="34" charset="-122"/>
              </a:rPr>
              <a:t>条件</a:t>
            </a:r>
            <a:endParaRPr lang="en-US" altLang="zh-CN" sz="2600" b="1" dirty="0">
              <a:solidFill>
                <a:schemeClr val="tx1">
                  <a:lumMod val="75000"/>
                  <a:lumOff val="25000"/>
                </a:schemeClr>
              </a:solidFill>
              <a:ea typeface="微软雅黑" panose="020B0503020204020204" pitchFamily="34" charset="-122"/>
            </a:endParaRPr>
          </a:p>
        </p:txBody>
      </p:sp>
      <p:sp>
        <p:nvSpPr>
          <p:cNvPr id="596996" name="AutoShape 4"/>
          <p:cNvSpPr>
            <a:spLocks noChangeArrowheads="1"/>
          </p:cNvSpPr>
          <p:nvPr/>
        </p:nvSpPr>
        <p:spPr bwMode="auto">
          <a:xfrm>
            <a:off x="1928794" y="1928808"/>
            <a:ext cx="5184775" cy="412028"/>
          </a:xfrm>
          <a:prstGeom prst="roundRect">
            <a:avLst>
              <a:gd name="adj" fmla="val 16667"/>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lvl="1" indent="-224155" defTabSz="381000">
              <a:lnSpc>
                <a:spcPct val="130000"/>
              </a:lnSpc>
              <a:buClr>
                <a:schemeClr val="folHlink"/>
              </a:buClr>
              <a:buSzPct val="60000"/>
              <a:tabLst>
                <a:tab pos="444500" algn="l"/>
              </a:tabLst>
              <a:defRPr/>
            </a:pPr>
            <a:r>
              <a:rPr lang="zh-CN" altLang="en-US" sz="1400" dirty="0">
                <a:solidFill>
                  <a:schemeClr val="tx1">
                    <a:lumMod val="75000"/>
                    <a:lumOff val="25000"/>
                  </a:schemeClr>
                </a:solidFill>
                <a:latin typeface="+mn-ea"/>
                <a:ea typeface="+mn-ea"/>
              </a:rPr>
              <a:t>分析：怎样把多个条件连接起来？</a:t>
            </a:r>
            <a:endParaRPr lang="zh-CN" altLang="en-US" sz="1400" dirty="0">
              <a:solidFill>
                <a:schemeClr val="tx1">
                  <a:lumMod val="75000"/>
                  <a:lumOff val="25000"/>
                </a:schemeClr>
              </a:solidFill>
              <a:latin typeface="+mn-ea"/>
              <a:ea typeface="+mn-ea"/>
            </a:endParaRPr>
          </a:p>
        </p:txBody>
      </p:sp>
      <p:sp>
        <p:nvSpPr>
          <p:cNvPr id="596997" name="AutoShape 5"/>
          <p:cNvSpPr>
            <a:spLocks noChangeArrowheads="1"/>
          </p:cNvSpPr>
          <p:nvPr/>
        </p:nvSpPr>
        <p:spPr bwMode="auto">
          <a:xfrm>
            <a:off x="1908176" y="1928808"/>
            <a:ext cx="5184775" cy="428628"/>
          </a:xfrm>
          <a:prstGeom prst="roundRect">
            <a:avLst>
              <a:gd name="adj" fmla="val 16667"/>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lvl="1" indent="-224155" defTabSz="381000">
              <a:lnSpc>
                <a:spcPct val="130000"/>
              </a:lnSpc>
              <a:buClr>
                <a:schemeClr val="folHlink"/>
              </a:buClr>
              <a:buSzPct val="60000"/>
              <a:tabLst>
                <a:tab pos="444500" algn="l"/>
              </a:tabLst>
              <a:defRPr/>
            </a:pPr>
            <a:r>
              <a:rPr lang="zh-CN" altLang="en-US" sz="1400" dirty="0">
                <a:solidFill>
                  <a:schemeClr val="tx1">
                    <a:lumMod val="75000"/>
                    <a:lumOff val="25000"/>
                  </a:schemeClr>
                </a:solidFill>
                <a:latin typeface="+mn-ea"/>
                <a:ea typeface="+mn-ea"/>
              </a:rPr>
              <a:t>使用</a:t>
            </a:r>
            <a:r>
              <a:rPr lang="zh-CN" altLang="en-US" sz="1400" dirty="0">
                <a:solidFill>
                  <a:srgbClr val="FF0000"/>
                </a:solidFill>
                <a:latin typeface="+mn-ea"/>
                <a:ea typeface="+mn-ea"/>
              </a:rPr>
              <a:t>逻辑运算符</a:t>
            </a:r>
            <a:endParaRPr lang="zh-CN" altLang="en-US" sz="1400" dirty="0">
              <a:solidFill>
                <a:srgbClr val="FF0000"/>
              </a:solidFill>
              <a:latin typeface="+mn-ea"/>
              <a:ea typeface="+mn-ea"/>
            </a:endParaRPr>
          </a:p>
        </p:txBody>
      </p:sp>
      <p:sp>
        <p:nvSpPr>
          <p:cNvPr id="11" name="AutoShape 6"/>
          <p:cNvSpPr>
            <a:spLocks noChangeArrowheads="1"/>
          </p:cNvSpPr>
          <p:nvPr/>
        </p:nvSpPr>
        <p:spPr bwMode="auto">
          <a:xfrm>
            <a:off x="689749" y="3791517"/>
            <a:ext cx="7662863" cy="410962"/>
          </a:xfrm>
          <a:prstGeom prst="roundRect">
            <a:avLst>
              <a:gd name="adj" fmla="val 16667"/>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lvl="1" indent="-224155" algn="ctr" defTabSz="381000">
              <a:lnSpc>
                <a:spcPct val="130000"/>
              </a:lnSpc>
              <a:buClr>
                <a:schemeClr val="folHlink"/>
              </a:buClr>
              <a:buSzPct val="60000"/>
              <a:tabLst>
                <a:tab pos="444500" algn="l"/>
              </a:tabLst>
              <a:defRPr/>
            </a:pPr>
            <a:r>
              <a:rPr lang="it-IT" altLang="zh-CN" sz="1400" dirty="0">
                <a:solidFill>
                  <a:schemeClr val="tx1">
                    <a:lumMod val="75000"/>
                    <a:lumOff val="25000"/>
                  </a:schemeClr>
                </a:solidFill>
                <a:latin typeface="+mn-ea"/>
                <a:ea typeface="+mn-ea"/>
              </a:rPr>
              <a:t>(math&gt;98 </a:t>
            </a:r>
            <a:r>
              <a:rPr lang="en-US" altLang="it-IT" sz="1400" dirty="0">
                <a:solidFill>
                  <a:schemeClr val="tx1">
                    <a:lumMod val="75000"/>
                    <a:lumOff val="25000"/>
                  </a:schemeClr>
                </a:solidFill>
                <a:latin typeface="+mn-ea"/>
                <a:ea typeface="+mn-ea"/>
              </a:rPr>
              <a:t>and </a:t>
            </a:r>
            <a:r>
              <a:rPr lang="it-IT" altLang="zh-CN" sz="1400" dirty="0">
                <a:solidFill>
                  <a:schemeClr val="tx1">
                    <a:lumMod val="75000"/>
                    <a:lumOff val="25000"/>
                  </a:schemeClr>
                </a:solidFill>
                <a:latin typeface="+mn-ea"/>
                <a:ea typeface="+mn-ea"/>
              </a:rPr>
              <a:t>chinese&gt;80) </a:t>
            </a:r>
            <a:r>
              <a:rPr lang="en-US" altLang="it-IT" sz="1400" dirty="0">
                <a:solidFill>
                  <a:schemeClr val="tx1">
                    <a:lumMod val="75000"/>
                    <a:lumOff val="25000"/>
                  </a:schemeClr>
                </a:solidFill>
                <a:latin typeface="+mn-ea"/>
                <a:ea typeface="+mn-ea"/>
              </a:rPr>
              <a:t>or </a:t>
            </a:r>
            <a:r>
              <a:rPr lang="it-IT" altLang="zh-CN" sz="1400" dirty="0">
                <a:solidFill>
                  <a:schemeClr val="tx1">
                    <a:lumMod val="75000"/>
                    <a:lumOff val="25000"/>
                  </a:schemeClr>
                </a:solidFill>
                <a:latin typeface="+mn-ea"/>
                <a:ea typeface="+mn-ea"/>
              </a:rPr>
              <a:t>(math==100 </a:t>
            </a:r>
            <a:r>
              <a:rPr lang="en-US" altLang="it-IT" sz="1400" dirty="0">
                <a:solidFill>
                  <a:schemeClr val="tx1">
                    <a:lumMod val="75000"/>
                    <a:lumOff val="25000"/>
                  </a:schemeClr>
                </a:solidFill>
                <a:latin typeface="+mn-ea"/>
                <a:ea typeface="+mn-ea"/>
              </a:rPr>
              <a:t>and </a:t>
            </a:r>
            <a:r>
              <a:rPr lang="it-IT" altLang="zh-CN" sz="1400" dirty="0">
                <a:solidFill>
                  <a:schemeClr val="tx1">
                    <a:lumMod val="75000"/>
                    <a:lumOff val="25000"/>
                  </a:schemeClr>
                </a:solidFill>
                <a:latin typeface="+mn-ea"/>
                <a:ea typeface="+mn-ea"/>
              </a:rPr>
              <a:t>chinese&gt;70)</a:t>
            </a:r>
            <a:endParaRPr lang="it-IT" altLang="zh-CN" sz="1400" dirty="0">
              <a:solidFill>
                <a:schemeClr val="tx1">
                  <a:lumMod val="75000"/>
                  <a:lumOff val="25000"/>
                </a:schemeClr>
              </a:solidFill>
              <a:latin typeface="+mn-ea"/>
              <a:ea typeface="+mn-ea"/>
            </a:endParaRPr>
          </a:p>
        </p:txBody>
      </p:sp>
      <p:sp>
        <p:nvSpPr>
          <p:cNvPr id="15" name="Freeform 59"/>
          <p:cNvSpPr>
            <a:spLocks noEditPoints="1"/>
          </p:cNvSpPr>
          <p:nvPr/>
        </p:nvSpPr>
        <p:spPr bwMode="auto">
          <a:xfrm>
            <a:off x="285720" y="785800"/>
            <a:ext cx="228600" cy="228600"/>
          </a:xfrm>
          <a:custGeom>
            <a:avLst/>
            <a:gdLst>
              <a:gd name="T0" fmla="*/ 30 w 61"/>
              <a:gd name="T1" fmla="*/ 0 h 61"/>
              <a:gd name="T2" fmla="*/ 0 w 61"/>
              <a:gd name="T3" fmla="*/ 31 h 61"/>
              <a:gd name="T4" fmla="*/ 30 w 61"/>
              <a:gd name="T5" fmla="*/ 61 h 61"/>
              <a:gd name="T6" fmla="*/ 61 w 61"/>
              <a:gd name="T7" fmla="*/ 31 h 61"/>
              <a:gd name="T8" fmla="*/ 30 w 61"/>
              <a:gd name="T9" fmla="*/ 0 h 61"/>
              <a:gd name="T10" fmla="*/ 34 w 61"/>
              <a:gd name="T11" fmla="*/ 44 h 61"/>
              <a:gd name="T12" fmla="*/ 34 w 61"/>
              <a:gd name="T13" fmla="*/ 49 h 61"/>
              <a:gd name="T14" fmla="*/ 27 w 61"/>
              <a:gd name="T15" fmla="*/ 49 h 61"/>
              <a:gd name="T16" fmla="*/ 27 w 61"/>
              <a:gd name="T17" fmla="*/ 43 h 61"/>
              <a:gd name="T18" fmla="*/ 34 w 61"/>
              <a:gd name="T19" fmla="*/ 43 h 61"/>
              <a:gd name="T20" fmla="*/ 34 w 61"/>
              <a:gd name="T21" fmla="*/ 44 h 61"/>
              <a:gd name="T22" fmla="*/ 34 w 61"/>
              <a:gd name="T23" fmla="*/ 44 h 61"/>
              <a:gd name="T24" fmla="*/ 42 w 61"/>
              <a:gd name="T25" fmla="*/ 25 h 61"/>
              <a:gd name="T26" fmla="*/ 38 w 61"/>
              <a:gd name="T27" fmla="*/ 30 h 61"/>
              <a:gd name="T28" fmla="*/ 34 w 61"/>
              <a:gd name="T29" fmla="*/ 34 h 61"/>
              <a:gd name="T30" fmla="*/ 33 w 61"/>
              <a:gd name="T31" fmla="*/ 39 h 61"/>
              <a:gd name="T32" fmla="*/ 33 w 61"/>
              <a:gd name="T33" fmla="*/ 40 h 61"/>
              <a:gd name="T34" fmla="*/ 27 w 61"/>
              <a:gd name="T35" fmla="*/ 40 h 61"/>
              <a:gd name="T36" fmla="*/ 27 w 61"/>
              <a:gd name="T37" fmla="*/ 39 h 61"/>
              <a:gd name="T38" fmla="*/ 28 w 61"/>
              <a:gd name="T39" fmla="*/ 33 h 61"/>
              <a:gd name="T40" fmla="*/ 32 w 61"/>
              <a:gd name="T41" fmla="*/ 27 h 61"/>
              <a:gd name="T42" fmla="*/ 36 w 61"/>
              <a:gd name="T43" fmla="*/ 23 h 61"/>
              <a:gd name="T44" fmla="*/ 37 w 61"/>
              <a:gd name="T45" fmla="*/ 20 h 61"/>
              <a:gd name="T46" fmla="*/ 35 w 61"/>
              <a:gd name="T47" fmla="*/ 16 h 61"/>
              <a:gd name="T48" fmla="*/ 30 w 61"/>
              <a:gd name="T49" fmla="*/ 15 h 61"/>
              <a:gd name="T50" fmla="*/ 24 w 61"/>
              <a:gd name="T51" fmla="*/ 22 h 61"/>
              <a:gd name="T52" fmla="*/ 24 w 61"/>
              <a:gd name="T53" fmla="*/ 23 h 61"/>
              <a:gd name="T54" fmla="*/ 18 w 61"/>
              <a:gd name="T55" fmla="*/ 23 h 61"/>
              <a:gd name="T56" fmla="*/ 18 w 61"/>
              <a:gd name="T57" fmla="*/ 22 h 61"/>
              <a:gd name="T58" fmla="*/ 19 w 61"/>
              <a:gd name="T59" fmla="*/ 16 h 61"/>
              <a:gd name="T60" fmla="*/ 22 w 61"/>
              <a:gd name="T61" fmla="*/ 13 h 61"/>
              <a:gd name="T62" fmla="*/ 26 w 61"/>
              <a:gd name="T63" fmla="*/ 10 h 61"/>
              <a:gd name="T64" fmla="*/ 31 w 61"/>
              <a:gd name="T65" fmla="*/ 9 h 61"/>
              <a:gd name="T66" fmla="*/ 40 w 61"/>
              <a:gd name="T67" fmla="*/ 12 h 61"/>
              <a:gd name="T68" fmla="*/ 43 w 61"/>
              <a:gd name="T69" fmla="*/ 20 h 61"/>
              <a:gd name="T70" fmla="*/ 42 w 61"/>
              <a:gd name="T71" fmla="*/ 25 h 61"/>
              <a:gd name="T72" fmla="*/ 42 w 61"/>
              <a:gd name="T73" fmla="*/ 25 h 61"/>
              <a:gd name="T74" fmla="*/ 42 w 61"/>
              <a:gd name="T75"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61">
                <a:moveTo>
                  <a:pt x="30" y="0"/>
                </a:moveTo>
                <a:cubicBezTo>
                  <a:pt x="14" y="0"/>
                  <a:pt x="0" y="14"/>
                  <a:pt x="0" y="31"/>
                </a:cubicBezTo>
                <a:cubicBezTo>
                  <a:pt x="0" y="47"/>
                  <a:pt x="14" y="61"/>
                  <a:pt x="30" y="61"/>
                </a:cubicBezTo>
                <a:cubicBezTo>
                  <a:pt x="47" y="61"/>
                  <a:pt x="61" y="47"/>
                  <a:pt x="61" y="31"/>
                </a:cubicBezTo>
                <a:cubicBezTo>
                  <a:pt x="61" y="14"/>
                  <a:pt x="47" y="0"/>
                  <a:pt x="30" y="0"/>
                </a:cubicBezTo>
                <a:close/>
                <a:moveTo>
                  <a:pt x="34" y="44"/>
                </a:moveTo>
                <a:cubicBezTo>
                  <a:pt x="34" y="49"/>
                  <a:pt x="34" y="49"/>
                  <a:pt x="34" y="49"/>
                </a:cubicBezTo>
                <a:cubicBezTo>
                  <a:pt x="27" y="49"/>
                  <a:pt x="27" y="49"/>
                  <a:pt x="27" y="49"/>
                </a:cubicBezTo>
                <a:cubicBezTo>
                  <a:pt x="27" y="43"/>
                  <a:pt x="27" y="43"/>
                  <a:pt x="27" y="43"/>
                </a:cubicBezTo>
                <a:cubicBezTo>
                  <a:pt x="34" y="43"/>
                  <a:pt x="34" y="43"/>
                  <a:pt x="34" y="43"/>
                </a:cubicBezTo>
                <a:cubicBezTo>
                  <a:pt x="34" y="44"/>
                  <a:pt x="34" y="44"/>
                  <a:pt x="34" y="44"/>
                </a:cubicBezTo>
                <a:cubicBezTo>
                  <a:pt x="34" y="44"/>
                  <a:pt x="34" y="44"/>
                  <a:pt x="34" y="44"/>
                </a:cubicBezTo>
                <a:close/>
                <a:moveTo>
                  <a:pt x="42" y="25"/>
                </a:moveTo>
                <a:cubicBezTo>
                  <a:pt x="41" y="26"/>
                  <a:pt x="40" y="28"/>
                  <a:pt x="38" y="30"/>
                </a:cubicBezTo>
                <a:cubicBezTo>
                  <a:pt x="35" y="32"/>
                  <a:pt x="34" y="34"/>
                  <a:pt x="34" y="34"/>
                </a:cubicBezTo>
                <a:cubicBezTo>
                  <a:pt x="33" y="35"/>
                  <a:pt x="33" y="36"/>
                  <a:pt x="33" y="39"/>
                </a:cubicBezTo>
                <a:cubicBezTo>
                  <a:pt x="33" y="40"/>
                  <a:pt x="33" y="40"/>
                  <a:pt x="33" y="40"/>
                </a:cubicBezTo>
                <a:cubicBezTo>
                  <a:pt x="27" y="40"/>
                  <a:pt x="27" y="40"/>
                  <a:pt x="27" y="40"/>
                </a:cubicBezTo>
                <a:cubicBezTo>
                  <a:pt x="27" y="39"/>
                  <a:pt x="27" y="39"/>
                  <a:pt x="27" y="39"/>
                </a:cubicBezTo>
                <a:cubicBezTo>
                  <a:pt x="27" y="36"/>
                  <a:pt x="27" y="35"/>
                  <a:pt x="28" y="33"/>
                </a:cubicBezTo>
                <a:cubicBezTo>
                  <a:pt x="29" y="31"/>
                  <a:pt x="30" y="29"/>
                  <a:pt x="32" y="27"/>
                </a:cubicBezTo>
                <a:cubicBezTo>
                  <a:pt x="34" y="25"/>
                  <a:pt x="36" y="24"/>
                  <a:pt x="36" y="23"/>
                </a:cubicBezTo>
                <a:cubicBezTo>
                  <a:pt x="36" y="22"/>
                  <a:pt x="37" y="21"/>
                  <a:pt x="37" y="20"/>
                </a:cubicBezTo>
                <a:cubicBezTo>
                  <a:pt x="37" y="19"/>
                  <a:pt x="36" y="17"/>
                  <a:pt x="35" y="16"/>
                </a:cubicBezTo>
                <a:cubicBezTo>
                  <a:pt x="34" y="15"/>
                  <a:pt x="32" y="15"/>
                  <a:pt x="30" y="15"/>
                </a:cubicBezTo>
                <a:cubicBezTo>
                  <a:pt x="27" y="15"/>
                  <a:pt x="24" y="17"/>
                  <a:pt x="24" y="22"/>
                </a:cubicBezTo>
                <a:cubicBezTo>
                  <a:pt x="24" y="23"/>
                  <a:pt x="24" y="23"/>
                  <a:pt x="24" y="23"/>
                </a:cubicBezTo>
                <a:cubicBezTo>
                  <a:pt x="18" y="23"/>
                  <a:pt x="18" y="23"/>
                  <a:pt x="18" y="23"/>
                </a:cubicBezTo>
                <a:cubicBezTo>
                  <a:pt x="18" y="22"/>
                  <a:pt x="18" y="22"/>
                  <a:pt x="18" y="22"/>
                </a:cubicBezTo>
                <a:cubicBezTo>
                  <a:pt x="18" y="20"/>
                  <a:pt x="18" y="18"/>
                  <a:pt x="19" y="16"/>
                </a:cubicBezTo>
                <a:cubicBezTo>
                  <a:pt x="19" y="15"/>
                  <a:pt x="20" y="14"/>
                  <a:pt x="22" y="13"/>
                </a:cubicBezTo>
                <a:cubicBezTo>
                  <a:pt x="23" y="11"/>
                  <a:pt x="24" y="11"/>
                  <a:pt x="26" y="10"/>
                </a:cubicBezTo>
                <a:cubicBezTo>
                  <a:pt x="28" y="10"/>
                  <a:pt x="29" y="9"/>
                  <a:pt x="31" y="9"/>
                </a:cubicBezTo>
                <a:cubicBezTo>
                  <a:pt x="34" y="9"/>
                  <a:pt x="37" y="10"/>
                  <a:pt x="40" y="12"/>
                </a:cubicBezTo>
                <a:cubicBezTo>
                  <a:pt x="42" y="14"/>
                  <a:pt x="43" y="17"/>
                  <a:pt x="43" y="20"/>
                </a:cubicBezTo>
                <a:cubicBezTo>
                  <a:pt x="43" y="22"/>
                  <a:pt x="43" y="24"/>
                  <a:pt x="42" y="25"/>
                </a:cubicBezTo>
                <a:close/>
                <a:moveTo>
                  <a:pt x="42" y="25"/>
                </a:moveTo>
                <a:cubicBezTo>
                  <a:pt x="42" y="25"/>
                  <a:pt x="42" y="25"/>
                  <a:pt x="42" y="25"/>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6997"/>
                                        </p:tgtEl>
                                        <p:attrNameLst>
                                          <p:attrName>style.visibility</p:attrName>
                                        </p:attrNameLst>
                                      </p:cBhvr>
                                      <p:to>
                                        <p:strVal val="visible"/>
                                      </p:to>
                                    </p:set>
                                    <p:animEffect transition="in" filter="wipe(left)">
                                      <p:cBhvr>
                                        <p:cTn id="7" dur="500"/>
                                        <p:tgtEl>
                                          <p:spTgt spid="59699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596997"/>
                                        </p:tgtEl>
                                        <p:attrNameLst>
                                          <p:attrName>style.visibility</p:attrName>
                                        </p:attrNameLst>
                                      </p:cBhvr>
                                      <p:to>
                                        <p:strVal val="hidden"/>
                                      </p:to>
                                    </p:set>
                                  </p:childTnLst>
                                </p:cTn>
                              </p:par>
                              <p:par>
                                <p:cTn id="12" presetID="1" presetClass="exit" presetSubtype="0" fill="hold" grpId="0" nodeType="withEffect">
                                  <p:stCondLst>
                                    <p:cond delay="0"/>
                                  </p:stCondLst>
                                  <p:childTnLst>
                                    <p:set>
                                      <p:cBhvr>
                                        <p:cTn id="13" dur="1" fill="hold">
                                          <p:stCondLst>
                                            <p:cond delay="0"/>
                                          </p:stCondLst>
                                        </p:cTn>
                                        <p:tgtEl>
                                          <p:spTgt spid="596996"/>
                                        </p:tgtEl>
                                        <p:attrNameLst>
                                          <p:attrName>style.visibility</p:attrName>
                                        </p:attrNameLst>
                                      </p:cBhvr>
                                      <p:to>
                                        <p:strVal val="hidden"/>
                                      </p:to>
                                    </p:set>
                                  </p:childTnLst>
                                </p:cTn>
                              </p:par>
                            </p:childTnLst>
                          </p:cTn>
                        </p:par>
                        <p:par>
                          <p:cTn id="14" fill="hold">
                            <p:stCondLst>
                              <p:cond delay="0"/>
                            </p:stCondLst>
                            <p:childTnLst>
                              <p:par>
                                <p:cTn id="15" presetID="22" presetClass="entr" presetSubtype="8" fill="hold"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par>
                                <p:cTn id="23" presetID="1" presetClass="exit" presetSubtype="0" fill="hold" nodeType="withEffect">
                                  <p:stCondLst>
                                    <p:cond delay="0"/>
                                  </p:stCondLst>
                                  <p:childTnLst>
                                    <p:set>
                                      <p:cBhvr>
                                        <p:cTn id="24" dur="1" fill="hold">
                                          <p:stCondLst>
                                            <p:cond delay="0"/>
                                          </p:stCondLst>
                                        </p:cTn>
                                        <p:tgtEl>
                                          <p:spTgt spid="13"/>
                                        </p:tgtEl>
                                        <p:attrNameLst>
                                          <p:attrName>style.visibility</p:attrName>
                                        </p:attrNameLst>
                                      </p:cBhvr>
                                      <p:to>
                                        <p:strVal val="hidden"/>
                                      </p:to>
                                    </p:set>
                                  </p:childTnLst>
                                </p:cTn>
                              </p:par>
                              <p:par>
                                <p:cTn id="25" presetID="22" presetClass="entr" presetSubtype="8"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96996" grpId="0" bldLvl="0" animBg="1"/>
      <p:bldP spid="596997" grpId="0" bldLvl="0" animBg="1"/>
      <p:bldP spid="596997" grpId="1" bldLvl="0" animBg="1"/>
      <p:bldP spid="11"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Rectangle 2"/>
          <p:cNvSpPr>
            <a:spLocks noGrp="1" noChangeArrowheads="1"/>
          </p:cNvSpPr>
          <p:nvPr>
            <p:ph type="title"/>
          </p:nvPr>
        </p:nvSpPr>
        <p:spPr>
          <a:xfrm>
            <a:off x="2195739" y="141482"/>
            <a:ext cx="6768877" cy="368300"/>
          </a:xfrm>
          <a:noFill/>
        </p:spPr>
        <p:txBody>
          <a:bodyPr wrap="square">
            <a:spAutoFit/>
          </a:bodyPr>
          <a:lstStyle/>
          <a:p>
            <a:r>
              <a:rPr lang="zh-CN" altLang="en-US" dirty="0">
                <a:latin typeface="+mj-ea"/>
              </a:rPr>
              <a:t>复杂条件的</a:t>
            </a:r>
            <a:r>
              <a:rPr lang="zh-CN" altLang="en-US" dirty="0">
                <a:latin typeface="+mn-ea"/>
                <a:ea typeface="+mn-ea"/>
              </a:rPr>
              <a:t>简单</a:t>
            </a:r>
            <a:r>
              <a:rPr lang="en-US" altLang="zh-CN" dirty="0" err="1">
                <a:latin typeface="+mn-ea"/>
                <a:ea typeface="+mn-ea"/>
              </a:rPr>
              <a:t>if</a:t>
            </a:r>
            <a:r>
              <a:rPr dirty="0" err="1">
                <a:latin typeface="+mn-ea"/>
                <a:ea typeface="+mn-ea"/>
              </a:rPr>
              <a:t>选择结构</a:t>
            </a:r>
            <a:r>
              <a:rPr lang="zh-CN" dirty="0">
                <a:latin typeface="+mn-ea"/>
                <a:ea typeface="+mn-ea"/>
              </a:rPr>
              <a:t>应用</a:t>
            </a:r>
            <a:endParaRPr lang="zh-CN" dirty="0">
              <a:latin typeface="+mn-ea"/>
              <a:ea typeface="+mn-ea"/>
            </a:endParaRPr>
          </a:p>
        </p:txBody>
      </p:sp>
      <p:sp>
        <p:nvSpPr>
          <p:cNvPr id="6" name="内容占位符 5"/>
          <p:cNvSpPr>
            <a:spLocks noGrp="1"/>
          </p:cNvSpPr>
          <p:nvPr>
            <p:ph idx="1"/>
          </p:nvPr>
        </p:nvSpPr>
        <p:spPr/>
        <p:txBody>
          <a:bodyPr/>
          <a:lstStyle/>
          <a:p>
            <a:pPr>
              <a:defRPr/>
            </a:pPr>
            <a:r>
              <a:rPr lang="en-US" altLang="zh-CN" dirty="0"/>
              <a:t>if</a:t>
            </a:r>
            <a:r>
              <a:rPr lang="zh-CN" altLang="en-US" dirty="0"/>
              <a:t>选择结构</a:t>
            </a:r>
            <a:endParaRPr lang="zh-CN" altLang="en-US" dirty="0"/>
          </a:p>
        </p:txBody>
      </p:sp>
      <p:sp>
        <p:nvSpPr>
          <p:cNvPr id="22" name="副标题 21"/>
          <p:cNvSpPr>
            <a:spLocks noGrp="1"/>
          </p:cNvSpPr>
          <p:nvPr>
            <p:ph type="subTitle" idx="10"/>
          </p:nvPr>
        </p:nvSpPr>
        <p:spPr/>
        <p:txBody>
          <a:bodyPr/>
          <a:lstStyle/>
          <a:p>
            <a:r>
              <a:rPr lang="zh-CN" altLang="en-US" dirty="0">
                <a:latin typeface="+mn-ea"/>
                <a:ea typeface="+mn-ea"/>
              </a:rPr>
              <a:t>实现代码</a:t>
            </a:r>
            <a:endParaRPr lang="zh-CN" altLang="en-US" dirty="0">
              <a:latin typeface="+mn-ea"/>
              <a:ea typeface="+mn-ea"/>
            </a:endParaRPr>
          </a:p>
        </p:txBody>
      </p:sp>
      <p:sp>
        <p:nvSpPr>
          <p:cNvPr id="578565" name="AutoShape 5"/>
          <p:cNvSpPr>
            <a:spLocks noChangeArrowheads="1"/>
          </p:cNvSpPr>
          <p:nvPr/>
        </p:nvSpPr>
        <p:spPr bwMode="auto">
          <a:xfrm>
            <a:off x="755650" y="1744677"/>
            <a:ext cx="7766050" cy="1776707"/>
          </a:xfrm>
          <a:prstGeom prst="roundRect">
            <a:avLst>
              <a:gd name="adj" fmla="val 791"/>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lvl="1" indent="-224155" algn="l" defTabSz="381000">
              <a:lnSpc>
                <a:spcPct val="130000"/>
              </a:lnSpc>
              <a:buClr>
                <a:schemeClr val="folHlink"/>
              </a:buClr>
              <a:buSzPct val="60000"/>
              <a:tabLst>
                <a:tab pos="444500" algn="l"/>
              </a:tabLst>
              <a:defRPr/>
            </a:pP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math=99; //</a:t>
            </a:r>
            <a:r>
              <a:rPr lang="en-US" altLang="zh-CN" sz="1400" dirty="0">
                <a:solidFill>
                  <a:schemeClr val="tx1">
                    <a:lumMod val="75000"/>
                    <a:lumOff val="25000"/>
                  </a:schemeClr>
                </a:solidFill>
                <a:latin typeface="+mn-ea"/>
              </a:rPr>
              <a:t> </a:t>
            </a:r>
            <a:r>
              <a:rPr lang="en-US" altLang="zh-CN" sz="1400" dirty="0" err="1">
                <a:solidFill>
                  <a:schemeClr val="tx1">
                    <a:lumMod val="75000"/>
                    <a:lumOff val="25000"/>
                  </a:schemeClr>
                </a:solidFill>
                <a:latin typeface="+mn-ea"/>
              </a:rPr>
              <a:t>小明的数学成绩</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en-US" altLang="zh-CN" sz="1400" dirty="0" err="1">
                <a:solidFill>
                  <a:schemeClr val="tx1">
                    <a:lumMod val="75000"/>
                    <a:lumOff val="25000"/>
                  </a:schemeClr>
                </a:solidFill>
                <a:latin typeface="+mn-ea"/>
                <a:ea typeface="+mn-ea"/>
              </a:rPr>
              <a:t>chinese</a:t>
            </a:r>
            <a:r>
              <a:rPr lang="en-US" altLang="zh-CN" sz="1400" dirty="0">
                <a:solidFill>
                  <a:schemeClr val="tx1">
                    <a:lumMod val="75000"/>
                    <a:lumOff val="25000"/>
                  </a:schemeClr>
                </a:solidFill>
                <a:latin typeface="+mn-ea"/>
                <a:ea typeface="+mn-ea"/>
              </a:rPr>
              <a:t>=82; //</a:t>
            </a:r>
            <a:r>
              <a:rPr lang="en-US" altLang="zh-CN" sz="1400" dirty="0">
                <a:solidFill>
                  <a:schemeClr val="tx1">
                    <a:lumMod val="75000"/>
                    <a:lumOff val="25000"/>
                  </a:schemeClr>
                </a:solidFill>
                <a:latin typeface="+mn-ea"/>
              </a:rPr>
              <a:t> </a:t>
            </a:r>
            <a:r>
              <a:rPr lang="en-US" altLang="zh-CN" sz="1400" dirty="0" err="1">
                <a:solidFill>
                  <a:schemeClr val="tx1">
                    <a:lumMod val="75000"/>
                    <a:lumOff val="25000"/>
                  </a:schemeClr>
                </a:solidFill>
                <a:latin typeface="+mn-ea"/>
              </a:rPr>
              <a:t>小明的语文成绩</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if </a:t>
            </a:r>
            <a:r>
              <a:rPr lang="zh-CN" altLang="en-US" sz="1400" dirty="0">
                <a:solidFill>
                  <a:schemeClr val="tx1">
                    <a:lumMod val="75000"/>
                    <a:lumOff val="25000"/>
                  </a:schemeClr>
                </a:solidFill>
                <a:latin typeface="+mn-ea"/>
                <a:ea typeface="+mn-ea"/>
              </a:rPr>
              <a:t>（</a:t>
            </a:r>
            <a:r>
              <a:rPr lang="it-IT" altLang="zh-CN" sz="1400" dirty="0">
                <a:solidFill>
                  <a:schemeClr val="tx1">
                    <a:lumMod val="75000"/>
                    <a:lumOff val="25000"/>
                  </a:schemeClr>
                </a:solidFill>
                <a:latin typeface="+mn-ea"/>
                <a:ea typeface="+mn-ea"/>
                <a:sym typeface="+mn-ea"/>
              </a:rPr>
              <a:t>math&gt;98 </a:t>
            </a:r>
            <a:r>
              <a:rPr lang="en-US" altLang="it-IT" sz="1400" dirty="0">
                <a:solidFill>
                  <a:schemeClr val="tx1">
                    <a:lumMod val="75000"/>
                    <a:lumOff val="25000"/>
                  </a:schemeClr>
                </a:solidFill>
                <a:latin typeface="+mn-ea"/>
                <a:ea typeface="+mn-ea"/>
                <a:sym typeface="+mn-ea"/>
              </a:rPr>
              <a:t>and </a:t>
            </a:r>
            <a:r>
              <a:rPr lang="it-IT" altLang="zh-CN" sz="1400" dirty="0">
                <a:solidFill>
                  <a:schemeClr val="tx1">
                    <a:lumMod val="75000"/>
                    <a:lumOff val="25000"/>
                  </a:schemeClr>
                </a:solidFill>
                <a:latin typeface="+mn-ea"/>
                <a:ea typeface="+mn-ea"/>
                <a:sym typeface="+mn-ea"/>
              </a:rPr>
              <a:t>chinese&gt;80) </a:t>
            </a:r>
            <a:r>
              <a:rPr lang="en-US" altLang="it-IT" sz="1400" dirty="0">
                <a:solidFill>
                  <a:schemeClr val="tx1">
                    <a:lumMod val="75000"/>
                    <a:lumOff val="25000"/>
                  </a:schemeClr>
                </a:solidFill>
                <a:latin typeface="+mn-ea"/>
                <a:ea typeface="+mn-ea"/>
                <a:sym typeface="+mn-ea"/>
              </a:rPr>
              <a:t>or </a:t>
            </a:r>
            <a:r>
              <a:rPr lang="it-IT" altLang="zh-CN" sz="1400" dirty="0">
                <a:solidFill>
                  <a:schemeClr val="tx1">
                    <a:lumMod val="75000"/>
                    <a:lumOff val="25000"/>
                  </a:schemeClr>
                </a:solidFill>
                <a:latin typeface="+mn-ea"/>
                <a:ea typeface="+mn-ea"/>
                <a:sym typeface="+mn-ea"/>
              </a:rPr>
              <a:t>(math==100 </a:t>
            </a:r>
            <a:r>
              <a:rPr lang="en-US" altLang="it-IT" sz="1400" dirty="0">
                <a:solidFill>
                  <a:schemeClr val="tx1">
                    <a:lumMod val="75000"/>
                    <a:lumOff val="25000"/>
                  </a:schemeClr>
                </a:solidFill>
                <a:latin typeface="+mn-ea"/>
                <a:ea typeface="+mn-ea"/>
                <a:sym typeface="+mn-ea"/>
              </a:rPr>
              <a:t>and </a:t>
            </a:r>
            <a:r>
              <a:rPr lang="it-IT" altLang="zh-CN" sz="1400" dirty="0">
                <a:solidFill>
                  <a:schemeClr val="tx1">
                    <a:lumMod val="75000"/>
                    <a:lumOff val="25000"/>
                  </a:schemeClr>
                </a:solidFill>
                <a:latin typeface="+mn-ea"/>
                <a:ea typeface="+mn-ea"/>
                <a:sym typeface="+mn-ea"/>
              </a:rPr>
              <a:t>chinese&gt;70</a:t>
            </a:r>
            <a:r>
              <a:rPr lang="zh-CN" altLang="en-US" sz="1400" dirty="0">
                <a:solidFill>
                  <a:schemeClr val="tx1">
                    <a:lumMod val="75000"/>
                    <a:lumOff val="25000"/>
                  </a:schemeClr>
                </a:solidFill>
                <a:latin typeface="+mn-ea"/>
                <a:ea typeface="+mn-ea"/>
                <a:sym typeface="+mn-ea"/>
              </a:rPr>
              <a:t>）</a:t>
            </a:r>
            <a:r>
              <a:rPr lang="zh-CN" altLang="it-IT" sz="1400" dirty="0">
                <a:solidFill>
                  <a:schemeClr val="tx1">
                    <a:lumMod val="75000"/>
                    <a:lumOff val="25000"/>
                  </a:schemeClr>
                </a:solidFill>
                <a:latin typeface="+mn-ea"/>
                <a:ea typeface="+mn-ea"/>
                <a:sym typeface="+mn-ea"/>
              </a:rPr>
              <a:t>：</a:t>
            </a:r>
            <a:r>
              <a:rPr lang="en-US" altLang="zh-CN" sz="1400" dirty="0">
                <a:solidFill>
                  <a:schemeClr val="tx1">
                    <a:lumMod val="75000"/>
                    <a:lumOff val="25000"/>
                  </a:schemeClr>
                </a:solidFill>
                <a:latin typeface="+mn-ea"/>
                <a:ea typeface="+mn-ea"/>
              </a:rPr>
              <a:t>		    </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print("妈妈说:不错,奖励一个</a:t>
            </a:r>
            <a:r>
              <a:rPr lang="zh-CN" altLang="en-US" sz="1400" dirty="0">
                <a:solidFill>
                  <a:schemeClr val="tx1">
                    <a:lumMod val="75000"/>
                    <a:lumOff val="25000"/>
                  </a:schemeClr>
                </a:solidFill>
                <a:latin typeface="+mn-ea"/>
                <a:ea typeface="+mn-ea"/>
              </a:rPr>
              <a:t>苹果</a:t>
            </a:r>
            <a:r>
              <a:rPr lang="en-US" altLang="zh-CN" sz="1400" dirty="0">
                <a:solidFill>
                  <a:schemeClr val="tx1">
                    <a:lumMod val="75000"/>
                    <a:lumOff val="25000"/>
                  </a:schemeClr>
                </a:solidFill>
                <a:latin typeface="+mn-ea"/>
                <a:ea typeface="+mn-ea"/>
              </a:rPr>
              <a:t>!");</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endParaRPr lang="en-US" altLang="zh-CN" sz="1400" dirty="0">
              <a:solidFill>
                <a:schemeClr val="tx1">
                  <a:lumMod val="75000"/>
                  <a:lumOff val="25000"/>
                </a:schemeClr>
              </a:solidFill>
              <a:latin typeface="+mn-ea"/>
              <a:ea typeface="+mn-ea"/>
            </a:endParaRPr>
          </a:p>
        </p:txBody>
      </p:sp>
      <p:grpSp>
        <p:nvGrpSpPr>
          <p:cNvPr id="3" name="组合 15"/>
          <p:cNvGrpSpPr/>
          <p:nvPr/>
        </p:nvGrpSpPr>
        <p:grpSpPr>
          <a:xfrm>
            <a:off x="285720" y="785800"/>
            <a:ext cx="236538" cy="236538"/>
            <a:chOff x="2527300" y="2946400"/>
            <a:chExt cx="236538" cy="236538"/>
          </a:xfrm>
        </p:grpSpPr>
        <p:sp>
          <p:nvSpPr>
            <p:cNvPr id="17" name="Freeform 52"/>
            <p:cNvSpPr>
              <a:spLocks noEditPoints="1"/>
            </p:cNvSpPr>
            <p:nvPr/>
          </p:nvSpPr>
          <p:spPr bwMode="auto">
            <a:xfrm>
              <a:off x="2659063" y="3055938"/>
              <a:ext cx="104775" cy="104775"/>
            </a:xfrm>
            <a:custGeom>
              <a:avLst/>
              <a:gdLst>
                <a:gd name="T0" fmla="*/ 38 w 66"/>
                <a:gd name="T1" fmla="*/ 9 h 66"/>
                <a:gd name="T2" fmla="*/ 56 w 66"/>
                <a:gd name="T3" fmla="*/ 28 h 66"/>
                <a:gd name="T4" fmla="*/ 23 w 66"/>
                <a:gd name="T5" fmla="*/ 61 h 66"/>
                <a:gd name="T6" fmla="*/ 0 w 66"/>
                <a:gd name="T7" fmla="*/ 66 h 66"/>
                <a:gd name="T8" fmla="*/ 4 w 66"/>
                <a:gd name="T9" fmla="*/ 42 h 66"/>
                <a:gd name="T10" fmla="*/ 38 w 66"/>
                <a:gd name="T11" fmla="*/ 9 h 66"/>
                <a:gd name="T12" fmla="*/ 59 w 66"/>
                <a:gd name="T13" fmla="*/ 26 h 66"/>
                <a:gd name="T14" fmla="*/ 40 w 66"/>
                <a:gd name="T15" fmla="*/ 7 h 66"/>
                <a:gd name="T16" fmla="*/ 45 w 66"/>
                <a:gd name="T17" fmla="*/ 0 h 66"/>
                <a:gd name="T18" fmla="*/ 66 w 66"/>
                <a:gd name="T19" fmla="*/ 19 h 66"/>
                <a:gd name="T20" fmla="*/ 59 w 66"/>
                <a:gd name="T21" fmla="*/ 26 h 66"/>
                <a:gd name="T22" fmla="*/ 59 w 66"/>
                <a:gd name="T23" fmla="*/ 26 h 66"/>
                <a:gd name="T24" fmla="*/ 59 w 66"/>
                <a:gd name="T25" fmla="*/ 2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6">
                  <a:moveTo>
                    <a:pt x="38" y="9"/>
                  </a:moveTo>
                  <a:lnTo>
                    <a:pt x="56" y="28"/>
                  </a:lnTo>
                  <a:lnTo>
                    <a:pt x="23" y="61"/>
                  </a:lnTo>
                  <a:lnTo>
                    <a:pt x="0" y="66"/>
                  </a:lnTo>
                  <a:lnTo>
                    <a:pt x="4" y="42"/>
                  </a:lnTo>
                  <a:lnTo>
                    <a:pt x="38" y="9"/>
                  </a:lnTo>
                  <a:close/>
                  <a:moveTo>
                    <a:pt x="59" y="26"/>
                  </a:moveTo>
                  <a:lnTo>
                    <a:pt x="40" y="7"/>
                  </a:lnTo>
                  <a:lnTo>
                    <a:pt x="45" y="0"/>
                  </a:lnTo>
                  <a:lnTo>
                    <a:pt x="66" y="19"/>
                  </a:lnTo>
                  <a:lnTo>
                    <a:pt x="59" y="26"/>
                  </a:lnTo>
                  <a:close/>
                  <a:moveTo>
                    <a:pt x="59" y="26"/>
                  </a:moveTo>
                  <a:lnTo>
                    <a:pt x="59" y="26"/>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n-ea"/>
                <a:ea typeface="+mn-ea"/>
              </a:endParaRPr>
            </a:p>
          </p:txBody>
        </p:sp>
        <p:sp>
          <p:nvSpPr>
            <p:cNvPr id="18" name="Freeform 53"/>
            <p:cNvSpPr>
              <a:spLocks noEditPoints="1"/>
            </p:cNvSpPr>
            <p:nvPr/>
          </p:nvSpPr>
          <p:spPr bwMode="auto">
            <a:xfrm>
              <a:off x="2659063" y="3055938"/>
              <a:ext cx="104775" cy="104775"/>
            </a:xfrm>
            <a:custGeom>
              <a:avLst/>
              <a:gdLst>
                <a:gd name="T0" fmla="*/ 38 w 66"/>
                <a:gd name="T1" fmla="*/ 9 h 66"/>
                <a:gd name="T2" fmla="*/ 56 w 66"/>
                <a:gd name="T3" fmla="*/ 28 h 66"/>
                <a:gd name="T4" fmla="*/ 23 w 66"/>
                <a:gd name="T5" fmla="*/ 61 h 66"/>
                <a:gd name="T6" fmla="*/ 0 w 66"/>
                <a:gd name="T7" fmla="*/ 66 h 66"/>
                <a:gd name="T8" fmla="*/ 4 w 66"/>
                <a:gd name="T9" fmla="*/ 42 h 66"/>
                <a:gd name="T10" fmla="*/ 38 w 66"/>
                <a:gd name="T11" fmla="*/ 9 h 66"/>
                <a:gd name="T12" fmla="*/ 59 w 66"/>
                <a:gd name="T13" fmla="*/ 26 h 66"/>
                <a:gd name="T14" fmla="*/ 40 w 66"/>
                <a:gd name="T15" fmla="*/ 7 h 66"/>
                <a:gd name="T16" fmla="*/ 45 w 66"/>
                <a:gd name="T17" fmla="*/ 0 h 66"/>
                <a:gd name="T18" fmla="*/ 66 w 66"/>
                <a:gd name="T19" fmla="*/ 19 h 66"/>
                <a:gd name="T20" fmla="*/ 59 w 66"/>
                <a:gd name="T21" fmla="*/ 26 h 66"/>
                <a:gd name="T22" fmla="*/ 59 w 66"/>
                <a:gd name="T23" fmla="*/ 26 h 66"/>
                <a:gd name="T24" fmla="*/ 59 w 66"/>
                <a:gd name="T25" fmla="*/ 2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6">
                  <a:moveTo>
                    <a:pt x="38" y="9"/>
                  </a:moveTo>
                  <a:lnTo>
                    <a:pt x="56" y="28"/>
                  </a:lnTo>
                  <a:lnTo>
                    <a:pt x="23" y="61"/>
                  </a:lnTo>
                  <a:lnTo>
                    <a:pt x="0" y="66"/>
                  </a:lnTo>
                  <a:lnTo>
                    <a:pt x="4" y="42"/>
                  </a:lnTo>
                  <a:lnTo>
                    <a:pt x="38" y="9"/>
                  </a:lnTo>
                  <a:moveTo>
                    <a:pt x="59" y="26"/>
                  </a:moveTo>
                  <a:lnTo>
                    <a:pt x="40" y="7"/>
                  </a:lnTo>
                  <a:lnTo>
                    <a:pt x="45" y="0"/>
                  </a:lnTo>
                  <a:lnTo>
                    <a:pt x="66" y="19"/>
                  </a:lnTo>
                  <a:lnTo>
                    <a:pt x="59" y="26"/>
                  </a:lnTo>
                  <a:moveTo>
                    <a:pt x="59" y="26"/>
                  </a:moveTo>
                  <a:lnTo>
                    <a:pt x="59" y="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n-ea"/>
                <a:ea typeface="+mn-ea"/>
              </a:endParaRPr>
            </a:p>
          </p:txBody>
        </p:sp>
        <p:sp>
          <p:nvSpPr>
            <p:cNvPr id="20" name="Freeform 54"/>
            <p:cNvSpPr>
              <a:spLocks noEditPoints="1"/>
            </p:cNvSpPr>
            <p:nvPr/>
          </p:nvSpPr>
          <p:spPr bwMode="auto">
            <a:xfrm>
              <a:off x="2527300" y="2946400"/>
              <a:ext cx="184150" cy="236538"/>
            </a:xfrm>
            <a:custGeom>
              <a:avLst/>
              <a:gdLst>
                <a:gd name="T0" fmla="*/ 28 w 49"/>
                <a:gd name="T1" fmla="*/ 0 h 63"/>
                <a:gd name="T2" fmla="*/ 33 w 49"/>
                <a:gd name="T3" fmla="*/ 3 h 63"/>
                <a:gd name="T4" fmla="*/ 38 w 49"/>
                <a:gd name="T5" fmla="*/ 9 h 63"/>
                <a:gd name="T6" fmla="*/ 39 w 49"/>
                <a:gd name="T7" fmla="*/ 19 h 63"/>
                <a:gd name="T8" fmla="*/ 40 w 49"/>
                <a:gd name="T9" fmla="*/ 21 h 63"/>
                <a:gd name="T10" fmla="*/ 39 w 49"/>
                <a:gd name="T11" fmla="*/ 25 h 63"/>
                <a:gd name="T12" fmla="*/ 38 w 49"/>
                <a:gd name="T13" fmla="*/ 27 h 63"/>
                <a:gd name="T14" fmla="*/ 36 w 49"/>
                <a:gd name="T15" fmla="*/ 30 h 63"/>
                <a:gd name="T16" fmla="*/ 33 w 49"/>
                <a:gd name="T17" fmla="*/ 33 h 63"/>
                <a:gd name="T18" fmla="*/ 33 w 49"/>
                <a:gd name="T19" fmla="*/ 37 h 63"/>
                <a:gd name="T20" fmla="*/ 34 w 49"/>
                <a:gd name="T21" fmla="*/ 41 h 63"/>
                <a:gd name="T22" fmla="*/ 33 w 49"/>
                <a:gd name="T23" fmla="*/ 46 h 63"/>
                <a:gd name="T24" fmla="*/ 47 w 49"/>
                <a:gd name="T25" fmla="*/ 59 h 63"/>
                <a:gd name="T26" fmla="*/ 49 w 49"/>
                <a:gd name="T27" fmla="*/ 58 h 63"/>
                <a:gd name="T28" fmla="*/ 46 w 49"/>
                <a:gd name="T29" fmla="*/ 61 h 63"/>
                <a:gd name="T30" fmla="*/ 38 w 49"/>
                <a:gd name="T31" fmla="*/ 62 h 63"/>
                <a:gd name="T32" fmla="*/ 28 w 49"/>
                <a:gd name="T33" fmla="*/ 63 h 63"/>
                <a:gd name="T34" fmla="*/ 20 w 49"/>
                <a:gd name="T35" fmla="*/ 63 h 63"/>
                <a:gd name="T36" fmla="*/ 11 w 49"/>
                <a:gd name="T37" fmla="*/ 62 h 63"/>
                <a:gd name="T38" fmla="*/ 3 w 49"/>
                <a:gd name="T39" fmla="*/ 61 h 63"/>
                <a:gd name="T40" fmla="*/ 0 w 49"/>
                <a:gd name="T41" fmla="*/ 57 h 63"/>
                <a:gd name="T42" fmla="*/ 3 w 49"/>
                <a:gd name="T43" fmla="*/ 47 h 63"/>
                <a:gd name="T44" fmla="*/ 10 w 49"/>
                <a:gd name="T45" fmla="*/ 44 h 63"/>
                <a:gd name="T46" fmla="*/ 16 w 49"/>
                <a:gd name="T47" fmla="*/ 41 h 63"/>
                <a:gd name="T48" fmla="*/ 17 w 49"/>
                <a:gd name="T49" fmla="*/ 38 h 63"/>
                <a:gd name="T50" fmla="*/ 16 w 49"/>
                <a:gd name="T51" fmla="*/ 33 h 63"/>
                <a:gd name="T52" fmla="*/ 13 w 49"/>
                <a:gd name="T53" fmla="*/ 30 h 63"/>
                <a:gd name="T54" fmla="*/ 12 w 49"/>
                <a:gd name="T55" fmla="*/ 27 h 63"/>
                <a:gd name="T56" fmla="*/ 10 w 49"/>
                <a:gd name="T57" fmla="*/ 26 h 63"/>
                <a:gd name="T58" fmla="*/ 9 w 49"/>
                <a:gd name="T59" fmla="*/ 22 h 63"/>
                <a:gd name="T60" fmla="*/ 10 w 49"/>
                <a:gd name="T61" fmla="*/ 19 h 63"/>
                <a:gd name="T62" fmla="*/ 11 w 49"/>
                <a:gd name="T63" fmla="*/ 10 h 63"/>
                <a:gd name="T64" fmla="*/ 16 w 49"/>
                <a:gd name="T65" fmla="*/ 3 h 63"/>
                <a:gd name="T66" fmla="*/ 21 w 49"/>
                <a:gd name="T67" fmla="*/ 0 h 63"/>
                <a:gd name="T68" fmla="*/ 24 w 49"/>
                <a:gd name="T69"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 h="63">
                  <a:moveTo>
                    <a:pt x="24" y="0"/>
                  </a:moveTo>
                  <a:cubicBezTo>
                    <a:pt x="26" y="0"/>
                    <a:pt x="27" y="0"/>
                    <a:pt x="28" y="0"/>
                  </a:cubicBezTo>
                  <a:cubicBezTo>
                    <a:pt x="29" y="0"/>
                    <a:pt x="30" y="1"/>
                    <a:pt x="31" y="1"/>
                  </a:cubicBezTo>
                  <a:cubicBezTo>
                    <a:pt x="32" y="2"/>
                    <a:pt x="33" y="2"/>
                    <a:pt x="33" y="3"/>
                  </a:cubicBezTo>
                  <a:cubicBezTo>
                    <a:pt x="34" y="4"/>
                    <a:pt x="35" y="4"/>
                    <a:pt x="35" y="5"/>
                  </a:cubicBezTo>
                  <a:cubicBezTo>
                    <a:pt x="36" y="6"/>
                    <a:pt x="37" y="8"/>
                    <a:pt x="38" y="9"/>
                  </a:cubicBezTo>
                  <a:cubicBezTo>
                    <a:pt x="38" y="11"/>
                    <a:pt x="38" y="12"/>
                    <a:pt x="39" y="14"/>
                  </a:cubicBezTo>
                  <a:cubicBezTo>
                    <a:pt x="39" y="16"/>
                    <a:pt x="39" y="17"/>
                    <a:pt x="39" y="19"/>
                  </a:cubicBezTo>
                  <a:cubicBezTo>
                    <a:pt x="39" y="19"/>
                    <a:pt x="39" y="20"/>
                    <a:pt x="40" y="20"/>
                  </a:cubicBezTo>
                  <a:cubicBezTo>
                    <a:pt x="40" y="20"/>
                    <a:pt x="40" y="21"/>
                    <a:pt x="40" y="21"/>
                  </a:cubicBezTo>
                  <a:cubicBezTo>
                    <a:pt x="40" y="22"/>
                    <a:pt x="40" y="22"/>
                    <a:pt x="40" y="23"/>
                  </a:cubicBezTo>
                  <a:cubicBezTo>
                    <a:pt x="40" y="23"/>
                    <a:pt x="40" y="24"/>
                    <a:pt x="39" y="25"/>
                  </a:cubicBezTo>
                  <a:cubicBezTo>
                    <a:pt x="39" y="25"/>
                    <a:pt x="39" y="26"/>
                    <a:pt x="39" y="26"/>
                  </a:cubicBezTo>
                  <a:cubicBezTo>
                    <a:pt x="38" y="26"/>
                    <a:pt x="38" y="27"/>
                    <a:pt x="38" y="27"/>
                  </a:cubicBezTo>
                  <a:cubicBezTo>
                    <a:pt x="37" y="28"/>
                    <a:pt x="37" y="28"/>
                    <a:pt x="37" y="29"/>
                  </a:cubicBezTo>
                  <a:cubicBezTo>
                    <a:pt x="37" y="29"/>
                    <a:pt x="37" y="30"/>
                    <a:pt x="36" y="30"/>
                  </a:cubicBezTo>
                  <a:cubicBezTo>
                    <a:pt x="36" y="31"/>
                    <a:pt x="36" y="31"/>
                    <a:pt x="35" y="32"/>
                  </a:cubicBezTo>
                  <a:cubicBezTo>
                    <a:pt x="35" y="32"/>
                    <a:pt x="34" y="33"/>
                    <a:pt x="33" y="33"/>
                  </a:cubicBezTo>
                  <a:cubicBezTo>
                    <a:pt x="33" y="34"/>
                    <a:pt x="33" y="35"/>
                    <a:pt x="33" y="35"/>
                  </a:cubicBezTo>
                  <a:cubicBezTo>
                    <a:pt x="33" y="36"/>
                    <a:pt x="33" y="37"/>
                    <a:pt x="33" y="37"/>
                  </a:cubicBezTo>
                  <a:cubicBezTo>
                    <a:pt x="33" y="38"/>
                    <a:pt x="33" y="39"/>
                    <a:pt x="33" y="39"/>
                  </a:cubicBezTo>
                  <a:cubicBezTo>
                    <a:pt x="33" y="40"/>
                    <a:pt x="34" y="41"/>
                    <a:pt x="34" y="41"/>
                  </a:cubicBezTo>
                  <a:cubicBezTo>
                    <a:pt x="35" y="42"/>
                    <a:pt x="36" y="42"/>
                    <a:pt x="36" y="43"/>
                  </a:cubicBezTo>
                  <a:cubicBezTo>
                    <a:pt x="33" y="46"/>
                    <a:pt x="33" y="46"/>
                    <a:pt x="33" y="46"/>
                  </a:cubicBezTo>
                  <a:cubicBezTo>
                    <a:pt x="32" y="61"/>
                    <a:pt x="32" y="61"/>
                    <a:pt x="32" y="61"/>
                  </a:cubicBezTo>
                  <a:cubicBezTo>
                    <a:pt x="32" y="61"/>
                    <a:pt x="44" y="59"/>
                    <a:pt x="47" y="59"/>
                  </a:cubicBezTo>
                  <a:cubicBezTo>
                    <a:pt x="49" y="57"/>
                    <a:pt x="49" y="57"/>
                    <a:pt x="49" y="57"/>
                  </a:cubicBezTo>
                  <a:cubicBezTo>
                    <a:pt x="49" y="57"/>
                    <a:pt x="49" y="57"/>
                    <a:pt x="49" y="58"/>
                  </a:cubicBezTo>
                  <a:cubicBezTo>
                    <a:pt x="49" y="59"/>
                    <a:pt x="48" y="59"/>
                    <a:pt x="48" y="60"/>
                  </a:cubicBezTo>
                  <a:cubicBezTo>
                    <a:pt x="48" y="60"/>
                    <a:pt x="47" y="61"/>
                    <a:pt x="46" y="61"/>
                  </a:cubicBezTo>
                  <a:cubicBezTo>
                    <a:pt x="45" y="61"/>
                    <a:pt x="44" y="62"/>
                    <a:pt x="43" y="62"/>
                  </a:cubicBezTo>
                  <a:cubicBezTo>
                    <a:pt x="42" y="62"/>
                    <a:pt x="40" y="62"/>
                    <a:pt x="38" y="62"/>
                  </a:cubicBezTo>
                  <a:cubicBezTo>
                    <a:pt x="37" y="63"/>
                    <a:pt x="35" y="63"/>
                    <a:pt x="33" y="63"/>
                  </a:cubicBezTo>
                  <a:cubicBezTo>
                    <a:pt x="32" y="63"/>
                    <a:pt x="30" y="63"/>
                    <a:pt x="28" y="63"/>
                  </a:cubicBezTo>
                  <a:cubicBezTo>
                    <a:pt x="27" y="63"/>
                    <a:pt x="26" y="63"/>
                    <a:pt x="24" y="63"/>
                  </a:cubicBezTo>
                  <a:cubicBezTo>
                    <a:pt x="23" y="63"/>
                    <a:pt x="22" y="63"/>
                    <a:pt x="20" y="63"/>
                  </a:cubicBezTo>
                  <a:cubicBezTo>
                    <a:pt x="19" y="63"/>
                    <a:pt x="17" y="63"/>
                    <a:pt x="16" y="63"/>
                  </a:cubicBezTo>
                  <a:cubicBezTo>
                    <a:pt x="14" y="63"/>
                    <a:pt x="12" y="63"/>
                    <a:pt x="11" y="62"/>
                  </a:cubicBezTo>
                  <a:cubicBezTo>
                    <a:pt x="9" y="62"/>
                    <a:pt x="8" y="62"/>
                    <a:pt x="6" y="62"/>
                  </a:cubicBezTo>
                  <a:cubicBezTo>
                    <a:pt x="5" y="62"/>
                    <a:pt x="4" y="62"/>
                    <a:pt x="3" y="61"/>
                  </a:cubicBezTo>
                  <a:cubicBezTo>
                    <a:pt x="3" y="61"/>
                    <a:pt x="2" y="61"/>
                    <a:pt x="1" y="61"/>
                  </a:cubicBezTo>
                  <a:cubicBezTo>
                    <a:pt x="1" y="60"/>
                    <a:pt x="0" y="59"/>
                    <a:pt x="0" y="57"/>
                  </a:cubicBezTo>
                  <a:cubicBezTo>
                    <a:pt x="0" y="55"/>
                    <a:pt x="0" y="53"/>
                    <a:pt x="1" y="51"/>
                  </a:cubicBezTo>
                  <a:cubicBezTo>
                    <a:pt x="1" y="49"/>
                    <a:pt x="2" y="48"/>
                    <a:pt x="3" y="47"/>
                  </a:cubicBezTo>
                  <a:cubicBezTo>
                    <a:pt x="4" y="46"/>
                    <a:pt x="5" y="46"/>
                    <a:pt x="6" y="45"/>
                  </a:cubicBezTo>
                  <a:cubicBezTo>
                    <a:pt x="7" y="45"/>
                    <a:pt x="9" y="44"/>
                    <a:pt x="10" y="44"/>
                  </a:cubicBezTo>
                  <a:cubicBezTo>
                    <a:pt x="11" y="44"/>
                    <a:pt x="12" y="43"/>
                    <a:pt x="14" y="42"/>
                  </a:cubicBezTo>
                  <a:cubicBezTo>
                    <a:pt x="14" y="42"/>
                    <a:pt x="15" y="41"/>
                    <a:pt x="16" y="41"/>
                  </a:cubicBezTo>
                  <a:cubicBezTo>
                    <a:pt x="16" y="40"/>
                    <a:pt x="16" y="40"/>
                    <a:pt x="16" y="39"/>
                  </a:cubicBezTo>
                  <a:cubicBezTo>
                    <a:pt x="17" y="39"/>
                    <a:pt x="17" y="38"/>
                    <a:pt x="17" y="38"/>
                  </a:cubicBezTo>
                  <a:cubicBezTo>
                    <a:pt x="17" y="37"/>
                    <a:pt x="17" y="36"/>
                    <a:pt x="17" y="36"/>
                  </a:cubicBezTo>
                  <a:cubicBezTo>
                    <a:pt x="17" y="35"/>
                    <a:pt x="16" y="34"/>
                    <a:pt x="16" y="33"/>
                  </a:cubicBezTo>
                  <a:cubicBezTo>
                    <a:pt x="15" y="33"/>
                    <a:pt x="15" y="32"/>
                    <a:pt x="14" y="32"/>
                  </a:cubicBezTo>
                  <a:cubicBezTo>
                    <a:pt x="14" y="31"/>
                    <a:pt x="13" y="31"/>
                    <a:pt x="13" y="30"/>
                  </a:cubicBezTo>
                  <a:cubicBezTo>
                    <a:pt x="13" y="30"/>
                    <a:pt x="13" y="29"/>
                    <a:pt x="12" y="29"/>
                  </a:cubicBezTo>
                  <a:cubicBezTo>
                    <a:pt x="12" y="28"/>
                    <a:pt x="12" y="28"/>
                    <a:pt x="12" y="27"/>
                  </a:cubicBezTo>
                  <a:cubicBezTo>
                    <a:pt x="11" y="27"/>
                    <a:pt x="11" y="27"/>
                    <a:pt x="11" y="26"/>
                  </a:cubicBezTo>
                  <a:cubicBezTo>
                    <a:pt x="11" y="26"/>
                    <a:pt x="10" y="26"/>
                    <a:pt x="10" y="26"/>
                  </a:cubicBezTo>
                  <a:cubicBezTo>
                    <a:pt x="10" y="25"/>
                    <a:pt x="10" y="24"/>
                    <a:pt x="10" y="24"/>
                  </a:cubicBezTo>
                  <a:cubicBezTo>
                    <a:pt x="9" y="23"/>
                    <a:pt x="9" y="22"/>
                    <a:pt x="9" y="22"/>
                  </a:cubicBezTo>
                  <a:cubicBezTo>
                    <a:pt x="9" y="21"/>
                    <a:pt x="9" y="21"/>
                    <a:pt x="10" y="20"/>
                  </a:cubicBezTo>
                  <a:cubicBezTo>
                    <a:pt x="10" y="20"/>
                    <a:pt x="10" y="19"/>
                    <a:pt x="10" y="19"/>
                  </a:cubicBezTo>
                  <a:cubicBezTo>
                    <a:pt x="10" y="17"/>
                    <a:pt x="10" y="16"/>
                    <a:pt x="10" y="14"/>
                  </a:cubicBezTo>
                  <a:cubicBezTo>
                    <a:pt x="11" y="13"/>
                    <a:pt x="11" y="11"/>
                    <a:pt x="11" y="10"/>
                  </a:cubicBezTo>
                  <a:cubicBezTo>
                    <a:pt x="12" y="8"/>
                    <a:pt x="12" y="7"/>
                    <a:pt x="13" y="6"/>
                  </a:cubicBezTo>
                  <a:cubicBezTo>
                    <a:pt x="14" y="5"/>
                    <a:pt x="15" y="4"/>
                    <a:pt x="16" y="3"/>
                  </a:cubicBezTo>
                  <a:cubicBezTo>
                    <a:pt x="17" y="2"/>
                    <a:pt x="18" y="1"/>
                    <a:pt x="19" y="1"/>
                  </a:cubicBezTo>
                  <a:cubicBezTo>
                    <a:pt x="20" y="0"/>
                    <a:pt x="21" y="0"/>
                    <a:pt x="21" y="0"/>
                  </a:cubicBezTo>
                  <a:cubicBezTo>
                    <a:pt x="22" y="0"/>
                    <a:pt x="23" y="0"/>
                    <a:pt x="24" y="0"/>
                  </a:cubicBezTo>
                  <a:close/>
                  <a:moveTo>
                    <a:pt x="24" y="0"/>
                  </a:moveTo>
                  <a:cubicBezTo>
                    <a:pt x="24" y="0"/>
                    <a:pt x="24" y="0"/>
                    <a:pt x="24" y="0"/>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n-ea"/>
                <a:ea typeface="+mn-ea"/>
              </a:endParaRPr>
            </a:p>
          </p:txBody>
        </p:sp>
      </p:grpSp>
      <p:sp>
        <p:nvSpPr>
          <p:cNvPr id="14" name="AutoShape 7"/>
          <p:cNvSpPr>
            <a:spLocks noChangeArrowheads="1"/>
          </p:cNvSpPr>
          <p:nvPr/>
        </p:nvSpPr>
        <p:spPr bwMode="auto">
          <a:xfrm>
            <a:off x="624840" y="3952240"/>
            <a:ext cx="7331710" cy="690880"/>
          </a:xfrm>
          <a:prstGeom prst="flowChartAlternateProcess">
            <a:avLst/>
          </a:prstGeom>
          <a:solidFill>
            <a:srgbClr val="0070C0"/>
          </a:solidFill>
          <a:ln w="25400" cap="flat" cmpd="sng" algn="ctr">
            <a:noFill/>
            <a:prstDash val="solid"/>
            <a:round/>
            <a:headEnd type="none" w="med" len="med"/>
            <a:tailEnd type="none" w="med" len="med"/>
          </a:ln>
          <a:effectLst>
            <a:outerShdw blurRad="50800" dist="12700" dir="5400000" algn="t" rotWithShape="0">
              <a:schemeClr val="tx1">
                <a:lumMod val="85000"/>
                <a:lumOff val="15000"/>
                <a:alpha val="43000"/>
              </a:schemeClr>
            </a:outerShdw>
          </a:effectLst>
          <a:scene3d>
            <a:camera prst="orthographicFront"/>
            <a:lightRig rig="threePt" dir="t"/>
          </a:scene3d>
          <a:sp3d>
            <a:bevelT h="63500" prst="hardEdge"/>
          </a:sp3d>
        </p:spPr>
        <p:txBody>
          <a:bodyPr anchor="ctr"/>
          <a:lstStyle/>
          <a:p>
            <a:pPr>
              <a:defRPr/>
            </a:pPr>
            <a:r>
              <a:rPr lang="zh-CN" altLang="en-US" sz="1600" dirty="0">
                <a:solidFill>
                  <a:schemeClr val="bg1"/>
                </a:solidFill>
                <a:latin typeface="+mn-ea"/>
                <a:ea typeface="+mn-ea"/>
              </a:rPr>
              <a:t>思考：如果成绩不符合要求，需要提示</a:t>
            </a:r>
            <a:r>
              <a:rPr lang="en-US" altLang="zh-CN" sz="1600" dirty="0">
                <a:solidFill>
                  <a:schemeClr val="bg1"/>
                </a:solidFill>
                <a:latin typeface="+mn-ea"/>
                <a:ea typeface="+mn-ea"/>
              </a:rPr>
              <a:t>--</a:t>
            </a:r>
            <a:r>
              <a:rPr lang="zh-CN" altLang="en-US" sz="1600" dirty="0">
                <a:solidFill>
                  <a:schemeClr val="tx1">
                    <a:lumMod val="75000"/>
                    <a:lumOff val="25000"/>
                  </a:schemeClr>
                </a:solidFill>
                <a:latin typeface="+mn-ea"/>
                <a:ea typeface="+mn-ea"/>
                <a:sym typeface="+mn-ea"/>
              </a:rPr>
              <a:t>成绩不合格，削一顿  </a:t>
            </a:r>
            <a:endParaRPr lang="zh-CN" altLang="en-US" sz="1600" dirty="0">
              <a:solidFill>
                <a:schemeClr val="tx1">
                  <a:lumMod val="75000"/>
                  <a:lumOff val="25000"/>
                </a:schemeClr>
              </a:solidFill>
              <a:latin typeface="+mn-ea"/>
              <a:ea typeface="+mn-ea"/>
              <a:sym typeface="+mn-ea"/>
            </a:endParaRPr>
          </a:p>
          <a:p>
            <a:pPr>
              <a:defRPr/>
            </a:pPr>
            <a:r>
              <a:rPr lang="zh-CN" altLang="en-US" sz="1600" dirty="0">
                <a:solidFill>
                  <a:schemeClr val="tx1">
                    <a:lumMod val="75000"/>
                    <a:lumOff val="25000"/>
                  </a:schemeClr>
                </a:solidFill>
                <a:latin typeface="+mn-ea"/>
                <a:ea typeface="+mn-ea"/>
                <a:sym typeface="+mn-ea"/>
              </a:rPr>
              <a:t>如何实现？</a:t>
            </a:r>
            <a:endParaRPr lang="zh-CN" altLang="en-US" sz="1600" dirty="0">
              <a:solidFill>
                <a:schemeClr val="tx1">
                  <a:lumMod val="75000"/>
                  <a:lumOff val="25000"/>
                </a:schemeClr>
              </a:solidFill>
              <a:latin typeface="+mn-ea"/>
              <a:ea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57" name="Rectangle 25"/>
          <p:cNvSpPr>
            <a:spLocks noGrp="1" noChangeArrowheads="1"/>
          </p:cNvSpPr>
          <p:nvPr>
            <p:ph type="title"/>
          </p:nvPr>
        </p:nvSpPr>
        <p:spPr>
          <a:xfrm>
            <a:off x="2195739" y="141482"/>
            <a:ext cx="6768877" cy="368300"/>
          </a:xfrm>
          <a:noFill/>
        </p:spPr>
        <p:txBody>
          <a:bodyPr wrap="square">
            <a:spAutoFit/>
          </a:bodyPr>
          <a:lstStyle/>
          <a:p>
            <a:r>
              <a:rPr lang="zh-CN" altLang="en-US" dirty="0">
                <a:latin typeface="+mj-ea"/>
              </a:rPr>
              <a:t>如何使用</a:t>
            </a:r>
            <a:r>
              <a:rPr lang="en-US" altLang="zh-CN" dirty="0">
                <a:latin typeface="+mj-ea"/>
              </a:rPr>
              <a:t>if-else</a:t>
            </a:r>
            <a:r>
              <a:rPr lang="zh-CN" altLang="en-US" dirty="0">
                <a:latin typeface="+mj-ea"/>
              </a:rPr>
              <a:t>双分支</a:t>
            </a:r>
            <a:r>
              <a:rPr dirty="0" err="1">
                <a:latin typeface="+mj-ea"/>
              </a:rPr>
              <a:t>选择结构</a:t>
            </a:r>
            <a:endParaRPr lang="zh-CN" dirty="0" err="1">
              <a:latin typeface="+mj-ea"/>
            </a:endParaRPr>
          </a:p>
        </p:txBody>
      </p:sp>
      <p:sp>
        <p:nvSpPr>
          <p:cNvPr id="5" name="内容占位符 4"/>
          <p:cNvSpPr>
            <a:spLocks noGrp="1"/>
          </p:cNvSpPr>
          <p:nvPr>
            <p:ph idx="1"/>
          </p:nvPr>
        </p:nvSpPr>
        <p:spPr/>
        <p:txBody>
          <a:bodyPr/>
          <a:lstStyle/>
          <a:p>
            <a:pPr>
              <a:defRPr/>
            </a:pPr>
            <a:r>
              <a:rPr lang="en-US" altLang="zh-CN" dirty="0"/>
              <a:t>if-else</a:t>
            </a:r>
            <a:r>
              <a:rPr lang="zh-CN" altLang="en-US" dirty="0"/>
              <a:t>选择结构</a:t>
            </a:r>
            <a:endParaRPr lang="zh-CN" altLang="en-US" dirty="0"/>
          </a:p>
          <a:p>
            <a:pPr>
              <a:defRPr/>
            </a:pPr>
            <a:endParaRPr lang="zh-CN" altLang="en-US" dirty="0"/>
          </a:p>
        </p:txBody>
      </p:sp>
      <p:sp>
        <p:nvSpPr>
          <p:cNvPr id="18" name="副标题 17"/>
          <p:cNvSpPr>
            <a:spLocks noGrp="1"/>
          </p:cNvSpPr>
          <p:nvPr>
            <p:ph type="subTitle" idx="10"/>
          </p:nvPr>
        </p:nvSpPr>
        <p:spPr/>
        <p:txBody>
          <a:bodyPr/>
          <a:lstStyle/>
          <a:p>
            <a:r>
              <a:rPr lang="zh-CN" altLang="en-US" dirty="0"/>
              <a:t>语法分析</a:t>
            </a:r>
            <a:endParaRPr lang="zh-CN" altLang="en-US" dirty="0"/>
          </a:p>
        </p:txBody>
      </p:sp>
      <p:sp>
        <p:nvSpPr>
          <p:cNvPr id="581636" name="AutoShape 4"/>
          <p:cNvSpPr>
            <a:spLocks noChangeArrowheads="1"/>
          </p:cNvSpPr>
          <p:nvPr/>
        </p:nvSpPr>
        <p:spPr bwMode="auto">
          <a:xfrm>
            <a:off x="520670" y="2256428"/>
            <a:ext cx="2476500" cy="1492716"/>
          </a:xfrm>
          <a:prstGeom prst="roundRect">
            <a:avLst>
              <a:gd name="adj" fmla="val 0"/>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if  </a:t>
            </a:r>
            <a:r>
              <a:rPr lang="zh-CN" altLang="en-US" sz="1400" dirty="0">
                <a:solidFill>
                  <a:srgbClr val="FF0000"/>
                </a:solidFill>
                <a:latin typeface="+mn-ea"/>
                <a:ea typeface="+mn-ea"/>
              </a:rPr>
              <a:t>条件</a:t>
            </a:r>
            <a:r>
              <a:rPr lang="zh-CN" altLang="en-US"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ea typeface="+mn-ea"/>
              </a:rPr>
              <a:t> </a:t>
            </a:r>
            <a:r>
              <a:rPr lang="zh-CN" altLang="en-US" sz="1400" dirty="0">
                <a:solidFill>
                  <a:schemeClr val="tx1">
                    <a:lumMod val="75000"/>
                    <a:lumOff val="25000"/>
                  </a:schemeClr>
                </a:solidFill>
                <a:latin typeface="+mn-ea"/>
                <a:ea typeface="+mn-ea"/>
              </a:rPr>
              <a:t>：</a:t>
            </a:r>
            <a:r>
              <a:rPr lang="en-US" altLang="zh-CN" sz="1400" dirty="0">
                <a:solidFill>
                  <a:schemeClr val="tx1">
                    <a:lumMod val="75000"/>
                    <a:lumOff val="25000"/>
                  </a:schemeClr>
                </a:solidFill>
                <a:latin typeface="+mn-ea"/>
                <a:ea typeface="+mn-ea"/>
              </a:rPr>
              <a:t> </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en-US" sz="1400" dirty="0">
                <a:solidFill>
                  <a:schemeClr val="tx1">
                    <a:lumMod val="75000"/>
                    <a:lumOff val="25000"/>
                  </a:schemeClr>
                </a:solidFill>
                <a:latin typeface="+mn-ea"/>
                <a:ea typeface="+mn-ea"/>
              </a:rPr>
              <a:t>代码块</a:t>
            </a:r>
            <a:r>
              <a:rPr lang="en-US" altLang="zh-CN" sz="1400" dirty="0">
                <a:solidFill>
                  <a:schemeClr val="tx1">
                    <a:lumMod val="75000"/>
                    <a:lumOff val="25000"/>
                  </a:schemeClr>
                </a:solidFill>
                <a:latin typeface="+mn-ea"/>
                <a:ea typeface="+mn-ea"/>
              </a:rPr>
              <a:t>1  </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else </a:t>
            </a:r>
            <a:r>
              <a:rPr lang="zh-CN" altLang="en-US" sz="1400" dirty="0">
                <a:solidFill>
                  <a:schemeClr val="tx1">
                    <a:lumMod val="75000"/>
                    <a:lumOff val="25000"/>
                  </a:schemeClr>
                </a:solidFill>
                <a:latin typeface="+mn-ea"/>
                <a:ea typeface="+mn-ea"/>
              </a:rPr>
              <a:t>：</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en-US" sz="1400" dirty="0">
                <a:solidFill>
                  <a:schemeClr val="tx1">
                    <a:lumMod val="75000"/>
                    <a:lumOff val="25000"/>
                  </a:schemeClr>
                </a:solidFill>
                <a:latin typeface="+mn-ea"/>
                <a:ea typeface="+mn-ea"/>
              </a:rPr>
              <a:t>代码块</a:t>
            </a:r>
            <a:r>
              <a:rPr lang="en-US" altLang="zh-CN" sz="1400" dirty="0">
                <a:solidFill>
                  <a:schemeClr val="tx1">
                    <a:lumMod val="75000"/>
                    <a:lumOff val="25000"/>
                  </a:schemeClr>
                </a:solidFill>
                <a:latin typeface="+mn-ea"/>
                <a:ea typeface="+mn-ea"/>
              </a:rPr>
              <a:t>2 </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endParaRPr lang="en-US" altLang="zh-CN" sz="1400" dirty="0">
              <a:solidFill>
                <a:schemeClr val="tx1">
                  <a:lumMod val="75000"/>
                  <a:lumOff val="25000"/>
                </a:schemeClr>
              </a:solidFill>
              <a:latin typeface="+mn-ea"/>
              <a:ea typeface="+mn-ea"/>
            </a:endParaRPr>
          </a:p>
        </p:txBody>
      </p:sp>
      <p:sp>
        <p:nvSpPr>
          <p:cNvPr id="26632" name="Rectangle 28"/>
          <p:cNvSpPr>
            <a:spLocks noChangeArrowheads="1"/>
          </p:cNvSpPr>
          <p:nvPr/>
        </p:nvSpPr>
        <p:spPr bwMode="auto">
          <a:xfrm>
            <a:off x="0" y="1871663"/>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26634" name="Rectangle 30"/>
          <p:cNvSpPr>
            <a:spLocks noChangeArrowheads="1"/>
          </p:cNvSpPr>
          <p:nvPr/>
        </p:nvSpPr>
        <p:spPr bwMode="auto">
          <a:xfrm>
            <a:off x="0" y="127516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l"/>
            <a:endParaRPr lang="zh-CN" altLang="en-US"/>
          </a:p>
        </p:txBody>
      </p:sp>
      <p:pic>
        <p:nvPicPr>
          <p:cNvPr id="2" name="图片 1" descr="图3.24 双分支流程图"/>
          <p:cNvPicPr>
            <a:picLocks noChangeAspect="1"/>
          </p:cNvPicPr>
          <p:nvPr/>
        </p:nvPicPr>
        <p:blipFill>
          <a:blip r:embed="rId1" cstate="print"/>
          <a:stretch>
            <a:fillRect/>
          </a:stretch>
        </p:blipFill>
        <p:spPr>
          <a:xfrm>
            <a:off x="5436096" y="1745324"/>
            <a:ext cx="2342515" cy="2168843"/>
          </a:xfrm>
          <a:prstGeom prst="rect">
            <a:avLst/>
          </a:prstGeom>
        </p:spPr>
      </p:pic>
      <p:grpSp>
        <p:nvGrpSpPr>
          <p:cNvPr id="4" name="组合 19"/>
          <p:cNvGrpSpPr/>
          <p:nvPr/>
        </p:nvGrpSpPr>
        <p:grpSpPr>
          <a:xfrm>
            <a:off x="285720" y="785800"/>
            <a:ext cx="234950" cy="212725"/>
            <a:chOff x="436488" y="2332038"/>
            <a:chExt cx="234950" cy="212725"/>
          </a:xfrm>
        </p:grpSpPr>
        <p:grpSp>
          <p:nvGrpSpPr>
            <p:cNvPr id="6" name="组合 1080"/>
            <p:cNvGrpSpPr/>
            <p:nvPr/>
          </p:nvGrpSpPr>
          <p:grpSpPr>
            <a:xfrm>
              <a:off x="436488" y="2420938"/>
              <a:ext cx="228600" cy="123825"/>
              <a:chOff x="436488" y="2420938"/>
              <a:chExt cx="228600" cy="123825"/>
            </a:xfrm>
          </p:grpSpPr>
          <p:sp>
            <p:nvSpPr>
              <p:cNvPr id="23" name="Freeform 81"/>
              <p:cNvSpPr/>
              <p:nvPr/>
            </p:nvSpPr>
            <p:spPr bwMode="auto">
              <a:xfrm>
                <a:off x="436488" y="2420938"/>
                <a:ext cx="228600" cy="82550"/>
              </a:xfrm>
              <a:custGeom>
                <a:avLst/>
                <a:gdLst>
                  <a:gd name="T0" fmla="*/ 0 w 144"/>
                  <a:gd name="T1" fmla="*/ 10 h 52"/>
                  <a:gd name="T2" fmla="*/ 11 w 144"/>
                  <a:gd name="T3" fmla="*/ 0 h 52"/>
                  <a:gd name="T4" fmla="*/ 73 w 144"/>
                  <a:gd name="T5" fmla="*/ 38 h 52"/>
                  <a:gd name="T6" fmla="*/ 134 w 144"/>
                  <a:gd name="T7" fmla="*/ 5 h 52"/>
                  <a:gd name="T8" fmla="*/ 144 w 144"/>
                  <a:gd name="T9" fmla="*/ 15 h 52"/>
                  <a:gd name="T10" fmla="*/ 73 w 144"/>
                  <a:gd name="T11" fmla="*/ 52 h 52"/>
                  <a:gd name="T12" fmla="*/ 0 w 144"/>
                  <a:gd name="T13" fmla="*/ 10 h 52"/>
                </a:gdLst>
                <a:ahLst/>
                <a:cxnLst>
                  <a:cxn ang="0">
                    <a:pos x="T0" y="T1"/>
                  </a:cxn>
                  <a:cxn ang="0">
                    <a:pos x="T2" y="T3"/>
                  </a:cxn>
                  <a:cxn ang="0">
                    <a:pos x="T4" y="T5"/>
                  </a:cxn>
                  <a:cxn ang="0">
                    <a:pos x="T6" y="T7"/>
                  </a:cxn>
                  <a:cxn ang="0">
                    <a:pos x="T8" y="T9"/>
                  </a:cxn>
                  <a:cxn ang="0">
                    <a:pos x="T10" y="T11"/>
                  </a:cxn>
                  <a:cxn ang="0">
                    <a:pos x="T12" y="T13"/>
                  </a:cxn>
                </a:cxnLst>
                <a:rect l="0" t="0" r="r" b="b"/>
                <a:pathLst>
                  <a:path w="144" h="52">
                    <a:moveTo>
                      <a:pt x="0" y="10"/>
                    </a:moveTo>
                    <a:lnTo>
                      <a:pt x="11" y="0"/>
                    </a:lnTo>
                    <a:lnTo>
                      <a:pt x="73" y="38"/>
                    </a:lnTo>
                    <a:lnTo>
                      <a:pt x="134" y="5"/>
                    </a:lnTo>
                    <a:lnTo>
                      <a:pt x="144" y="15"/>
                    </a:lnTo>
                    <a:lnTo>
                      <a:pt x="73" y="52"/>
                    </a:lnTo>
                    <a:lnTo>
                      <a:pt x="0" y="1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82"/>
              <p:cNvSpPr/>
              <p:nvPr/>
            </p:nvSpPr>
            <p:spPr bwMode="auto">
              <a:xfrm>
                <a:off x="436488" y="2462213"/>
                <a:ext cx="228600" cy="82550"/>
              </a:xfrm>
              <a:custGeom>
                <a:avLst/>
                <a:gdLst>
                  <a:gd name="T0" fmla="*/ 0 w 144"/>
                  <a:gd name="T1" fmla="*/ 10 h 52"/>
                  <a:gd name="T2" fmla="*/ 11 w 144"/>
                  <a:gd name="T3" fmla="*/ 0 h 52"/>
                  <a:gd name="T4" fmla="*/ 73 w 144"/>
                  <a:gd name="T5" fmla="*/ 38 h 52"/>
                  <a:gd name="T6" fmla="*/ 134 w 144"/>
                  <a:gd name="T7" fmla="*/ 5 h 52"/>
                  <a:gd name="T8" fmla="*/ 144 w 144"/>
                  <a:gd name="T9" fmla="*/ 15 h 52"/>
                  <a:gd name="T10" fmla="*/ 73 w 144"/>
                  <a:gd name="T11" fmla="*/ 52 h 52"/>
                  <a:gd name="T12" fmla="*/ 0 w 144"/>
                  <a:gd name="T13" fmla="*/ 10 h 52"/>
                </a:gdLst>
                <a:ahLst/>
                <a:cxnLst>
                  <a:cxn ang="0">
                    <a:pos x="T0" y="T1"/>
                  </a:cxn>
                  <a:cxn ang="0">
                    <a:pos x="T2" y="T3"/>
                  </a:cxn>
                  <a:cxn ang="0">
                    <a:pos x="T4" y="T5"/>
                  </a:cxn>
                  <a:cxn ang="0">
                    <a:pos x="T6" y="T7"/>
                  </a:cxn>
                  <a:cxn ang="0">
                    <a:pos x="T8" y="T9"/>
                  </a:cxn>
                  <a:cxn ang="0">
                    <a:pos x="T10" y="T11"/>
                  </a:cxn>
                  <a:cxn ang="0">
                    <a:pos x="T12" y="T13"/>
                  </a:cxn>
                </a:cxnLst>
                <a:rect l="0" t="0" r="r" b="b"/>
                <a:pathLst>
                  <a:path w="144" h="52">
                    <a:moveTo>
                      <a:pt x="0" y="10"/>
                    </a:moveTo>
                    <a:lnTo>
                      <a:pt x="11" y="0"/>
                    </a:lnTo>
                    <a:lnTo>
                      <a:pt x="73" y="38"/>
                    </a:lnTo>
                    <a:lnTo>
                      <a:pt x="134" y="5"/>
                    </a:lnTo>
                    <a:lnTo>
                      <a:pt x="144" y="15"/>
                    </a:lnTo>
                    <a:lnTo>
                      <a:pt x="73" y="52"/>
                    </a:lnTo>
                    <a:lnTo>
                      <a:pt x="0" y="1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2" name="Freeform 83"/>
            <p:cNvSpPr/>
            <p:nvPr/>
          </p:nvSpPr>
          <p:spPr bwMode="auto">
            <a:xfrm>
              <a:off x="436488" y="2332038"/>
              <a:ext cx="234950" cy="130175"/>
            </a:xfrm>
            <a:custGeom>
              <a:avLst/>
              <a:gdLst>
                <a:gd name="T0" fmla="*/ 0 w 148"/>
                <a:gd name="T1" fmla="*/ 40 h 82"/>
                <a:gd name="T2" fmla="*/ 75 w 148"/>
                <a:gd name="T3" fmla="*/ 0 h 82"/>
                <a:gd name="T4" fmla="*/ 148 w 148"/>
                <a:gd name="T5" fmla="*/ 45 h 82"/>
                <a:gd name="T6" fmla="*/ 73 w 148"/>
                <a:gd name="T7" fmla="*/ 82 h 82"/>
                <a:gd name="T8" fmla="*/ 0 w 148"/>
                <a:gd name="T9" fmla="*/ 40 h 82"/>
              </a:gdLst>
              <a:ahLst/>
              <a:cxnLst>
                <a:cxn ang="0">
                  <a:pos x="T0" y="T1"/>
                </a:cxn>
                <a:cxn ang="0">
                  <a:pos x="T2" y="T3"/>
                </a:cxn>
                <a:cxn ang="0">
                  <a:pos x="T4" y="T5"/>
                </a:cxn>
                <a:cxn ang="0">
                  <a:pos x="T6" y="T7"/>
                </a:cxn>
                <a:cxn ang="0">
                  <a:pos x="T8" y="T9"/>
                </a:cxn>
              </a:cxnLst>
              <a:rect l="0" t="0" r="r" b="b"/>
              <a:pathLst>
                <a:path w="148" h="82">
                  <a:moveTo>
                    <a:pt x="0" y="40"/>
                  </a:moveTo>
                  <a:lnTo>
                    <a:pt x="75" y="0"/>
                  </a:lnTo>
                  <a:lnTo>
                    <a:pt x="148" y="45"/>
                  </a:lnTo>
                  <a:lnTo>
                    <a:pt x="73" y="82"/>
                  </a:lnTo>
                  <a:lnTo>
                    <a:pt x="0" y="4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81636"/>
                                        </p:tgtEl>
                                        <p:attrNameLst>
                                          <p:attrName>style.visibility</p:attrName>
                                        </p:attrNameLst>
                                      </p:cBhvr>
                                      <p:to>
                                        <p:strVal val="visible"/>
                                      </p:to>
                                    </p:set>
                                    <p:animEffect transition="in" filter="wipe(left)">
                                      <p:cBhvr>
                                        <p:cTn id="7" dur="500"/>
                                        <p:tgtEl>
                                          <p:spTgt spid="5816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6"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3" name="AutoShape 3"/>
          <p:cNvSpPr>
            <a:spLocks noChangeArrowheads="1"/>
          </p:cNvSpPr>
          <p:nvPr/>
        </p:nvSpPr>
        <p:spPr bwMode="auto">
          <a:xfrm>
            <a:off x="684530" y="1254918"/>
            <a:ext cx="7173618" cy="2607309"/>
          </a:xfrm>
          <a:prstGeom prst="roundRect">
            <a:avLst>
              <a:gd name="adj" fmla="val 0"/>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rPr>
              <a:t>#</a:t>
            </a:r>
            <a:r>
              <a:rPr lang="en-US" altLang="zh-CN" sz="1400" dirty="0" err="1">
                <a:solidFill>
                  <a:schemeClr val="tx1">
                    <a:lumMod val="75000"/>
                    <a:lumOff val="25000"/>
                  </a:schemeClr>
                </a:solidFill>
                <a:latin typeface="+mn-ea"/>
              </a:rPr>
              <a:t>输入分数</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score = input("</a:t>
            </a:r>
            <a:r>
              <a:rPr lang="en-US" altLang="zh-CN" sz="1400" dirty="0" err="1">
                <a:solidFill>
                  <a:schemeClr val="tx1">
                    <a:lumMod val="75000"/>
                    <a:lumOff val="25000"/>
                  </a:schemeClr>
                </a:solidFill>
                <a:latin typeface="+mn-ea"/>
                <a:ea typeface="+mn-ea"/>
              </a:rPr>
              <a:t>请输入一个成绩</a:t>
            </a:r>
            <a:r>
              <a:rPr lang="en-US" altLang="zh-CN" sz="1400" dirty="0">
                <a:solidFill>
                  <a:schemeClr val="tx1">
                    <a:lumMod val="75000"/>
                    <a:lumOff val="25000"/>
                  </a:schemeClr>
                </a:solidFill>
                <a:latin typeface="+mn-ea"/>
                <a:ea typeface="+mn-ea"/>
              </a:rPr>
              <a:t>:")</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if score&gt;=90 : #如果分数大于等于90打印输出</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print("</a:t>
            </a:r>
            <a:r>
              <a:rPr lang="en-US" altLang="zh-CN" sz="1400" dirty="0" err="1">
                <a:solidFill>
                  <a:schemeClr val="tx1">
                    <a:lumMod val="75000"/>
                    <a:lumOff val="25000"/>
                  </a:schemeClr>
                </a:solidFill>
                <a:latin typeface="+mn-ea"/>
                <a:ea typeface="+mn-ea"/>
              </a:rPr>
              <a:t>恭喜你考试通关</a:t>
            </a:r>
            <a:r>
              <a:rPr lang="en-US" altLang="zh-CN" sz="1400" dirty="0">
                <a:solidFill>
                  <a:schemeClr val="tx1">
                    <a:lumMod val="75000"/>
                    <a:lumOff val="25000"/>
                  </a:schemeClr>
                </a:solidFill>
                <a:latin typeface="+mn-ea"/>
                <a:ea typeface="+mn-ea"/>
              </a:rPr>
              <a:t>")</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else: #</a:t>
            </a:r>
            <a:r>
              <a:rPr lang="en-US" altLang="zh-CN" sz="1400" dirty="0" err="1">
                <a:solidFill>
                  <a:schemeClr val="tx1">
                    <a:lumMod val="75000"/>
                    <a:lumOff val="25000"/>
                  </a:schemeClr>
                </a:solidFill>
                <a:latin typeface="+mn-ea"/>
                <a:ea typeface="+mn-ea"/>
              </a:rPr>
              <a:t>如果分数不满足</a:t>
            </a:r>
            <a:r>
              <a:rPr lang="en-US" altLang="zh-CN" sz="1400" dirty="0">
                <a:solidFill>
                  <a:schemeClr val="tx1">
                    <a:lumMod val="75000"/>
                    <a:lumOff val="25000"/>
                  </a:schemeClr>
                </a:solidFill>
                <a:latin typeface="+mn-ea"/>
                <a:ea typeface="+mn-ea"/>
              </a:rPr>
              <a:t>(&gt;=90)</a:t>
            </a:r>
            <a:r>
              <a:rPr lang="en-US" altLang="zh-CN" sz="1400" dirty="0" err="1">
                <a:solidFill>
                  <a:schemeClr val="tx1">
                    <a:lumMod val="75000"/>
                    <a:lumOff val="25000"/>
                  </a:schemeClr>
                </a:solidFill>
                <a:latin typeface="+mn-ea"/>
                <a:ea typeface="+mn-ea"/>
              </a:rPr>
              <a:t>则执行这里</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print("</a:t>
            </a:r>
            <a:r>
              <a:rPr lang="en-US" altLang="zh-CN" sz="1400" dirty="0" err="1">
                <a:solidFill>
                  <a:schemeClr val="tx1">
                    <a:lumMod val="75000"/>
                    <a:lumOff val="25000"/>
                  </a:schemeClr>
                </a:solidFill>
                <a:latin typeface="+mn-ea"/>
                <a:ea typeface="+mn-ea"/>
              </a:rPr>
              <a:t>别气馁，加油！继续努力</a:t>
            </a:r>
            <a:r>
              <a:rPr lang="en-US" altLang="zh-CN" sz="1400" dirty="0">
                <a:solidFill>
                  <a:schemeClr val="tx1">
                    <a:lumMod val="75000"/>
                    <a:lumOff val="25000"/>
                  </a:schemeClr>
                </a:solidFill>
                <a:latin typeface="+mn-ea"/>
                <a:ea typeface="+mn-ea"/>
              </a:rPr>
              <a:t>")</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print("</a:t>
            </a:r>
            <a:r>
              <a:rPr lang="en-US" altLang="zh-CN" sz="1400" dirty="0" err="1">
                <a:solidFill>
                  <a:schemeClr val="tx1">
                    <a:lumMod val="75000"/>
                    <a:lumOff val="25000"/>
                  </a:schemeClr>
                </a:solidFill>
                <a:latin typeface="+mn-ea"/>
                <a:ea typeface="+mn-ea"/>
              </a:rPr>
              <a:t>你的成绩是</a:t>
            </a:r>
            <a:r>
              <a:rPr lang="en-US" altLang="zh-CN" sz="1400" dirty="0">
                <a:solidFill>
                  <a:schemeClr val="tx1">
                    <a:lumMod val="75000"/>
                    <a:lumOff val="25000"/>
                  </a:schemeClr>
                </a:solidFill>
                <a:latin typeface="+mn-ea"/>
                <a:ea typeface="+mn-ea"/>
              </a:rPr>
              <a:t>："+score)</a:t>
            </a:r>
            <a:endParaRPr lang="en-US" altLang="zh-CN" sz="1400" dirty="0">
              <a:solidFill>
                <a:schemeClr val="tx1">
                  <a:lumMod val="75000"/>
                  <a:lumOff val="25000"/>
                </a:schemeClr>
              </a:solidFill>
              <a:latin typeface="+mn-ea"/>
              <a:ea typeface="+mn-ea"/>
            </a:endParaRPr>
          </a:p>
          <a:p>
            <a:pPr marL="224155" lvl="1" indent="-224155" algn="l" defTabSz="381000">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endParaRPr lang="en-US" altLang="zh-CN" sz="1400" dirty="0">
              <a:solidFill>
                <a:schemeClr val="tx1">
                  <a:lumMod val="75000"/>
                  <a:lumOff val="25000"/>
                </a:schemeClr>
              </a:solidFill>
              <a:latin typeface="+mn-ea"/>
              <a:ea typeface="+mn-ea"/>
            </a:endParaRPr>
          </a:p>
        </p:txBody>
      </p:sp>
      <p:sp>
        <p:nvSpPr>
          <p:cNvPr id="583689" name="Rectangle 9"/>
          <p:cNvSpPr>
            <a:spLocks noGrp="1" noChangeArrowheads="1"/>
          </p:cNvSpPr>
          <p:nvPr>
            <p:ph type="title"/>
          </p:nvPr>
        </p:nvSpPr>
        <p:spPr>
          <a:noFill/>
        </p:spPr>
        <p:txBody>
          <a:bodyPr wrap="square">
            <a:spAutoFit/>
          </a:bodyPr>
          <a:lstStyle/>
          <a:p>
            <a:r>
              <a:rPr lang="en-US" altLang="zh-CN" dirty="0">
                <a:latin typeface="+mj-ea"/>
              </a:rPr>
              <a:t>if-else</a:t>
            </a:r>
            <a:r>
              <a:rPr lang="zh-CN" altLang="en-US" dirty="0">
                <a:latin typeface="+mj-ea"/>
              </a:rPr>
              <a:t>双分支</a:t>
            </a:r>
            <a:r>
              <a:rPr dirty="0" err="1">
                <a:latin typeface="+mj-ea"/>
              </a:rPr>
              <a:t>选择结构</a:t>
            </a:r>
            <a:r>
              <a:rPr lang="zh-CN" altLang="en-US" dirty="0">
                <a:latin typeface="+mj-ea"/>
              </a:rPr>
              <a:t>应用</a:t>
            </a:r>
            <a:endParaRPr lang="en-US" altLang="zh-CN" dirty="0">
              <a:latin typeface="+mj-ea"/>
            </a:endParaRPr>
          </a:p>
        </p:txBody>
      </p:sp>
      <p:sp>
        <p:nvSpPr>
          <p:cNvPr id="20" name="副标题 19"/>
          <p:cNvSpPr>
            <a:spLocks noGrp="1"/>
          </p:cNvSpPr>
          <p:nvPr>
            <p:ph type="subTitle" idx="10"/>
          </p:nvPr>
        </p:nvSpPr>
        <p:spPr/>
        <p:txBody>
          <a:bodyPr/>
          <a:lstStyle/>
          <a:p>
            <a:r>
              <a:rPr lang="zh-CN" altLang="en-US" dirty="0"/>
              <a:t>案例：</a:t>
            </a:r>
            <a:endParaRPr lang="zh-CN" altLang="en-US" dirty="0"/>
          </a:p>
        </p:txBody>
      </p:sp>
      <p:sp>
        <p:nvSpPr>
          <p:cNvPr id="583684" name="AutoShape 4"/>
          <p:cNvSpPr>
            <a:spLocks noChangeArrowheads="1"/>
          </p:cNvSpPr>
          <p:nvPr/>
        </p:nvSpPr>
        <p:spPr bwMode="auto">
          <a:xfrm>
            <a:off x="1142976" y="2428875"/>
            <a:ext cx="3751257" cy="1150988"/>
          </a:xfrm>
          <a:prstGeom prst="flowChartProcess">
            <a:avLst/>
          </a:prstGeom>
          <a:noFill/>
          <a:ln w="19050" algn="ctr">
            <a:solidFill>
              <a:srgbClr val="C0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pic>
        <p:nvPicPr>
          <p:cNvPr id="4" name="图片 3" descr="图3.23示例6运行结果"/>
          <p:cNvPicPr>
            <a:picLocks noChangeAspect="1"/>
          </p:cNvPicPr>
          <p:nvPr/>
        </p:nvPicPr>
        <p:blipFill>
          <a:blip r:embed="rId1" cstate="print"/>
          <a:stretch>
            <a:fillRect/>
          </a:stretch>
        </p:blipFill>
        <p:spPr>
          <a:xfrm>
            <a:off x="2173236" y="1986280"/>
            <a:ext cx="4114800" cy="885190"/>
          </a:xfrm>
          <a:prstGeom prst="rect">
            <a:avLst/>
          </a:prstGeom>
        </p:spPr>
      </p:pic>
      <p:pic>
        <p:nvPicPr>
          <p:cNvPr id="23" name="图片 22" descr="图3.25 双分支代码流程图.bmp"/>
          <p:cNvPicPr>
            <a:picLocks noChangeAspect="1"/>
          </p:cNvPicPr>
          <p:nvPr/>
        </p:nvPicPr>
        <p:blipFill>
          <a:blip r:embed="rId2" cstate="print"/>
          <a:stretch>
            <a:fillRect/>
          </a:stretch>
        </p:blipFill>
        <p:spPr>
          <a:xfrm>
            <a:off x="2965407" y="1254918"/>
            <a:ext cx="1928826" cy="3020057"/>
          </a:xfrm>
          <a:prstGeom prst="rect">
            <a:avLst/>
          </a:prstGeom>
        </p:spPr>
      </p:pic>
      <p:grpSp>
        <p:nvGrpSpPr>
          <p:cNvPr id="2" name="组合 8"/>
          <p:cNvGrpSpPr/>
          <p:nvPr/>
        </p:nvGrpSpPr>
        <p:grpSpPr>
          <a:xfrm>
            <a:off x="285720" y="785800"/>
            <a:ext cx="236538" cy="236538"/>
            <a:chOff x="2527300" y="2946400"/>
            <a:chExt cx="236538" cy="236538"/>
          </a:xfrm>
        </p:grpSpPr>
        <p:sp>
          <p:nvSpPr>
            <p:cNvPr id="10" name="Freeform 52"/>
            <p:cNvSpPr>
              <a:spLocks noEditPoints="1"/>
            </p:cNvSpPr>
            <p:nvPr/>
          </p:nvSpPr>
          <p:spPr bwMode="auto">
            <a:xfrm>
              <a:off x="2659063" y="3055938"/>
              <a:ext cx="104775" cy="104775"/>
            </a:xfrm>
            <a:custGeom>
              <a:avLst/>
              <a:gdLst>
                <a:gd name="T0" fmla="*/ 38 w 66"/>
                <a:gd name="T1" fmla="*/ 9 h 66"/>
                <a:gd name="T2" fmla="*/ 56 w 66"/>
                <a:gd name="T3" fmla="*/ 28 h 66"/>
                <a:gd name="T4" fmla="*/ 23 w 66"/>
                <a:gd name="T5" fmla="*/ 61 h 66"/>
                <a:gd name="T6" fmla="*/ 0 w 66"/>
                <a:gd name="T7" fmla="*/ 66 h 66"/>
                <a:gd name="T8" fmla="*/ 4 w 66"/>
                <a:gd name="T9" fmla="*/ 42 h 66"/>
                <a:gd name="T10" fmla="*/ 38 w 66"/>
                <a:gd name="T11" fmla="*/ 9 h 66"/>
                <a:gd name="T12" fmla="*/ 59 w 66"/>
                <a:gd name="T13" fmla="*/ 26 h 66"/>
                <a:gd name="T14" fmla="*/ 40 w 66"/>
                <a:gd name="T15" fmla="*/ 7 h 66"/>
                <a:gd name="T16" fmla="*/ 45 w 66"/>
                <a:gd name="T17" fmla="*/ 0 h 66"/>
                <a:gd name="T18" fmla="*/ 66 w 66"/>
                <a:gd name="T19" fmla="*/ 19 h 66"/>
                <a:gd name="T20" fmla="*/ 59 w 66"/>
                <a:gd name="T21" fmla="*/ 26 h 66"/>
                <a:gd name="T22" fmla="*/ 59 w 66"/>
                <a:gd name="T23" fmla="*/ 26 h 66"/>
                <a:gd name="T24" fmla="*/ 59 w 66"/>
                <a:gd name="T25" fmla="*/ 2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6">
                  <a:moveTo>
                    <a:pt x="38" y="9"/>
                  </a:moveTo>
                  <a:lnTo>
                    <a:pt x="56" y="28"/>
                  </a:lnTo>
                  <a:lnTo>
                    <a:pt x="23" y="61"/>
                  </a:lnTo>
                  <a:lnTo>
                    <a:pt x="0" y="66"/>
                  </a:lnTo>
                  <a:lnTo>
                    <a:pt x="4" y="42"/>
                  </a:lnTo>
                  <a:lnTo>
                    <a:pt x="38" y="9"/>
                  </a:lnTo>
                  <a:close/>
                  <a:moveTo>
                    <a:pt x="59" y="26"/>
                  </a:moveTo>
                  <a:lnTo>
                    <a:pt x="40" y="7"/>
                  </a:lnTo>
                  <a:lnTo>
                    <a:pt x="45" y="0"/>
                  </a:lnTo>
                  <a:lnTo>
                    <a:pt x="66" y="19"/>
                  </a:lnTo>
                  <a:lnTo>
                    <a:pt x="59" y="26"/>
                  </a:lnTo>
                  <a:close/>
                  <a:moveTo>
                    <a:pt x="59" y="26"/>
                  </a:moveTo>
                  <a:lnTo>
                    <a:pt x="59" y="26"/>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53"/>
            <p:cNvSpPr>
              <a:spLocks noEditPoints="1"/>
            </p:cNvSpPr>
            <p:nvPr/>
          </p:nvSpPr>
          <p:spPr bwMode="auto">
            <a:xfrm>
              <a:off x="2659063" y="3055938"/>
              <a:ext cx="104775" cy="104775"/>
            </a:xfrm>
            <a:custGeom>
              <a:avLst/>
              <a:gdLst>
                <a:gd name="T0" fmla="*/ 38 w 66"/>
                <a:gd name="T1" fmla="*/ 9 h 66"/>
                <a:gd name="T2" fmla="*/ 56 w 66"/>
                <a:gd name="T3" fmla="*/ 28 h 66"/>
                <a:gd name="T4" fmla="*/ 23 w 66"/>
                <a:gd name="T5" fmla="*/ 61 h 66"/>
                <a:gd name="T6" fmla="*/ 0 w 66"/>
                <a:gd name="T7" fmla="*/ 66 h 66"/>
                <a:gd name="T8" fmla="*/ 4 w 66"/>
                <a:gd name="T9" fmla="*/ 42 h 66"/>
                <a:gd name="T10" fmla="*/ 38 w 66"/>
                <a:gd name="T11" fmla="*/ 9 h 66"/>
                <a:gd name="T12" fmla="*/ 59 w 66"/>
                <a:gd name="T13" fmla="*/ 26 h 66"/>
                <a:gd name="T14" fmla="*/ 40 w 66"/>
                <a:gd name="T15" fmla="*/ 7 h 66"/>
                <a:gd name="T16" fmla="*/ 45 w 66"/>
                <a:gd name="T17" fmla="*/ 0 h 66"/>
                <a:gd name="T18" fmla="*/ 66 w 66"/>
                <a:gd name="T19" fmla="*/ 19 h 66"/>
                <a:gd name="T20" fmla="*/ 59 w 66"/>
                <a:gd name="T21" fmla="*/ 26 h 66"/>
                <a:gd name="T22" fmla="*/ 59 w 66"/>
                <a:gd name="T23" fmla="*/ 26 h 66"/>
                <a:gd name="T24" fmla="*/ 59 w 66"/>
                <a:gd name="T25" fmla="*/ 2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6">
                  <a:moveTo>
                    <a:pt x="38" y="9"/>
                  </a:moveTo>
                  <a:lnTo>
                    <a:pt x="56" y="28"/>
                  </a:lnTo>
                  <a:lnTo>
                    <a:pt x="23" y="61"/>
                  </a:lnTo>
                  <a:lnTo>
                    <a:pt x="0" y="66"/>
                  </a:lnTo>
                  <a:lnTo>
                    <a:pt x="4" y="42"/>
                  </a:lnTo>
                  <a:lnTo>
                    <a:pt x="38" y="9"/>
                  </a:lnTo>
                  <a:moveTo>
                    <a:pt x="59" y="26"/>
                  </a:moveTo>
                  <a:lnTo>
                    <a:pt x="40" y="7"/>
                  </a:lnTo>
                  <a:lnTo>
                    <a:pt x="45" y="0"/>
                  </a:lnTo>
                  <a:lnTo>
                    <a:pt x="66" y="19"/>
                  </a:lnTo>
                  <a:lnTo>
                    <a:pt x="59" y="26"/>
                  </a:lnTo>
                  <a:moveTo>
                    <a:pt x="59" y="26"/>
                  </a:moveTo>
                  <a:lnTo>
                    <a:pt x="59" y="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54"/>
            <p:cNvSpPr>
              <a:spLocks noEditPoints="1"/>
            </p:cNvSpPr>
            <p:nvPr/>
          </p:nvSpPr>
          <p:spPr bwMode="auto">
            <a:xfrm>
              <a:off x="2527300" y="2946400"/>
              <a:ext cx="184150" cy="236538"/>
            </a:xfrm>
            <a:custGeom>
              <a:avLst/>
              <a:gdLst>
                <a:gd name="T0" fmla="*/ 28 w 49"/>
                <a:gd name="T1" fmla="*/ 0 h 63"/>
                <a:gd name="T2" fmla="*/ 33 w 49"/>
                <a:gd name="T3" fmla="*/ 3 h 63"/>
                <a:gd name="T4" fmla="*/ 38 w 49"/>
                <a:gd name="T5" fmla="*/ 9 h 63"/>
                <a:gd name="T6" fmla="*/ 39 w 49"/>
                <a:gd name="T7" fmla="*/ 19 h 63"/>
                <a:gd name="T8" fmla="*/ 40 w 49"/>
                <a:gd name="T9" fmla="*/ 21 h 63"/>
                <a:gd name="T10" fmla="*/ 39 w 49"/>
                <a:gd name="T11" fmla="*/ 25 h 63"/>
                <a:gd name="T12" fmla="*/ 38 w 49"/>
                <a:gd name="T13" fmla="*/ 27 h 63"/>
                <a:gd name="T14" fmla="*/ 36 w 49"/>
                <a:gd name="T15" fmla="*/ 30 h 63"/>
                <a:gd name="T16" fmla="*/ 33 w 49"/>
                <a:gd name="T17" fmla="*/ 33 h 63"/>
                <a:gd name="T18" fmla="*/ 33 w 49"/>
                <a:gd name="T19" fmla="*/ 37 h 63"/>
                <a:gd name="T20" fmla="*/ 34 w 49"/>
                <a:gd name="T21" fmla="*/ 41 h 63"/>
                <a:gd name="T22" fmla="*/ 33 w 49"/>
                <a:gd name="T23" fmla="*/ 46 h 63"/>
                <a:gd name="T24" fmla="*/ 47 w 49"/>
                <a:gd name="T25" fmla="*/ 59 h 63"/>
                <a:gd name="T26" fmla="*/ 49 w 49"/>
                <a:gd name="T27" fmla="*/ 58 h 63"/>
                <a:gd name="T28" fmla="*/ 46 w 49"/>
                <a:gd name="T29" fmla="*/ 61 h 63"/>
                <a:gd name="T30" fmla="*/ 38 w 49"/>
                <a:gd name="T31" fmla="*/ 62 h 63"/>
                <a:gd name="T32" fmla="*/ 28 w 49"/>
                <a:gd name="T33" fmla="*/ 63 h 63"/>
                <a:gd name="T34" fmla="*/ 20 w 49"/>
                <a:gd name="T35" fmla="*/ 63 h 63"/>
                <a:gd name="T36" fmla="*/ 11 w 49"/>
                <a:gd name="T37" fmla="*/ 62 h 63"/>
                <a:gd name="T38" fmla="*/ 3 w 49"/>
                <a:gd name="T39" fmla="*/ 61 h 63"/>
                <a:gd name="T40" fmla="*/ 0 w 49"/>
                <a:gd name="T41" fmla="*/ 57 h 63"/>
                <a:gd name="T42" fmla="*/ 3 w 49"/>
                <a:gd name="T43" fmla="*/ 47 h 63"/>
                <a:gd name="T44" fmla="*/ 10 w 49"/>
                <a:gd name="T45" fmla="*/ 44 h 63"/>
                <a:gd name="T46" fmla="*/ 16 w 49"/>
                <a:gd name="T47" fmla="*/ 41 h 63"/>
                <a:gd name="T48" fmla="*/ 17 w 49"/>
                <a:gd name="T49" fmla="*/ 38 h 63"/>
                <a:gd name="T50" fmla="*/ 16 w 49"/>
                <a:gd name="T51" fmla="*/ 33 h 63"/>
                <a:gd name="T52" fmla="*/ 13 w 49"/>
                <a:gd name="T53" fmla="*/ 30 h 63"/>
                <a:gd name="T54" fmla="*/ 12 w 49"/>
                <a:gd name="T55" fmla="*/ 27 h 63"/>
                <a:gd name="T56" fmla="*/ 10 w 49"/>
                <a:gd name="T57" fmla="*/ 26 h 63"/>
                <a:gd name="T58" fmla="*/ 9 w 49"/>
                <a:gd name="T59" fmla="*/ 22 h 63"/>
                <a:gd name="T60" fmla="*/ 10 w 49"/>
                <a:gd name="T61" fmla="*/ 19 h 63"/>
                <a:gd name="T62" fmla="*/ 11 w 49"/>
                <a:gd name="T63" fmla="*/ 10 h 63"/>
                <a:gd name="T64" fmla="*/ 16 w 49"/>
                <a:gd name="T65" fmla="*/ 3 h 63"/>
                <a:gd name="T66" fmla="*/ 21 w 49"/>
                <a:gd name="T67" fmla="*/ 0 h 63"/>
                <a:gd name="T68" fmla="*/ 24 w 49"/>
                <a:gd name="T69"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 h="63">
                  <a:moveTo>
                    <a:pt x="24" y="0"/>
                  </a:moveTo>
                  <a:cubicBezTo>
                    <a:pt x="26" y="0"/>
                    <a:pt x="27" y="0"/>
                    <a:pt x="28" y="0"/>
                  </a:cubicBezTo>
                  <a:cubicBezTo>
                    <a:pt x="29" y="0"/>
                    <a:pt x="30" y="1"/>
                    <a:pt x="31" y="1"/>
                  </a:cubicBezTo>
                  <a:cubicBezTo>
                    <a:pt x="32" y="2"/>
                    <a:pt x="33" y="2"/>
                    <a:pt x="33" y="3"/>
                  </a:cubicBezTo>
                  <a:cubicBezTo>
                    <a:pt x="34" y="4"/>
                    <a:pt x="35" y="4"/>
                    <a:pt x="35" y="5"/>
                  </a:cubicBezTo>
                  <a:cubicBezTo>
                    <a:pt x="36" y="6"/>
                    <a:pt x="37" y="8"/>
                    <a:pt x="38" y="9"/>
                  </a:cubicBezTo>
                  <a:cubicBezTo>
                    <a:pt x="38" y="11"/>
                    <a:pt x="38" y="12"/>
                    <a:pt x="39" y="14"/>
                  </a:cubicBezTo>
                  <a:cubicBezTo>
                    <a:pt x="39" y="16"/>
                    <a:pt x="39" y="17"/>
                    <a:pt x="39" y="19"/>
                  </a:cubicBezTo>
                  <a:cubicBezTo>
                    <a:pt x="39" y="19"/>
                    <a:pt x="39" y="20"/>
                    <a:pt x="40" y="20"/>
                  </a:cubicBezTo>
                  <a:cubicBezTo>
                    <a:pt x="40" y="20"/>
                    <a:pt x="40" y="21"/>
                    <a:pt x="40" y="21"/>
                  </a:cubicBezTo>
                  <a:cubicBezTo>
                    <a:pt x="40" y="22"/>
                    <a:pt x="40" y="22"/>
                    <a:pt x="40" y="23"/>
                  </a:cubicBezTo>
                  <a:cubicBezTo>
                    <a:pt x="40" y="23"/>
                    <a:pt x="40" y="24"/>
                    <a:pt x="39" y="25"/>
                  </a:cubicBezTo>
                  <a:cubicBezTo>
                    <a:pt x="39" y="25"/>
                    <a:pt x="39" y="26"/>
                    <a:pt x="39" y="26"/>
                  </a:cubicBezTo>
                  <a:cubicBezTo>
                    <a:pt x="38" y="26"/>
                    <a:pt x="38" y="27"/>
                    <a:pt x="38" y="27"/>
                  </a:cubicBezTo>
                  <a:cubicBezTo>
                    <a:pt x="37" y="28"/>
                    <a:pt x="37" y="28"/>
                    <a:pt x="37" y="29"/>
                  </a:cubicBezTo>
                  <a:cubicBezTo>
                    <a:pt x="37" y="29"/>
                    <a:pt x="37" y="30"/>
                    <a:pt x="36" y="30"/>
                  </a:cubicBezTo>
                  <a:cubicBezTo>
                    <a:pt x="36" y="31"/>
                    <a:pt x="36" y="31"/>
                    <a:pt x="35" y="32"/>
                  </a:cubicBezTo>
                  <a:cubicBezTo>
                    <a:pt x="35" y="32"/>
                    <a:pt x="34" y="33"/>
                    <a:pt x="33" y="33"/>
                  </a:cubicBezTo>
                  <a:cubicBezTo>
                    <a:pt x="33" y="34"/>
                    <a:pt x="33" y="35"/>
                    <a:pt x="33" y="35"/>
                  </a:cubicBezTo>
                  <a:cubicBezTo>
                    <a:pt x="33" y="36"/>
                    <a:pt x="33" y="37"/>
                    <a:pt x="33" y="37"/>
                  </a:cubicBezTo>
                  <a:cubicBezTo>
                    <a:pt x="33" y="38"/>
                    <a:pt x="33" y="39"/>
                    <a:pt x="33" y="39"/>
                  </a:cubicBezTo>
                  <a:cubicBezTo>
                    <a:pt x="33" y="40"/>
                    <a:pt x="34" y="41"/>
                    <a:pt x="34" y="41"/>
                  </a:cubicBezTo>
                  <a:cubicBezTo>
                    <a:pt x="35" y="42"/>
                    <a:pt x="36" y="42"/>
                    <a:pt x="36" y="43"/>
                  </a:cubicBezTo>
                  <a:cubicBezTo>
                    <a:pt x="33" y="46"/>
                    <a:pt x="33" y="46"/>
                    <a:pt x="33" y="46"/>
                  </a:cubicBezTo>
                  <a:cubicBezTo>
                    <a:pt x="32" y="61"/>
                    <a:pt x="32" y="61"/>
                    <a:pt x="32" y="61"/>
                  </a:cubicBezTo>
                  <a:cubicBezTo>
                    <a:pt x="32" y="61"/>
                    <a:pt x="44" y="59"/>
                    <a:pt x="47" y="59"/>
                  </a:cubicBezTo>
                  <a:cubicBezTo>
                    <a:pt x="49" y="57"/>
                    <a:pt x="49" y="57"/>
                    <a:pt x="49" y="57"/>
                  </a:cubicBezTo>
                  <a:cubicBezTo>
                    <a:pt x="49" y="57"/>
                    <a:pt x="49" y="57"/>
                    <a:pt x="49" y="58"/>
                  </a:cubicBezTo>
                  <a:cubicBezTo>
                    <a:pt x="49" y="59"/>
                    <a:pt x="48" y="59"/>
                    <a:pt x="48" y="60"/>
                  </a:cubicBezTo>
                  <a:cubicBezTo>
                    <a:pt x="48" y="60"/>
                    <a:pt x="47" y="61"/>
                    <a:pt x="46" y="61"/>
                  </a:cubicBezTo>
                  <a:cubicBezTo>
                    <a:pt x="45" y="61"/>
                    <a:pt x="44" y="62"/>
                    <a:pt x="43" y="62"/>
                  </a:cubicBezTo>
                  <a:cubicBezTo>
                    <a:pt x="42" y="62"/>
                    <a:pt x="40" y="62"/>
                    <a:pt x="38" y="62"/>
                  </a:cubicBezTo>
                  <a:cubicBezTo>
                    <a:pt x="37" y="63"/>
                    <a:pt x="35" y="63"/>
                    <a:pt x="33" y="63"/>
                  </a:cubicBezTo>
                  <a:cubicBezTo>
                    <a:pt x="32" y="63"/>
                    <a:pt x="30" y="63"/>
                    <a:pt x="28" y="63"/>
                  </a:cubicBezTo>
                  <a:cubicBezTo>
                    <a:pt x="27" y="63"/>
                    <a:pt x="26" y="63"/>
                    <a:pt x="24" y="63"/>
                  </a:cubicBezTo>
                  <a:cubicBezTo>
                    <a:pt x="23" y="63"/>
                    <a:pt x="22" y="63"/>
                    <a:pt x="20" y="63"/>
                  </a:cubicBezTo>
                  <a:cubicBezTo>
                    <a:pt x="19" y="63"/>
                    <a:pt x="17" y="63"/>
                    <a:pt x="16" y="63"/>
                  </a:cubicBezTo>
                  <a:cubicBezTo>
                    <a:pt x="14" y="63"/>
                    <a:pt x="12" y="63"/>
                    <a:pt x="11" y="62"/>
                  </a:cubicBezTo>
                  <a:cubicBezTo>
                    <a:pt x="9" y="62"/>
                    <a:pt x="8" y="62"/>
                    <a:pt x="6" y="62"/>
                  </a:cubicBezTo>
                  <a:cubicBezTo>
                    <a:pt x="5" y="62"/>
                    <a:pt x="4" y="62"/>
                    <a:pt x="3" y="61"/>
                  </a:cubicBezTo>
                  <a:cubicBezTo>
                    <a:pt x="3" y="61"/>
                    <a:pt x="2" y="61"/>
                    <a:pt x="1" y="61"/>
                  </a:cubicBezTo>
                  <a:cubicBezTo>
                    <a:pt x="1" y="60"/>
                    <a:pt x="0" y="59"/>
                    <a:pt x="0" y="57"/>
                  </a:cubicBezTo>
                  <a:cubicBezTo>
                    <a:pt x="0" y="55"/>
                    <a:pt x="0" y="53"/>
                    <a:pt x="1" y="51"/>
                  </a:cubicBezTo>
                  <a:cubicBezTo>
                    <a:pt x="1" y="49"/>
                    <a:pt x="2" y="48"/>
                    <a:pt x="3" y="47"/>
                  </a:cubicBezTo>
                  <a:cubicBezTo>
                    <a:pt x="4" y="46"/>
                    <a:pt x="5" y="46"/>
                    <a:pt x="6" y="45"/>
                  </a:cubicBezTo>
                  <a:cubicBezTo>
                    <a:pt x="7" y="45"/>
                    <a:pt x="9" y="44"/>
                    <a:pt x="10" y="44"/>
                  </a:cubicBezTo>
                  <a:cubicBezTo>
                    <a:pt x="11" y="44"/>
                    <a:pt x="12" y="43"/>
                    <a:pt x="14" y="42"/>
                  </a:cubicBezTo>
                  <a:cubicBezTo>
                    <a:pt x="14" y="42"/>
                    <a:pt x="15" y="41"/>
                    <a:pt x="16" y="41"/>
                  </a:cubicBezTo>
                  <a:cubicBezTo>
                    <a:pt x="16" y="40"/>
                    <a:pt x="16" y="40"/>
                    <a:pt x="16" y="39"/>
                  </a:cubicBezTo>
                  <a:cubicBezTo>
                    <a:pt x="17" y="39"/>
                    <a:pt x="17" y="38"/>
                    <a:pt x="17" y="38"/>
                  </a:cubicBezTo>
                  <a:cubicBezTo>
                    <a:pt x="17" y="37"/>
                    <a:pt x="17" y="36"/>
                    <a:pt x="17" y="36"/>
                  </a:cubicBezTo>
                  <a:cubicBezTo>
                    <a:pt x="17" y="35"/>
                    <a:pt x="16" y="34"/>
                    <a:pt x="16" y="33"/>
                  </a:cubicBezTo>
                  <a:cubicBezTo>
                    <a:pt x="15" y="33"/>
                    <a:pt x="15" y="32"/>
                    <a:pt x="14" y="32"/>
                  </a:cubicBezTo>
                  <a:cubicBezTo>
                    <a:pt x="14" y="31"/>
                    <a:pt x="13" y="31"/>
                    <a:pt x="13" y="30"/>
                  </a:cubicBezTo>
                  <a:cubicBezTo>
                    <a:pt x="13" y="30"/>
                    <a:pt x="13" y="29"/>
                    <a:pt x="12" y="29"/>
                  </a:cubicBezTo>
                  <a:cubicBezTo>
                    <a:pt x="12" y="28"/>
                    <a:pt x="12" y="28"/>
                    <a:pt x="12" y="27"/>
                  </a:cubicBezTo>
                  <a:cubicBezTo>
                    <a:pt x="11" y="27"/>
                    <a:pt x="11" y="27"/>
                    <a:pt x="11" y="26"/>
                  </a:cubicBezTo>
                  <a:cubicBezTo>
                    <a:pt x="11" y="26"/>
                    <a:pt x="10" y="26"/>
                    <a:pt x="10" y="26"/>
                  </a:cubicBezTo>
                  <a:cubicBezTo>
                    <a:pt x="10" y="25"/>
                    <a:pt x="10" y="24"/>
                    <a:pt x="10" y="24"/>
                  </a:cubicBezTo>
                  <a:cubicBezTo>
                    <a:pt x="9" y="23"/>
                    <a:pt x="9" y="22"/>
                    <a:pt x="9" y="22"/>
                  </a:cubicBezTo>
                  <a:cubicBezTo>
                    <a:pt x="9" y="21"/>
                    <a:pt x="9" y="21"/>
                    <a:pt x="10" y="20"/>
                  </a:cubicBezTo>
                  <a:cubicBezTo>
                    <a:pt x="10" y="20"/>
                    <a:pt x="10" y="19"/>
                    <a:pt x="10" y="19"/>
                  </a:cubicBezTo>
                  <a:cubicBezTo>
                    <a:pt x="10" y="17"/>
                    <a:pt x="10" y="16"/>
                    <a:pt x="10" y="14"/>
                  </a:cubicBezTo>
                  <a:cubicBezTo>
                    <a:pt x="11" y="13"/>
                    <a:pt x="11" y="11"/>
                    <a:pt x="11" y="10"/>
                  </a:cubicBezTo>
                  <a:cubicBezTo>
                    <a:pt x="12" y="8"/>
                    <a:pt x="12" y="7"/>
                    <a:pt x="13" y="6"/>
                  </a:cubicBezTo>
                  <a:cubicBezTo>
                    <a:pt x="14" y="5"/>
                    <a:pt x="15" y="4"/>
                    <a:pt x="16" y="3"/>
                  </a:cubicBezTo>
                  <a:cubicBezTo>
                    <a:pt x="17" y="2"/>
                    <a:pt x="18" y="1"/>
                    <a:pt x="19" y="1"/>
                  </a:cubicBezTo>
                  <a:cubicBezTo>
                    <a:pt x="20" y="0"/>
                    <a:pt x="21" y="0"/>
                    <a:pt x="21" y="0"/>
                  </a:cubicBezTo>
                  <a:cubicBezTo>
                    <a:pt x="22" y="0"/>
                    <a:pt x="23" y="0"/>
                    <a:pt x="24" y="0"/>
                  </a:cubicBezTo>
                  <a:close/>
                  <a:moveTo>
                    <a:pt x="24" y="0"/>
                  </a:moveTo>
                  <a:cubicBezTo>
                    <a:pt x="24" y="0"/>
                    <a:pt x="24" y="0"/>
                    <a:pt x="24" y="0"/>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3" name="AutoShape 7"/>
          <p:cNvSpPr>
            <a:spLocks noChangeArrowheads="1"/>
          </p:cNvSpPr>
          <p:nvPr/>
        </p:nvSpPr>
        <p:spPr bwMode="auto">
          <a:xfrm>
            <a:off x="2428860" y="4572014"/>
            <a:ext cx="3857652" cy="323850"/>
          </a:xfrm>
          <a:prstGeom prst="flowChartAlternateProcess">
            <a:avLst/>
          </a:prstGeom>
          <a:solidFill>
            <a:srgbClr val="0070C0"/>
          </a:solidFill>
          <a:ln w="25400" cap="flat" cmpd="sng" algn="ctr">
            <a:noFill/>
            <a:prstDash val="solid"/>
            <a:round/>
            <a:headEnd type="none" w="med" len="med"/>
            <a:tailEnd type="none" w="med" len="med"/>
          </a:ln>
          <a:effectLst>
            <a:outerShdw blurRad="50800" dist="12700" dir="5400000" algn="t" rotWithShape="0">
              <a:schemeClr val="tx1">
                <a:lumMod val="85000"/>
                <a:lumOff val="15000"/>
                <a:alpha val="43000"/>
              </a:schemeClr>
            </a:outerShdw>
          </a:effectLst>
          <a:scene3d>
            <a:camera prst="orthographicFront"/>
            <a:lightRig rig="threePt" dir="t"/>
          </a:scene3d>
          <a:sp3d>
            <a:bevelT h="63500" prst="hardEdge"/>
          </a:sp3d>
        </p:spPr>
        <p:txBody>
          <a:bodyPr anchor="ctr"/>
          <a:lstStyle/>
          <a:p>
            <a:pPr>
              <a:defRPr/>
            </a:pPr>
            <a:r>
              <a:rPr lang="zh-CN" altLang="en-US" sz="1600" dirty="0">
                <a:solidFill>
                  <a:schemeClr val="bg1"/>
                </a:solidFill>
                <a:latin typeface="+mn-ea"/>
              </a:rPr>
              <a:t>现场演示：</a:t>
            </a:r>
            <a:r>
              <a:rPr lang="en-US" altLang="zh-CN" sz="1600" dirty="0">
                <a:solidFill>
                  <a:schemeClr val="bg1"/>
                </a:solidFill>
                <a:latin typeface="+mn-ea"/>
              </a:rPr>
              <a:t> if-else</a:t>
            </a:r>
            <a:r>
              <a:rPr lang="zh-CN" altLang="en-US" sz="1600" dirty="0">
                <a:solidFill>
                  <a:schemeClr val="bg1"/>
                </a:solidFill>
                <a:latin typeface="+mn-ea"/>
              </a:rPr>
              <a:t>双分支结构</a:t>
            </a:r>
            <a:endParaRPr lang="zh-CN" altLang="en-US" sz="1600"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4"/>
                                        </p:tgtEl>
                                        <p:attrNameLst>
                                          <p:attrName>style.visibility</p:attrName>
                                        </p:attrNameLst>
                                      </p:cBhvr>
                                      <p:to>
                                        <p:strVal val="hidden"/>
                                      </p:to>
                                    </p:set>
                                  </p:childTnLst>
                                </p:cTn>
                              </p:par>
                            </p:childTnLst>
                          </p:cTn>
                        </p:par>
                        <p:par>
                          <p:cTn id="12" fill="hold">
                            <p:stCondLst>
                              <p:cond delay="0"/>
                            </p:stCondLst>
                            <p:childTnLst>
                              <p:par>
                                <p:cTn id="13" presetID="22" presetClass="entr" presetSubtype="8"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5" dur="500"/>
                                        <p:tgtEl>
                                          <p:spTgt spid="2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83683"/>
                                        </p:tgtEl>
                                        <p:attrNameLst>
                                          <p:attrName>style.visibility</p:attrName>
                                        </p:attrNameLst>
                                      </p:cBhvr>
                                      <p:to>
                                        <p:strVal val="visible"/>
                                      </p:to>
                                    </p:set>
                                    <p:animEffect transition="in" filter="wipe(left)">
                                      <p:cBhvr>
                                        <p:cTn id="20" dur="500"/>
                                        <p:tgtEl>
                                          <p:spTgt spid="583683"/>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583684"/>
                                        </p:tgtEl>
                                        <p:attrNameLst>
                                          <p:attrName>style.visibility</p:attrName>
                                        </p:attrNameLst>
                                      </p:cBhvr>
                                      <p:to>
                                        <p:strVal val="visible"/>
                                      </p:to>
                                    </p:set>
                                    <p:animEffect transition="in" filter="wipe(left)">
                                      <p:cBhvr>
                                        <p:cTn id="24" dur="500"/>
                                        <p:tgtEl>
                                          <p:spTgt spid="583684"/>
                                        </p:tgtEl>
                                      </p:cBhvr>
                                    </p:animEffect>
                                  </p:childTnLst>
                                </p:cTn>
                              </p:par>
                              <p:par>
                                <p:cTn id="25" presetID="0" presetClass="path" presetSubtype="0" accel="50000" decel="50000" fill="hold" nodeType="withEffect">
                                  <p:stCondLst>
                                    <p:cond delay="0"/>
                                  </p:stCondLst>
                                  <p:childTnLst>
                                    <p:animMotion origin="layout" path="M 2.5E-6 4.32099E-6 L 0.24409 4.32099E-6 " pathEditMode="relative" rAng="0" ptsTypes="AA">
                                      <p:cBhvr>
                                        <p:cTn id="26" dur="2000" fill="hold"/>
                                        <p:tgtEl>
                                          <p:spTgt spid="23"/>
                                        </p:tgtEl>
                                        <p:attrNameLst>
                                          <p:attrName>ppt_x</p:attrName>
                                          <p:attrName>ppt_y</p:attrName>
                                        </p:attrNameLst>
                                      </p:cBhvr>
                                      <p:rCtr x="12205" y="0"/>
                                    </p:animMotion>
                                  </p:childTnLst>
                                </p:cTn>
                              </p:par>
                              <p:par>
                                <p:cTn id="27" presetID="22" presetClass="entr" presetSubtype="8"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left)">
                                      <p:cBhvr>
                                        <p:cTn id="2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683" grpId="0" bldLvl="0" animBg="1"/>
      <p:bldP spid="583684"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9" name="Rectangle 3"/>
          <p:cNvSpPr>
            <a:spLocks noGrp="1" noChangeArrowheads="1"/>
          </p:cNvSpPr>
          <p:nvPr>
            <p:ph type="title"/>
          </p:nvPr>
        </p:nvSpPr>
        <p:spPr>
          <a:xfrm>
            <a:off x="2195739" y="141482"/>
            <a:ext cx="6768877" cy="368300"/>
          </a:xfrm>
          <a:noFill/>
        </p:spPr>
        <p:txBody>
          <a:bodyPr wrap="square">
            <a:spAutoFit/>
          </a:bodyPr>
          <a:lstStyle/>
          <a:p>
            <a:r>
              <a:rPr lang="zh-CN" altLang="en-US" dirty="0">
                <a:latin typeface="+mj-ea"/>
                <a:sym typeface="+mn-ea"/>
              </a:rPr>
              <a:t>生活中的</a:t>
            </a:r>
            <a:r>
              <a:rPr lang="zh-CN" altLang="zh-CN" dirty="0">
                <a:latin typeface="+mj-ea"/>
                <a:sym typeface="+mn-ea"/>
              </a:rPr>
              <a:t>嵌套</a:t>
            </a:r>
            <a:r>
              <a:rPr lang="en-US" altLang="zh-CN" dirty="0" err="1">
                <a:latin typeface="+mj-ea"/>
                <a:sym typeface="+mn-ea"/>
              </a:rPr>
              <a:t>if</a:t>
            </a:r>
            <a:r>
              <a:rPr dirty="0" err="1">
                <a:latin typeface="+mj-ea"/>
                <a:sym typeface="+mn-ea"/>
              </a:rPr>
              <a:t>选择结构</a:t>
            </a:r>
            <a:endParaRPr lang="zh-CN" dirty="0">
              <a:latin typeface="+mj-ea"/>
              <a:sym typeface="+mn-ea"/>
            </a:endParaRPr>
          </a:p>
        </p:txBody>
      </p:sp>
      <p:sp>
        <p:nvSpPr>
          <p:cNvPr id="6" name="内容占位符 5"/>
          <p:cNvSpPr>
            <a:spLocks noGrp="1"/>
          </p:cNvSpPr>
          <p:nvPr>
            <p:ph idx="1"/>
          </p:nvPr>
        </p:nvSpPr>
        <p:spPr/>
        <p:txBody>
          <a:bodyPr/>
          <a:lstStyle/>
          <a:p>
            <a:pPr>
              <a:defRPr/>
            </a:pPr>
            <a:r>
              <a:rPr lang="zh-CN" altLang="en-US" dirty="0"/>
              <a:t>需求分析</a:t>
            </a:r>
            <a:endParaRPr lang="en-US" altLang="zh-CN" dirty="0"/>
          </a:p>
          <a:p>
            <a:pPr lvl="1">
              <a:defRPr/>
            </a:pPr>
            <a:r>
              <a:rPr dirty="0" err="1"/>
              <a:t>小明</a:t>
            </a:r>
            <a:r>
              <a:rPr lang="zh-CN" dirty="0"/>
              <a:t>进</a:t>
            </a:r>
            <a:r>
              <a:rPr lang="zh-CN" altLang="en-US" dirty="0"/>
              <a:t>火车站</a:t>
            </a:r>
            <a:r>
              <a:rPr lang="zh-CN" dirty="0"/>
              <a:t>乘</a:t>
            </a:r>
            <a:r>
              <a:rPr lang="zh-CN" altLang="en-US" dirty="0"/>
              <a:t>火</a:t>
            </a:r>
            <a:r>
              <a:rPr lang="zh-CN" dirty="0"/>
              <a:t>车</a:t>
            </a:r>
            <a:r>
              <a:rPr dirty="0"/>
              <a:t>，</a:t>
            </a:r>
            <a:r>
              <a:rPr lang="zh-CN" dirty="0"/>
              <a:t>需要</a:t>
            </a:r>
            <a:r>
              <a:rPr lang="zh-CN" altLang="zh-CN" dirty="0"/>
              <a:t>买票</a:t>
            </a:r>
            <a:r>
              <a:rPr lang="zh-CN" dirty="0"/>
              <a:t>，并且</a:t>
            </a:r>
            <a:r>
              <a:rPr lang="zh-CN" altLang="zh-CN" dirty="0"/>
              <a:t>安检</a:t>
            </a:r>
            <a:r>
              <a:rPr lang="zh-CN" dirty="0"/>
              <a:t>，顺序是</a:t>
            </a:r>
            <a:r>
              <a:rPr lang="zh-CN" altLang="en-US" dirty="0"/>
              <a:t>先判断是否有车票，才进行</a:t>
            </a:r>
            <a:r>
              <a:rPr dirty="0" err="1"/>
              <a:t>安检</a:t>
            </a:r>
            <a:r>
              <a:rPr lang="zh-CN" altLang="en-US" dirty="0"/>
              <a:t>。安检要求携带刀具长度不得超过</a:t>
            </a:r>
            <a:r>
              <a:rPr lang="en-US" altLang="zh-CN" dirty="0"/>
              <a:t>9cm</a:t>
            </a:r>
            <a:endParaRPr dirty="0"/>
          </a:p>
          <a:p>
            <a:pPr>
              <a:defRPr/>
            </a:pPr>
            <a:r>
              <a:rPr lang="zh-CN" altLang="en-US" dirty="0"/>
              <a:t>思路分析</a:t>
            </a:r>
            <a:endParaRPr lang="en-US" altLang="zh-CN" dirty="0"/>
          </a:p>
          <a:p>
            <a:pPr lvl="1">
              <a:defRPr/>
            </a:pPr>
            <a:r>
              <a:rPr lang="zh-CN" altLang="en-US" dirty="0"/>
              <a:t>首先</a:t>
            </a:r>
            <a:r>
              <a:rPr lang="en-US" altLang="zh-CN" dirty="0" err="1"/>
              <a:t>判断是否</a:t>
            </a:r>
            <a:r>
              <a:rPr lang="zh-CN" altLang="en-US" dirty="0"/>
              <a:t>有车票</a:t>
            </a:r>
            <a:endParaRPr lang="en-US" altLang="zh-CN" dirty="0"/>
          </a:p>
          <a:p>
            <a:pPr lvl="1">
              <a:defRPr/>
            </a:pPr>
            <a:r>
              <a:rPr lang="en-US" altLang="zh-CN" dirty="0" err="1"/>
              <a:t>在确定</a:t>
            </a:r>
            <a:r>
              <a:rPr lang="zh-CN" altLang="en-US" dirty="0"/>
              <a:t>有车票的</a:t>
            </a:r>
            <a:r>
              <a:rPr lang="en-US" altLang="zh-CN" dirty="0" err="1"/>
              <a:t>情况下，判断是</a:t>
            </a:r>
            <a:r>
              <a:rPr lang="zh-CN" altLang="en-US" dirty="0"/>
              <a:t>否通过安检</a:t>
            </a:r>
            <a:endParaRPr lang="en-GB" altLang="zh-CN" dirty="0"/>
          </a:p>
          <a:p>
            <a:pPr>
              <a:defRPr/>
            </a:pPr>
            <a:endParaRPr lang="zh-CN" altLang="en-US" dirty="0"/>
          </a:p>
        </p:txBody>
      </p:sp>
      <p:sp>
        <p:nvSpPr>
          <p:cNvPr id="16" name="副标题 15"/>
          <p:cNvSpPr>
            <a:spLocks noGrp="1"/>
          </p:cNvSpPr>
          <p:nvPr>
            <p:ph type="subTitle" idx="10"/>
          </p:nvPr>
        </p:nvSpPr>
        <p:spPr/>
        <p:txBody>
          <a:bodyPr/>
          <a:lstStyle/>
          <a:p>
            <a:r>
              <a:rPr lang="zh-CN" altLang="en-US" dirty="0"/>
              <a:t>提出问题</a:t>
            </a:r>
            <a:endParaRPr lang="zh-CN" altLang="en-US" dirty="0"/>
          </a:p>
        </p:txBody>
      </p:sp>
      <p:sp>
        <p:nvSpPr>
          <p:cNvPr id="618503" name="AutoShape 7"/>
          <p:cNvSpPr>
            <a:spLocks noChangeArrowheads="1"/>
          </p:cNvSpPr>
          <p:nvPr/>
        </p:nvSpPr>
        <p:spPr bwMode="auto">
          <a:xfrm>
            <a:off x="1285852" y="3643320"/>
            <a:ext cx="6191250" cy="485775"/>
          </a:xfrm>
          <a:prstGeom prst="roundRect">
            <a:avLst>
              <a:gd name="adj" fmla="val 981"/>
            </a:avLst>
          </a:prstGeom>
          <a:solidFill>
            <a:schemeClr val="accent1">
              <a:lumMod val="20000"/>
              <a:lumOff val="80000"/>
            </a:schemeClr>
          </a:solidFill>
          <a:ln w="19050">
            <a:solidFill>
              <a:schemeClr val="accent1"/>
            </a:solidFill>
          </a:ln>
        </p:spPr>
        <p:txBody>
          <a:bodyPr anchor="ctr"/>
          <a:lstStyle/>
          <a:p>
            <a:pPr algn="ctr">
              <a:defRPr/>
            </a:pPr>
            <a:r>
              <a:rPr lang="zh-CN" altLang="en-US" b="1" dirty="0">
                <a:latin typeface="微软雅黑" panose="020B0503020204020204" pitchFamily="34" charset="-122"/>
                <a:ea typeface="微软雅黑" panose="020B0503020204020204" pitchFamily="34" charset="-122"/>
              </a:rPr>
              <a:t>使用嵌套</a:t>
            </a:r>
            <a:r>
              <a:rPr lang="en-US" altLang="zh-CN" b="1" dirty="0">
                <a:latin typeface="微软雅黑" panose="020B0503020204020204" pitchFamily="34" charset="-122"/>
                <a:ea typeface="微软雅黑" panose="020B0503020204020204" pitchFamily="34" charset="-122"/>
              </a:rPr>
              <a:t>if</a:t>
            </a:r>
            <a:r>
              <a:rPr lang="zh-CN" altLang="en-US" b="1" dirty="0">
                <a:latin typeface="微软雅黑" panose="020B0503020204020204" pitchFamily="34" charset="-122"/>
                <a:ea typeface="微软雅黑" panose="020B0503020204020204" pitchFamily="34" charset="-122"/>
              </a:rPr>
              <a:t>选择结构</a:t>
            </a:r>
            <a:endParaRPr lang="zh-CN" altLang="en-US" b="1" dirty="0">
              <a:latin typeface="微软雅黑" panose="020B0503020204020204" pitchFamily="34" charset="-122"/>
              <a:ea typeface="微软雅黑" panose="020B0503020204020204" pitchFamily="34" charset="-122"/>
            </a:endParaRPr>
          </a:p>
        </p:txBody>
      </p:sp>
      <p:sp>
        <p:nvSpPr>
          <p:cNvPr id="10" name="Freeform 59"/>
          <p:cNvSpPr>
            <a:spLocks noEditPoints="1"/>
          </p:cNvSpPr>
          <p:nvPr/>
        </p:nvSpPr>
        <p:spPr bwMode="auto">
          <a:xfrm>
            <a:off x="285720" y="785800"/>
            <a:ext cx="228600" cy="228600"/>
          </a:xfrm>
          <a:custGeom>
            <a:avLst/>
            <a:gdLst>
              <a:gd name="T0" fmla="*/ 30 w 61"/>
              <a:gd name="T1" fmla="*/ 0 h 61"/>
              <a:gd name="T2" fmla="*/ 0 w 61"/>
              <a:gd name="T3" fmla="*/ 31 h 61"/>
              <a:gd name="T4" fmla="*/ 30 w 61"/>
              <a:gd name="T5" fmla="*/ 61 h 61"/>
              <a:gd name="T6" fmla="*/ 61 w 61"/>
              <a:gd name="T7" fmla="*/ 31 h 61"/>
              <a:gd name="T8" fmla="*/ 30 w 61"/>
              <a:gd name="T9" fmla="*/ 0 h 61"/>
              <a:gd name="T10" fmla="*/ 34 w 61"/>
              <a:gd name="T11" fmla="*/ 44 h 61"/>
              <a:gd name="T12" fmla="*/ 34 w 61"/>
              <a:gd name="T13" fmla="*/ 49 h 61"/>
              <a:gd name="T14" fmla="*/ 27 w 61"/>
              <a:gd name="T15" fmla="*/ 49 h 61"/>
              <a:gd name="T16" fmla="*/ 27 w 61"/>
              <a:gd name="T17" fmla="*/ 43 h 61"/>
              <a:gd name="T18" fmla="*/ 34 w 61"/>
              <a:gd name="T19" fmla="*/ 43 h 61"/>
              <a:gd name="T20" fmla="*/ 34 w 61"/>
              <a:gd name="T21" fmla="*/ 44 h 61"/>
              <a:gd name="T22" fmla="*/ 34 w 61"/>
              <a:gd name="T23" fmla="*/ 44 h 61"/>
              <a:gd name="T24" fmla="*/ 42 w 61"/>
              <a:gd name="T25" fmla="*/ 25 h 61"/>
              <a:gd name="T26" fmla="*/ 38 w 61"/>
              <a:gd name="T27" fmla="*/ 30 h 61"/>
              <a:gd name="T28" fmla="*/ 34 w 61"/>
              <a:gd name="T29" fmla="*/ 34 h 61"/>
              <a:gd name="T30" fmla="*/ 33 w 61"/>
              <a:gd name="T31" fmla="*/ 39 h 61"/>
              <a:gd name="T32" fmla="*/ 33 w 61"/>
              <a:gd name="T33" fmla="*/ 40 h 61"/>
              <a:gd name="T34" fmla="*/ 27 w 61"/>
              <a:gd name="T35" fmla="*/ 40 h 61"/>
              <a:gd name="T36" fmla="*/ 27 w 61"/>
              <a:gd name="T37" fmla="*/ 39 h 61"/>
              <a:gd name="T38" fmla="*/ 28 w 61"/>
              <a:gd name="T39" fmla="*/ 33 h 61"/>
              <a:gd name="T40" fmla="*/ 32 w 61"/>
              <a:gd name="T41" fmla="*/ 27 h 61"/>
              <a:gd name="T42" fmla="*/ 36 w 61"/>
              <a:gd name="T43" fmla="*/ 23 h 61"/>
              <a:gd name="T44" fmla="*/ 37 w 61"/>
              <a:gd name="T45" fmla="*/ 20 h 61"/>
              <a:gd name="T46" fmla="*/ 35 w 61"/>
              <a:gd name="T47" fmla="*/ 16 h 61"/>
              <a:gd name="T48" fmla="*/ 30 w 61"/>
              <a:gd name="T49" fmla="*/ 15 h 61"/>
              <a:gd name="T50" fmla="*/ 24 w 61"/>
              <a:gd name="T51" fmla="*/ 22 h 61"/>
              <a:gd name="T52" fmla="*/ 24 w 61"/>
              <a:gd name="T53" fmla="*/ 23 h 61"/>
              <a:gd name="T54" fmla="*/ 18 w 61"/>
              <a:gd name="T55" fmla="*/ 23 h 61"/>
              <a:gd name="T56" fmla="*/ 18 w 61"/>
              <a:gd name="T57" fmla="*/ 22 h 61"/>
              <a:gd name="T58" fmla="*/ 19 w 61"/>
              <a:gd name="T59" fmla="*/ 16 h 61"/>
              <a:gd name="T60" fmla="*/ 22 w 61"/>
              <a:gd name="T61" fmla="*/ 13 h 61"/>
              <a:gd name="T62" fmla="*/ 26 w 61"/>
              <a:gd name="T63" fmla="*/ 10 h 61"/>
              <a:gd name="T64" fmla="*/ 31 w 61"/>
              <a:gd name="T65" fmla="*/ 9 h 61"/>
              <a:gd name="T66" fmla="*/ 40 w 61"/>
              <a:gd name="T67" fmla="*/ 12 h 61"/>
              <a:gd name="T68" fmla="*/ 43 w 61"/>
              <a:gd name="T69" fmla="*/ 20 h 61"/>
              <a:gd name="T70" fmla="*/ 42 w 61"/>
              <a:gd name="T71" fmla="*/ 25 h 61"/>
              <a:gd name="T72" fmla="*/ 42 w 61"/>
              <a:gd name="T73" fmla="*/ 25 h 61"/>
              <a:gd name="T74" fmla="*/ 42 w 61"/>
              <a:gd name="T75"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61">
                <a:moveTo>
                  <a:pt x="30" y="0"/>
                </a:moveTo>
                <a:cubicBezTo>
                  <a:pt x="14" y="0"/>
                  <a:pt x="0" y="14"/>
                  <a:pt x="0" y="31"/>
                </a:cubicBezTo>
                <a:cubicBezTo>
                  <a:pt x="0" y="47"/>
                  <a:pt x="14" y="61"/>
                  <a:pt x="30" y="61"/>
                </a:cubicBezTo>
                <a:cubicBezTo>
                  <a:pt x="47" y="61"/>
                  <a:pt x="61" y="47"/>
                  <a:pt x="61" y="31"/>
                </a:cubicBezTo>
                <a:cubicBezTo>
                  <a:pt x="61" y="14"/>
                  <a:pt x="47" y="0"/>
                  <a:pt x="30" y="0"/>
                </a:cubicBezTo>
                <a:close/>
                <a:moveTo>
                  <a:pt x="34" y="44"/>
                </a:moveTo>
                <a:cubicBezTo>
                  <a:pt x="34" y="49"/>
                  <a:pt x="34" y="49"/>
                  <a:pt x="34" y="49"/>
                </a:cubicBezTo>
                <a:cubicBezTo>
                  <a:pt x="27" y="49"/>
                  <a:pt x="27" y="49"/>
                  <a:pt x="27" y="49"/>
                </a:cubicBezTo>
                <a:cubicBezTo>
                  <a:pt x="27" y="43"/>
                  <a:pt x="27" y="43"/>
                  <a:pt x="27" y="43"/>
                </a:cubicBezTo>
                <a:cubicBezTo>
                  <a:pt x="34" y="43"/>
                  <a:pt x="34" y="43"/>
                  <a:pt x="34" y="43"/>
                </a:cubicBezTo>
                <a:cubicBezTo>
                  <a:pt x="34" y="44"/>
                  <a:pt x="34" y="44"/>
                  <a:pt x="34" y="44"/>
                </a:cubicBezTo>
                <a:cubicBezTo>
                  <a:pt x="34" y="44"/>
                  <a:pt x="34" y="44"/>
                  <a:pt x="34" y="44"/>
                </a:cubicBezTo>
                <a:close/>
                <a:moveTo>
                  <a:pt x="42" y="25"/>
                </a:moveTo>
                <a:cubicBezTo>
                  <a:pt x="41" y="26"/>
                  <a:pt x="40" y="28"/>
                  <a:pt x="38" y="30"/>
                </a:cubicBezTo>
                <a:cubicBezTo>
                  <a:pt x="35" y="32"/>
                  <a:pt x="34" y="34"/>
                  <a:pt x="34" y="34"/>
                </a:cubicBezTo>
                <a:cubicBezTo>
                  <a:pt x="33" y="35"/>
                  <a:pt x="33" y="36"/>
                  <a:pt x="33" y="39"/>
                </a:cubicBezTo>
                <a:cubicBezTo>
                  <a:pt x="33" y="40"/>
                  <a:pt x="33" y="40"/>
                  <a:pt x="33" y="40"/>
                </a:cubicBezTo>
                <a:cubicBezTo>
                  <a:pt x="27" y="40"/>
                  <a:pt x="27" y="40"/>
                  <a:pt x="27" y="40"/>
                </a:cubicBezTo>
                <a:cubicBezTo>
                  <a:pt x="27" y="39"/>
                  <a:pt x="27" y="39"/>
                  <a:pt x="27" y="39"/>
                </a:cubicBezTo>
                <a:cubicBezTo>
                  <a:pt x="27" y="36"/>
                  <a:pt x="27" y="35"/>
                  <a:pt x="28" y="33"/>
                </a:cubicBezTo>
                <a:cubicBezTo>
                  <a:pt x="29" y="31"/>
                  <a:pt x="30" y="29"/>
                  <a:pt x="32" y="27"/>
                </a:cubicBezTo>
                <a:cubicBezTo>
                  <a:pt x="34" y="25"/>
                  <a:pt x="36" y="24"/>
                  <a:pt x="36" y="23"/>
                </a:cubicBezTo>
                <a:cubicBezTo>
                  <a:pt x="36" y="22"/>
                  <a:pt x="37" y="21"/>
                  <a:pt x="37" y="20"/>
                </a:cubicBezTo>
                <a:cubicBezTo>
                  <a:pt x="37" y="19"/>
                  <a:pt x="36" y="17"/>
                  <a:pt x="35" y="16"/>
                </a:cubicBezTo>
                <a:cubicBezTo>
                  <a:pt x="34" y="15"/>
                  <a:pt x="32" y="15"/>
                  <a:pt x="30" y="15"/>
                </a:cubicBezTo>
                <a:cubicBezTo>
                  <a:pt x="27" y="15"/>
                  <a:pt x="24" y="17"/>
                  <a:pt x="24" y="22"/>
                </a:cubicBezTo>
                <a:cubicBezTo>
                  <a:pt x="24" y="23"/>
                  <a:pt x="24" y="23"/>
                  <a:pt x="24" y="23"/>
                </a:cubicBezTo>
                <a:cubicBezTo>
                  <a:pt x="18" y="23"/>
                  <a:pt x="18" y="23"/>
                  <a:pt x="18" y="23"/>
                </a:cubicBezTo>
                <a:cubicBezTo>
                  <a:pt x="18" y="22"/>
                  <a:pt x="18" y="22"/>
                  <a:pt x="18" y="22"/>
                </a:cubicBezTo>
                <a:cubicBezTo>
                  <a:pt x="18" y="20"/>
                  <a:pt x="18" y="18"/>
                  <a:pt x="19" y="16"/>
                </a:cubicBezTo>
                <a:cubicBezTo>
                  <a:pt x="19" y="15"/>
                  <a:pt x="20" y="14"/>
                  <a:pt x="22" y="13"/>
                </a:cubicBezTo>
                <a:cubicBezTo>
                  <a:pt x="23" y="11"/>
                  <a:pt x="24" y="11"/>
                  <a:pt x="26" y="10"/>
                </a:cubicBezTo>
                <a:cubicBezTo>
                  <a:pt x="28" y="10"/>
                  <a:pt x="29" y="9"/>
                  <a:pt x="31" y="9"/>
                </a:cubicBezTo>
                <a:cubicBezTo>
                  <a:pt x="34" y="9"/>
                  <a:pt x="37" y="10"/>
                  <a:pt x="40" y="12"/>
                </a:cubicBezTo>
                <a:cubicBezTo>
                  <a:pt x="42" y="14"/>
                  <a:pt x="43" y="17"/>
                  <a:pt x="43" y="20"/>
                </a:cubicBezTo>
                <a:cubicBezTo>
                  <a:pt x="43" y="22"/>
                  <a:pt x="43" y="24"/>
                  <a:pt x="42" y="25"/>
                </a:cubicBezTo>
                <a:close/>
                <a:moveTo>
                  <a:pt x="42" y="25"/>
                </a:moveTo>
                <a:cubicBezTo>
                  <a:pt x="42" y="25"/>
                  <a:pt x="42" y="25"/>
                  <a:pt x="42" y="25"/>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wipe(down)">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down)">
                                      <p:cBhvr>
                                        <p:cTn id="15" dur="500"/>
                                        <p:tgtEl>
                                          <p:spTgt spid="6">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wipe(down)">
                                      <p:cBhvr>
                                        <p:cTn id="18" dur="500"/>
                                        <p:tgtEl>
                                          <p:spTgt spid="6">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wipe(down)">
                                      <p:cBhvr>
                                        <p:cTn id="21" dur="500"/>
                                        <p:tgtEl>
                                          <p:spTgt spid="6">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618503"/>
                                        </p:tgtEl>
                                        <p:attrNameLst>
                                          <p:attrName>style.visibility</p:attrName>
                                        </p:attrNameLst>
                                      </p:cBhvr>
                                      <p:to>
                                        <p:strVal val="visible"/>
                                      </p:to>
                                    </p:set>
                                    <p:animEffect transition="in" filter="wipe(down)">
                                      <p:cBhvr>
                                        <p:cTn id="26" dur="500"/>
                                        <p:tgtEl>
                                          <p:spTgt spid="6185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61850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857250" y="1275160"/>
            <a:ext cx="2406650" cy="2676525"/>
          </a:xfrm>
          <a:prstGeom prst="roundRect">
            <a:avLst>
              <a:gd name="adj" fmla="val 0"/>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if </a:t>
            </a:r>
            <a:r>
              <a:rPr lang="zh-CN" altLang="en-US" sz="1400" dirty="0">
                <a:solidFill>
                  <a:srgbClr val="FF0000"/>
                </a:solidFill>
                <a:latin typeface="+mn-ea"/>
                <a:ea typeface="+mn-ea"/>
              </a:rPr>
              <a:t>条件</a:t>
            </a:r>
            <a:r>
              <a:rPr lang="en-US" altLang="zh-CN" sz="1400" dirty="0">
                <a:solidFill>
                  <a:srgbClr val="FF0000"/>
                </a:solidFill>
                <a:latin typeface="+mn-ea"/>
                <a:ea typeface="+mn-ea"/>
              </a:rPr>
              <a:t>1</a:t>
            </a:r>
            <a:r>
              <a:rPr lang="zh-CN" altLang="en-US" sz="1400" dirty="0">
                <a:solidFill>
                  <a:schemeClr val="tx1">
                    <a:lumMod val="75000"/>
                    <a:lumOff val="25000"/>
                  </a:schemeClr>
                </a:solidFill>
                <a:latin typeface="+mn-ea"/>
                <a:ea typeface="+mn-ea"/>
              </a:rPr>
              <a:t>：</a:t>
            </a:r>
            <a:endParaRPr lang="en-US" altLang="zh-CN"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if</a:t>
            </a:r>
            <a:r>
              <a:rPr lang="zh-CN" altLang="en-US" sz="1400" dirty="0">
                <a:solidFill>
                  <a:srgbClr val="FF0000"/>
                </a:solidFill>
                <a:latin typeface="+mn-ea"/>
                <a:ea typeface="+mn-ea"/>
              </a:rPr>
              <a:t>条件</a:t>
            </a:r>
            <a:r>
              <a:rPr lang="en-US" altLang="zh-CN" sz="1400" dirty="0">
                <a:solidFill>
                  <a:srgbClr val="FF0000"/>
                </a:solidFill>
                <a:latin typeface="+mn-ea"/>
                <a:ea typeface="+mn-ea"/>
              </a:rPr>
              <a:t>2</a:t>
            </a:r>
            <a:r>
              <a:rPr lang="en-US" altLang="zh-CN" sz="1400" dirty="0">
                <a:solidFill>
                  <a:schemeClr val="tx1">
                    <a:lumMod val="75000"/>
                    <a:lumOff val="25000"/>
                  </a:schemeClr>
                </a:solidFill>
                <a:latin typeface="+mn-ea"/>
                <a:ea typeface="+mn-ea"/>
              </a:rPr>
              <a:t> :</a:t>
            </a:r>
            <a:endParaRPr lang="en-US" altLang="zh-CN"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en-US" sz="1400" dirty="0">
                <a:solidFill>
                  <a:schemeClr val="tx1">
                    <a:lumMod val="75000"/>
                    <a:lumOff val="25000"/>
                  </a:schemeClr>
                </a:solidFill>
                <a:latin typeface="+mn-ea"/>
                <a:ea typeface="+mn-ea"/>
              </a:rPr>
              <a:t>代码块</a:t>
            </a:r>
            <a:r>
              <a:rPr lang="en-US" altLang="zh-CN" sz="1400" dirty="0">
                <a:solidFill>
                  <a:schemeClr val="tx1">
                    <a:lumMod val="75000"/>
                    <a:lumOff val="25000"/>
                  </a:schemeClr>
                </a:solidFill>
                <a:latin typeface="+mn-ea"/>
                <a:ea typeface="+mn-ea"/>
              </a:rPr>
              <a:t>1</a:t>
            </a:r>
            <a:endParaRPr lang="en-US" altLang="zh-CN"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else:</a:t>
            </a:r>
            <a:endParaRPr lang="en-US" altLang="zh-CN"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en-US" sz="1400" dirty="0">
                <a:solidFill>
                  <a:schemeClr val="tx1">
                    <a:lumMod val="75000"/>
                    <a:lumOff val="25000"/>
                  </a:schemeClr>
                </a:solidFill>
                <a:latin typeface="+mn-ea"/>
                <a:ea typeface="+mn-ea"/>
              </a:rPr>
              <a:t>代码块</a:t>
            </a:r>
            <a:r>
              <a:rPr lang="en-US" altLang="zh-CN" sz="1400" dirty="0">
                <a:solidFill>
                  <a:schemeClr val="tx1">
                    <a:lumMod val="75000"/>
                    <a:lumOff val="25000"/>
                  </a:schemeClr>
                </a:solidFill>
                <a:latin typeface="+mn-ea"/>
                <a:ea typeface="+mn-ea"/>
              </a:rPr>
              <a:t>2</a:t>
            </a:r>
            <a:endParaRPr lang="en-US" altLang="zh-CN"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endParaRPr lang="en-US" altLang="zh-CN"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else:</a:t>
            </a:r>
            <a:endParaRPr lang="en-US" altLang="zh-CN"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en-US" sz="1400" dirty="0">
                <a:solidFill>
                  <a:schemeClr val="tx1">
                    <a:lumMod val="75000"/>
                    <a:lumOff val="25000"/>
                  </a:schemeClr>
                </a:solidFill>
                <a:latin typeface="+mn-ea"/>
                <a:ea typeface="+mn-ea"/>
              </a:rPr>
              <a:t>代码块</a:t>
            </a:r>
            <a:r>
              <a:rPr lang="en-US" altLang="zh-CN" sz="1400" dirty="0">
                <a:solidFill>
                  <a:schemeClr val="tx1">
                    <a:lumMod val="75000"/>
                    <a:lumOff val="25000"/>
                  </a:schemeClr>
                </a:solidFill>
                <a:latin typeface="+mn-ea"/>
                <a:ea typeface="+mn-ea"/>
              </a:rPr>
              <a:t>3</a:t>
            </a:r>
            <a:endParaRPr lang="en-US" altLang="zh-CN" sz="1400" dirty="0">
              <a:solidFill>
                <a:schemeClr val="tx1">
                  <a:lumMod val="75000"/>
                  <a:lumOff val="25000"/>
                </a:schemeClr>
              </a:solidFill>
              <a:latin typeface="+mn-ea"/>
              <a:ea typeface="+mn-ea"/>
            </a:endParaRPr>
          </a:p>
        </p:txBody>
      </p:sp>
      <p:sp>
        <p:nvSpPr>
          <p:cNvPr id="19458" name="标题 1"/>
          <p:cNvSpPr>
            <a:spLocks noGrp="1"/>
          </p:cNvSpPr>
          <p:nvPr>
            <p:ph type="title"/>
          </p:nvPr>
        </p:nvSpPr>
        <p:spPr>
          <a:xfrm>
            <a:off x="2195739" y="141482"/>
            <a:ext cx="6768877" cy="368300"/>
          </a:xfrm>
          <a:noFill/>
        </p:spPr>
        <p:txBody>
          <a:bodyPr wrap="square">
            <a:spAutoFit/>
          </a:bodyPr>
          <a:lstStyle/>
          <a:p>
            <a:r>
              <a:rPr lang="zh-CN" altLang="en-US" dirty="0">
                <a:latin typeface="+mn-ea"/>
                <a:ea typeface="+mn-ea"/>
                <a:sym typeface="+mn-ea"/>
              </a:rPr>
              <a:t>如何使用</a:t>
            </a:r>
            <a:r>
              <a:rPr lang="zh-CN" altLang="zh-CN" dirty="0">
                <a:latin typeface="+mn-ea"/>
                <a:sym typeface="+mn-ea"/>
              </a:rPr>
              <a:t>嵌套</a:t>
            </a:r>
            <a:r>
              <a:rPr lang="en-US" altLang="zh-CN" dirty="0" err="1">
                <a:latin typeface="+mn-ea"/>
                <a:ea typeface="+mn-ea"/>
                <a:sym typeface="+mn-ea"/>
              </a:rPr>
              <a:t>if</a:t>
            </a:r>
            <a:r>
              <a:rPr dirty="0" err="1">
                <a:latin typeface="+mn-ea"/>
                <a:ea typeface="+mn-ea"/>
                <a:sym typeface="+mn-ea"/>
              </a:rPr>
              <a:t>选择结构</a:t>
            </a:r>
            <a:endParaRPr lang="en-US" dirty="0">
              <a:latin typeface="+mn-ea"/>
              <a:ea typeface="+mn-ea"/>
            </a:endParaRPr>
          </a:p>
        </p:txBody>
      </p:sp>
      <p:sp>
        <p:nvSpPr>
          <p:cNvPr id="41" name="副标题 40"/>
          <p:cNvSpPr>
            <a:spLocks noGrp="1"/>
          </p:cNvSpPr>
          <p:nvPr>
            <p:ph type="subTitle" idx="10"/>
          </p:nvPr>
        </p:nvSpPr>
        <p:spPr/>
        <p:txBody>
          <a:bodyPr/>
          <a:lstStyle/>
          <a:p>
            <a:r>
              <a:rPr lang="zh-CN" altLang="en-US" dirty="0">
                <a:latin typeface="+mn-ea"/>
                <a:ea typeface="+mn-ea"/>
              </a:rPr>
              <a:t>语法分析</a:t>
            </a:r>
            <a:endParaRPr lang="zh-CN" altLang="en-US" dirty="0">
              <a:latin typeface="+mn-ea"/>
              <a:ea typeface="+mn-ea"/>
            </a:endParaRPr>
          </a:p>
        </p:txBody>
      </p:sp>
      <p:grpSp>
        <p:nvGrpSpPr>
          <p:cNvPr id="2" name="组合 44"/>
          <p:cNvGrpSpPr/>
          <p:nvPr/>
        </p:nvGrpSpPr>
        <p:grpSpPr bwMode="auto">
          <a:xfrm>
            <a:off x="4000500" y="1000114"/>
            <a:ext cx="4929188" cy="3429024"/>
            <a:chOff x="4000500" y="1857364"/>
            <a:chExt cx="4929188" cy="3643338"/>
          </a:xfrm>
        </p:grpSpPr>
        <p:sp>
          <p:nvSpPr>
            <p:cNvPr id="39951" name="TextBox 61"/>
            <p:cNvSpPr txBox="1">
              <a:spLocks noChangeArrowheads="1"/>
            </p:cNvSpPr>
            <p:nvPr/>
          </p:nvSpPr>
          <p:spPr bwMode="auto">
            <a:xfrm>
              <a:off x="4287051" y="2856705"/>
              <a:ext cx="415498"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mn-ea"/>
                  <a:ea typeface="+mn-ea"/>
                </a:rPr>
                <a:t>假</a:t>
              </a:r>
              <a:endParaRPr lang="zh-CN" altLang="en-US" b="1">
                <a:latin typeface="+mn-ea"/>
                <a:ea typeface="+mn-ea"/>
              </a:endParaRPr>
            </a:p>
          </p:txBody>
        </p:sp>
        <p:sp>
          <p:nvSpPr>
            <p:cNvPr id="39952" name="TextBox 63"/>
            <p:cNvSpPr txBox="1">
              <a:spLocks noChangeArrowheads="1"/>
            </p:cNvSpPr>
            <p:nvPr/>
          </p:nvSpPr>
          <p:spPr bwMode="auto">
            <a:xfrm>
              <a:off x="5787239" y="2213766"/>
              <a:ext cx="415498"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mn-ea"/>
                  <a:ea typeface="+mn-ea"/>
                </a:rPr>
                <a:t>真</a:t>
              </a:r>
              <a:endParaRPr lang="zh-CN" altLang="en-US" b="1">
                <a:latin typeface="+mn-ea"/>
                <a:ea typeface="+mn-ea"/>
              </a:endParaRPr>
            </a:p>
          </p:txBody>
        </p:sp>
        <p:grpSp>
          <p:nvGrpSpPr>
            <p:cNvPr id="3" name="组合 43"/>
            <p:cNvGrpSpPr/>
            <p:nvPr/>
          </p:nvGrpSpPr>
          <p:grpSpPr bwMode="auto">
            <a:xfrm>
              <a:off x="4000500" y="1857364"/>
              <a:ext cx="4929188" cy="3643338"/>
              <a:chOff x="4000500" y="1785926"/>
              <a:chExt cx="4929188" cy="3643338"/>
            </a:xfrm>
          </p:grpSpPr>
          <p:cxnSp>
            <p:nvCxnSpPr>
              <p:cNvPr id="18" name="直接箭头连接符 17"/>
              <p:cNvCxnSpPr/>
              <p:nvPr/>
            </p:nvCxnSpPr>
            <p:spPr>
              <a:xfrm rot="5400000">
                <a:off x="4572794" y="1999446"/>
                <a:ext cx="427834" cy="794"/>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22" name="直接箭头连接符 21"/>
              <p:cNvCxnSpPr>
                <a:endCxn id="15" idx="0"/>
              </p:cNvCxnSpPr>
              <p:nvPr/>
            </p:nvCxnSpPr>
            <p:spPr>
              <a:xfrm rot="5400000">
                <a:off x="4643835" y="3070619"/>
                <a:ext cx="285752" cy="794"/>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24" name="直接箭头连接符 23"/>
              <p:cNvCxnSpPr/>
              <p:nvPr/>
            </p:nvCxnSpPr>
            <p:spPr>
              <a:xfrm rot="5400000">
                <a:off x="3929058" y="4571214"/>
                <a:ext cx="1714512" cy="1588"/>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26" name="直接箭头连接符 25"/>
              <p:cNvCxnSpPr/>
              <p:nvPr/>
            </p:nvCxnSpPr>
            <p:spPr>
              <a:xfrm rot="5400000">
                <a:off x="8108975" y="4677577"/>
                <a:ext cx="357190" cy="1588"/>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32" name="直接箭头连接符 31"/>
              <p:cNvCxnSpPr/>
              <p:nvPr/>
            </p:nvCxnSpPr>
            <p:spPr>
              <a:xfrm rot="5400000">
                <a:off x="6323025" y="4677577"/>
                <a:ext cx="357190" cy="1588"/>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50" name="直接箭头连接符 49"/>
              <p:cNvCxnSpPr/>
              <p:nvPr/>
            </p:nvCxnSpPr>
            <p:spPr>
              <a:xfrm rot="5400000">
                <a:off x="6394463" y="3963197"/>
                <a:ext cx="214314" cy="1588"/>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52" name="直接箭头连接符 51"/>
              <p:cNvCxnSpPr/>
              <p:nvPr/>
            </p:nvCxnSpPr>
            <p:spPr>
              <a:xfrm rot="10800000" flipV="1">
                <a:off x="4786315" y="4856964"/>
                <a:ext cx="3500463" cy="2"/>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
            <p:nvSpPr>
              <p:cNvPr id="57" name="任意多边形 56"/>
              <p:cNvSpPr/>
              <p:nvPr/>
            </p:nvSpPr>
            <p:spPr bwMode="auto">
              <a:xfrm>
                <a:off x="5500695" y="2570950"/>
                <a:ext cx="1000132" cy="604123"/>
              </a:xfrm>
              <a:custGeom>
                <a:avLst/>
                <a:gdLst>
                  <a:gd name="connsiteX0" fmla="*/ 0 w 1207698"/>
                  <a:gd name="connsiteY0" fmla="*/ 0 h 595223"/>
                  <a:gd name="connsiteX1" fmla="*/ 1207698 w 1207698"/>
                  <a:gd name="connsiteY1" fmla="*/ 0 h 595223"/>
                  <a:gd name="connsiteX2" fmla="*/ 1207698 w 1207698"/>
                  <a:gd name="connsiteY2" fmla="*/ 595223 h 595223"/>
                </a:gdLst>
                <a:ahLst/>
                <a:cxnLst>
                  <a:cxn ang="0">
                    <a:pos x="connsiteX0" y="connsiteY0"/>
                  </a:cxn>
                  <a:cxn ang="0">
                    <a:pos x="connsiteX1" y="connsiteY1"/>
                  </a:cxn>
                  <a:cxn ang="0">
                    <a:pos x="connsiteX2" y="connsiteY2"/>
                  </a:cxn>
                </a:cxnLst>
                <a:rect l="l" t="t" r="r" b="b"/>
                <a:pathLst>
                  <a:path w="1207698" h="595223">
                    <a:moveTo>
                      <a:pt x="0" y="0"/>
                    </a:moveTo>
                    <a:lnTo>
                      <a:pt x="1207698" y="0"/>
                    </a:lnTo>
                    <a:lnTo>
                      <a:pt x="1207698" y="595223"/>
                    </a:lnTo>
                  </a:path>
                </a:pathLst>
              </a:cu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b"/>
              <a:lstStyle/>
              <a:p>
                <a:pPr>
                  <a:defRPr/>
                </a:pPr>
                <a:endParaRPr lang="zh-CN" altLang="en-US">
                  <a:latin typeface="+mn-ea"/>
                </a:endParaRPr>
              </a:p>
            </p:txBody>
          </p:sp>
          <p:sp>
            <p:nvSpPr>
              <p:cNvPr id="58" name="任意多边形 57"/>
              <p:cNvSpPr/>
              <p:nvPr/>
            </p:nvSpPr>
            <p:spPr bwMode="auto">
              <a:xfrm>
                <a:off x="7215206" y="3499644"/>
                <a:ext cx="1071570" cy="595223"/>
              </a:xfrm>
              <a:custGeom>
                <a:avLst/>
                <a:gdLst>
                  <a:gd name="connsiteX0" fmla="*/ 0 w 1207698"/>
                  <a:gd name="connsiteY0" fmla="*/ 0 h 595223"/>
                  <a:gd name="connsiteX1" fmla="*/ 1207698 w 1207698"/>
                  <a:gd name="connsiteY1" fmla="*/ 0 h 595223"/>
                  <a:gd name="connsiteX2" fmla="*/ 1207698 w 1207698"/>
                  <a:gd name="connsiteY2" fmla="*/ 595223 h 595223"/>
                </a:gdLst>
                <a:ahLst/>
                <a:cxnLst>
                  <a:cxn ang="0">
                    <a:pos x="connsiteX0" y="connsiteY0"/>
                  </a:cxn>
                  <a:cxn ang="0">
                    <a:pos x="connsiteX1" y="connsiteY1"/>
                  </a:cxn>
                  <a:cxn ang="0">
                    <a:pos x="connsiteX2" y="connsiteY2"/>
                  </a:cxn>
                </a:cxnLst>
                <a:rect l="l" t="t" r="r" b="b"/>
                <a:pathLst>
                  <a:path w="1207698" h="595223">
                    <a:moveTo>
                      <a:pt x="0" y="0"/>
                    </a:moveTo>
                    <a:lnTo>
                      <a:pt x="1207698" y="0"/>
                    </a:lnTo>
                    <a:lnTo>
                      <a:pt x="1207698" y="595223"/>
                    </a:lnTo>
                  </a:path>
                </a:pathLst>
              </a:cu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b"/>
              <a:lstStyle/>
              <a:p>
                <a:pPr>
                  <a:defRPr/>
                </a:pPr>
                <a:endParaRPr lang="zh-CN" altLang="en-US">
                  <a:latin typeface="+mn-ea"/>
                </a:endParaRPr>
              </a:p>
            </p:txBody>
          </p:sp>
          <p:sp>
            <p:nvSpPr>
              <p:cNvPr id="39967" name="TextBox 62"/>
              <p:cNvSpPr txBox="1">
                <a:spLocks noChangeArrowheads="1"/>
              </p:cNvSpPr>
              <p:nvPr/>
            </p:nvSpPr>
            <p:spPr bwMode="auto">
              <a:xfrm>
                <a:off x="5930114" y="3713956"/>
                <a:ext cx="415498"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mn-ea"/>
                    <a:ea typeface="+mn-ea"/>
                  </a:rPr>
                  <a:t>假</a:t>
                </a:r>
                <a:endParaRPr lang="zh-CN" altLang="en-US" b="1">
                  <a:latin typeface="+mn-ea"/>
                  <a:ea typeface="+mn-ea"/>
                </a:endParaRPr>
              </a:p>
            </p:txBody>
          </p:sp>
          <p:sp>
            <p:nvSpPr>
              <p:cNvPr id="39968" name="TextBox 64"/>
              <p:cNvSpPr txBox="1">
                <a:spLocks noChangeArrowheads="1"/>
              </p:cNvSpPr>
              <p:nvPr/>
            </p:nvSpPr>
            <p:spPr bwMode="auto">
              <a:xfrm>
                <a:off x="7514439" y="3142455"/>
                <a:ext cx="415498"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mn-ea"/>
                    <a:ea typeface="+mn-ea"/>
                  </a:rPr>
                  <a:t>真</a:t>
                </a:r>
                <a:endParaRPr lang="zh-CN" altLang="en-US" b="1">
                  <a:latin typeface="+mn-ea"/>
                  <a:ea typeface="+mn-ea"/>
                </a:endParaRPr>
              </a:p>
            </p:txBody>
          </p:sp>
          <p:sp>
            <p:nvSpPr>
              <p:cNvPr id="11" name="菱形 10"/>
              <p:cNvSpPr/>
              <p:nvPr/>
            </p:nvSpPr>
            <p:spPr bwMode="auto">
              <a:xfrm>
                <a:off x="4000500" y="2214554"/>
                <a:ext cx="1571625" cy="714380"/>
              </a:xfrm>
              <a:prstGeom prst="diamond">
                <a:avLst/>
              </a:prstGeom>
              <a:solidFill>
                <a:srgbClr val="E4FCE4"/>
              </a:solidFill>
              <a:ln w="9525" algn="ctr">
                <a:solidFill>
                  <a:schemeClr val="accent1">
                    <a:lumMod val="75000"/>
                  </a:schemeClr>
                </a:solidFill>
                <a:round/>
              </a:ln>
              <a:effectLst>
                <a:outerShdw blurRad="50800" dist="12700" dir="5400000" algn="t" rotWithShape="0">
                  <a:prstClr val="black">
                    <a:alpha val="40000"/>
                  </a:prstClr>
                </a:outerShdw>
              </a:effectLst>
            </p:spPr>
            <p:txBody>
              <a:bodyPr anchor="ctr" anchorCtr="1"/>
              <a:lstStyle/>
              <a:p>
                <a:pPr>
                  <a:defRPr/>
                </a:pPr>
                <a:r>
                  <a:rPr lang="zh-CN" altLang="en-US" b="1" dirty="0">
                    <a:latin typeface="+mn-ea"/>
                    <a:ea typeface="+mn-ea"/>
                  </a:rPr>
                  <a:t>条件</a:t>
                </a:r>
                <a:r>
                  <a:rPr lang="en-US" altLang="zh-CN" b="1" dirty="0">
                    <a:latin typeface="+mn-ea"/>
                    <a:ea typeface="+mn-ea"/>
                  </a:rPr>
                  <a:t>1</a:t>
                </a:r>
                <a:endParaRPr lang="zh-CN" altLang="en-US" b="1" dirty="0">
                  <a:latin typeface="+mn-ea"/>
                  <a:ea typeface="+mn-ea"/>
                </a:endParaRPr>
              </a:p>
            </p:txBody>
          </p:sp>
          <p:sp>
            <p:nvSpPr>
              <p:cNvPr id="14" name="菱形 13"/>
              <p:cNvSpPr/>
              <p:nvPr/>
            </p:nvSpPr>
            <p:spPr bwMode="auto">
              <a:xfrm>
                <a:off x="5715000" y="3143248"/>
                <a:ext cx="1571625" cy="712792"/>
              </a:xfrm>
              <a:prstGeom prst="diamond">
                <a:avLst/>
              </a:prstGeom>
              <a:solidFill>
                <a:srgbClr val="E4FCE4"/>
              </a:solidFill>
              <a:ln w="9525" algn="ctr">
                <a:solidFill>
                  <a:schemeClr val="accent1">
                    <a:lumMod val="75000"/>
                  </a:schemeClr>
                </a:solidFill>
                <a:round/>
              </a:ln>
              <a:effectLst>
                <a:outerShdw blurRad="50800" dist="12700" dir="5400000" algn="t" rotWithShape="0">
                  <a:prstClr val="black">
                    <a:alpha val="40000"/>
                  </a:prstClr>
                </a:outerShdw>
              </a:effectLst>
            </p:spPr>
            <p:txBody>
              <a:bodyPr anchor="ctr" anchorCtr="1"/>
              <a:lstStyle/>
              <a:p>
                <a:pPr>
                  <a:defRPr/>
                </a:pPr>
                <a:r>
                  <a:rPr lang="zh-CN" altLang="en-US" b="1" dirty="0">
                    <a:latin typeface="+mn-ea"/>
                    <a:ea typeface="+mn-ea"/>
                  </a:rPr>
                  <a:t>条件</a:t>
                </a:r>
                <a:r>
                  <a:rPr lang="en-US" altLang="zh-CN" b="1" dirty="0">
                    <a:latin typeface="+mn-ea"/>
                    <a:ea typeface="+mn-ea"/>
                  </a:rPr>
                  <a:t>2</a:t>
                </a:r>
                <a:endParaRPr lang="zh-CN" altLang="en-US" b="1" dirty="0">
                  <a:latin typeface="+mn-ea"/>
                  <a:ea typeface="+mn-ea"/>
                </a:endParaRPr>
              </a:p>
            </p:txBody>
          </p:sp>
          <p:sp>
            <p:nvSpPr>
              <p:cNvPr id="15" name="AutoShape 5"/>
              <p:cNvSpPr>
                <a:spLocks noChangeArrowheads="1"/>
              </p:cNvSpPr>
              <p:nvPr/>
            </p:nvSpPr>
            <p:spPr bwMode="auto">
              <a:xfrm>
                <a:off x="4071938" y="3213099"/>
                <a:ext cx="1428750" cy="500065"/>
              </a:xfrm>
              <a:prstGeom prst="roundRect">
                <a:avLst>
                  <a:gd name="adj" fmla="val 4064"/>
                </a:avLst>
              </a:prstGeom>
              <a:solidFill>
                <a:schemeClr val="accent1">
                  <a:lumMod val="20000"/>
                  <a:lumOff val="80000"/>
                </a:schemeClr>
              </a:solidFill>
              <a:ln w="12700" cap="flat" cmpd="sng" algn="ctr">
                <a:solidFill>
                  <a:schemeClr val="accent1">
                    <a:lumMod val="75000"/>
                  </a:schemeClr>
                </a:solidFill>
                <a:prstDash val="solid"/>
                <a:round/>
                <a:headEnd type="none" w="med" len="med"/>
                <a:tailEnd type="none" w="med" len="med"/>
              </a:ln>
              <a:effectLst>
                <a:outerShdw blurRad="50800" dist="25400" dir="5400000" algn="t" rotWithShape="0">
                  <a:prstClr val="black">
                    <a:alpha val="40000"/>
                  </a:prstClr>
                </a:outerShdw>
              </a:effectLst>
            </p:spPr>
            <p:txBody>
              <a:bodyPr/>
              <a:lstStyle/>
              <a:p>
                <a:pPr defTabSz="723900">
                  <a:lnSpc>
                    <a:spcPct val="150000"/>
                  </a:lnSpc>
                  <a:buClr>
                    <a:schemeClr val="folHlink"/>
                  </a:buClr>
                  <a:buSzPct val="60000"/>
                  <a:tabLst>
                    <a:tab pos="444500" algn="l"/>
                  </a:tabLst>
                  <a:defRPr/>
                </a:pPr>
                <a:r>
                  <a:rPr lang="zh-CN" altLang="en-US" b="1" dirty="0">
                    <a:solidFill>
                      <a:schemeClr val="accent5">
                        <a:lumMod val="10000"/>
                      </a:schemeClr>
                    </a:solidFill>
                    <a:latin typeface="+mn-ea"/>
                    <a:ea typeface="+mn-ea"/>
                  </a:rPr>
                  <a:t>代码块</a:t>
                </a:r>
                <a:r>
                  <a:rPr lang="en-US" altLang="zh-CN" b="1" dirty="0">
                    <a:solidFill>
                      <a:schemeClr val="accent5">
                        <a:lumMod val="10000"/>
                      </a:schemeClr>
                    </a:solidFill>
                    <a:latin typeface="+mn-ea"/>
                    <a:ea typeface="+mn-ea"/>
                  </a:rPr>
                  <a:t>3</a:t>
                </a:r>
                <a:endParaRPr lang="en-US" altLang="zh-CN" b="1" dirty="0">
                  <a:solidFill>
                    <a:schemeClr val="accent5">
                      <a:lumMod val="10000"/>
                    </a:schemeClr>
                  </a:solidFill>
                  <a:latin typeface="+mn-ea"/>
                  <a:ea typeface="+mn-ea"/>
                </a:endParaRPr>
              </a:p>
            </p:txBody>
          </p:sp>
          <p:sp>
            <p:nvSpPr>
              <p:cNvPr id="16" name="AutoShape 5"/>
              <p:cNvSpPr>
                <a:spLocks noChangeArrowheads="1"/>
              </p:cNvSpPr>
              <p:nvPr/>
            </p:nvSpPr>
            <p:spPr bwMode="auto">
              <a:xfrm>
                <a:off x="5857875" y="4070355"/>
                <a:ext cx="1428750" cy="500065"/>
              </a:xfrm>
              <a:prstGeom prst="roundRect">
                <a:avLst>
                  <a:gd name="adj" fmla="val 4064"/>
                </a:avLst>
              </a:prstGeom>
              <a:solidFill>
                <a:schemeClr val="accent1">
                  <a:lumMod val="20000"/>
                  <a:lumOff val="80000"/>
                </a:schemeClr>
              </a:solidFill>
              <a:ln w="12700" cap="flat" cmpd="sng" algn="ctr">
                <a:solidFill>
                  <a:schemeClr val="accent1">
                    <a:lumMod val="75000"/>
                  </a:schemeClr>
                </a:solidFill>
                <a:prstDash val="solid"/>
                <a:round/>
                <a:headEnd type="none" w="med" len="med"/>
                <a:tailEnd type="none" w="med" len="med"/>
              </a:ln>
              <a:effectLst>
                <a:outerShdw blurRad="50800" dist="25400" dir="5400000" algn="t" rotWithShape="0">
                  <a:prstClr val="black">
                    <a:alpha val="40000"/>
                  </a:prstClr>
                </a:outerShdw>
              </a:effectLst>
            </p:spPr>
            <p:txBody>
              <a:bodyPr/>
              <a:lstStyle/>
              <a:p>
                <a:pPr defTabSz="723900">
                  <a:lnSpc>
                    <a:spcPct val="150000"/>
                  </a:lnSpc>
                  <a:buClr>
                    <a:schemeClr val="folHlink"/>
                  </a:buClr>
                  <a:buSzPct val="60000"/>
                  <a:tabLst>
                    <a:tab pos="444500" algn="l"/>
                  </a:tabLst>
                  <a:defRPr/>
                </a:pPr>
                <a:r>
                  <a:rPr lang="zh-CN" altLang="en-US" b="1" dirty="0">
                    <a:solidFill>
                      <a:schemeClr val="accent5">
                        <a:lumMod val="10000"/>
                      </a:schemeClr>
                    </a:solidFill>
                    <a:latin typeface="+mn-ea"/>
                    <a:ea typeface="+mn-ea"/>
                  </a:rPr>
                  <a:t>代码块</a:t>
                </a:r>
                <a:r>
                  <a:rPr lang="en-US" altLang="zh-CN" b="1" dirty="0">
                    <a:solidFill>
                      <a:schemeClr val="accent5">
                        <a:lumMod val="10000"/>
                      </a:schemeClr>
                    </a:solidFill>
                    <a:latin typeface="+mn-ea"/>
                    <a:ea typeface="+mn-ea"/>
                  </a:rPr>
                  <a:t>2</a:t>
                </a:r>
                <a:endParaRPr lang="en-US" altLang="zh-CN" b="1" dirty="0">
                  <a:solidFill>
                    <a:schemeClr val="accent5">
                      <a:lumMod val="10000"/>
                    </a:schemeClr>
                  </a:solidFill>
                  <a:latin typeface="+mn-ea"/>
                  <a:ea typeface="+mn-ea"/>
                </a:endParaRPr>
              </a:p>
            </p:txBody>
          </p:sp>
          <p:sp>
            <p:nvSpPr>
              <p:cNvPr id="17" name="AutoShape 5"/>
              <p:cNvSpPr>
                <a:spLocks noChangeArrowheads="1"/>
              </p:cNvSpPr>
              <p:nvPr/>
            </p:nvSpPr>
            <p:spPr bwMode="auto">
              <a:xfrm>
                <a:off x="7500938" y="4070355"/>
                <a:ext cx="1428750" cy="500065"/>
              </a:xfrm>
              <a:prstGeom prst="roundRect">
                <a:avLst>
                  <a:gd name="adj" fmla="val 4064"/>
                </a:avLst>
              </a:prstGeom>
              <a:solidFill>
                <a:schemeClr val="accent1">
                  <a:lumMod val="20000"/>
                  <a:lumOff val="80000"/>
                </a:schemeClr>
              </a:solidFill>
              <a:ln w="12700" cap="flat" cmpd="sng" algn="ctr">
                <a:solidFill>
                  <a:schemeClr val="accent1">
                    <a:lumMod val="75000"/>
                  </a:schemeClr>
                </a:solidFill>
                <a:prstDash val="solid"/>
                <a:round/>
                <a:headEnd type="none" w="med" len="med"/>
                <a:tailEnd type="none" w="med" len="med"/>
              </a:ln>
              <a:effectLst>
                <a:outerShdw blurRad="50800" dist="25400" dir="5400000" algn="t" rotWithShape="0">
                  <a:prstClr val="black">
                    <a:alpha val="40000"/>
                  </a:prstClr>
                </a:outerShdw>
              </a:effectLst>
            </p:spPr>
            <p:txBody>
              <a:bodyPr/>
              <a:lstStyle/>
              <a:p>
                <a:pPr defTabSz="723900">
                  <a:lnSpc>
                    <a:spcPct val="150000"/>
                  </a:lnSpc>
                  <a:buClr>
                    <a:schemeClr val="folHlink"/>
                  </a:buClr>
                  <a:buSzPct val="60000"/>
                  <a:tabLst>
                    <a:tab pos="444500" algn="l"/>
                  </a:tabLst>
                  <a:defRPr/>
                </a:pPr>
                <a:r>
                  <a:rPr lang="zh-CN" altLang="en-US" b="1" dirty="0">
                    <a:solidFill>
                      <a:schemeClr val="accent5">
                        <a:lumMod val="10000"/>
                      </a:schemeClr>
                    </a:solidFill>
                    <a:latin typeface="+mn-ea"/>
                    <a:ea typeface="+mn-ea"/>
                  </a:rPr>
                  <a:t>代码块</a:t>
                </a:r>
                <a:r>
                  <a:rPr lang="en-US" altLang="zh-CN" b="1" dirty="0">
                    <a:solidFill>
                      <a:schemeClr val="accent5">
                        <a:lumMod val="10000"/>
                      </a:schemeClr>
                    </a:solidFill>
                    <a:latin typeface="+mn-ea"/>
                    <a:ea typeface="+mn-ea"/>
                  </a:rPr>
                  <a:t>1</a:t>
                </a:r>
                <a:endParaRPr lang="en-US" altLang="zh-CN" b="1" dirty="0">
                  <a:solidFill>
                    <a:schemeClr val="accent5">
                      <a:lumMod val="10000"/>
                    </a:schemeClr>
                  </a:solidFill>
                  <a:latin typeface="+mn-ea"/>
                  <a:ea typeface="+mn-ea"/>
                </a:endParaRPr>
              </a:p>
            </p:txBody>
          </p:sp>
        </p:grpSp>
      </p:grpSp>
      <p:sp>
        <p:nvSpPr>
          <p:cNvPr id="37" name="矩形标注 36"/>
          <p:cNvSpPr/>
          <p:nvPr/>
        </p:nvSpPr>
        <p:spPr bwMode="auto">
          <a:xfrm>
            <a:off x="2774916" y="1238900"/>
            <a:ext cx="1451038" cy="337184"/>
          </a:xfrm>
          <a:prstGeom prst="wedgeRectCallout">
            <a:avLst>
              <a:gd name="adj1" fmla="val -50634"/>
              <a:gd name="adj2" fmla="val -37033"/>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rPr>
              <a:t>是否通过安检</a:t>
            </a:r>
            <a:endParaRPr lang="zh-CN" altLang="en-US" sz="1600" kern="0" dirty="0">
              <a:solidFill>
                <a:schemeClr val="bg1"/>
              </a:solidFill>
              <a:latin typeface="+mn-ea"/>
              <a:ea typeface="+mn-ea"/>
            </a:endParaRPr>
          </a:p>
        </p:txBody>
      </p:sp>
      <p:cxnSp>
        <p:nvCxnSpPr>
          <p:cNvPr id="38" name="直接箭头连接符 37"/>
          <p:cNvCxnSpPr/>
          <p:nvPr/>
        </p:nvCxnSpPr>
        <p:spPr>
          <a:xfrm flipV="1">
            <a:off x="1547664" y="1125135"/>
            <a:ext cx="319206" cy="294487"/>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
        <p:nvSpPr>
          <p:cNvPr id="42" name="矩形标注 41"/>
          <p:cNvSpPr/>
          <p:nvPr/>
        </p:nvSpPr>
        <p:spPr bwMode="auto">
          <a:xfrm>
            <a:off x="1910819" y="872969"/>
            <a:ext cx="1415772" cy="337184"/>
          </a:xfrm>
          <a:prstGeom prst="wedgeRectCallout">
            <a:avLst>
              <a:gd name="adj1" fmla="val -49592"/>
              <a:gd name="adj2" fmla="val 3146"/>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rPr>
              <a:t>是否有票</a:t>
            </a:r>
            <a:endParaRPr lang="zh-CN" altLang="en-US" sz="1600" kern="0" dirty="0">
              <a:solidFill>
                <a:schemeClr val="bg1"/>
              </a:solidFill>
              <a:latin typeface="+mn-ea"/>
              <a:ea typeface="+mn-ea"/>
            </a:endParaRPr>
          </a:p>
        </p:txBody>
      </p:sp>
      <p:cxnSp>
        <p:nvCxnSpPr>
          <p:cNvPr id="43" name="直接箭头连接符 42"/>
          <p:cNvCxnSpPr/>
          <p:nvPr/>
        </p:nvCxnSpPr>
        <p:spPr>
          <a:xfrm flipV="1">
            <a:off x="1907704" y="1393027"/>
            <a:ext cx="754508" cy="314627"/>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
        <p:nvSpPr>
          <p:cNvPr id="36" name="Rectangle 34"/>
          <p:cNvSpPr>
            <a:spLocks noChangeArrowheads="1"/>
          </p:cNvSpPr>
          <p:nvPr/>
        </p:nvSpPr>
        <p:spPr bwMode="auto">
          <a:xfrm>
            <a:off x="962025" y="1660922"/>
            <a:ext cx="1966913" cy="1558900"/>
          </a:xfrm>
          <a:prstGeom prst="rect">
            <a:avLst/>
          </a:prstGeom>
          <a:noFill/>
          <a:ln w="19050" algn="ctr">
            <a:solidFill>
              <a:srgbClr val="C0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latin typeface="+mn-ea"/>
              <a:ea typeface="+mn-ea"/>
            </a:endParaRPr>
          </a:p>
        </p:txBody>
      </p:sp>
      <p:sp>
        <p:nvSpPr>
          <p:cNvPr id="39" name="AutoShape 6"/>
          <p:cNvSpPr>
            <a:spLocks noChangeArrowheads="1"/>
          </p:cNvSpPr>
          <p:nvPr/>
        </p:nvSpPr>
        <p:spPr bwMode="auto">
          <a:xfrm>
            <a:off x="2620964" y="3017044"/>
            <a:ext cx="1443157" cy="374571"/>
          </a:xfrm>
          <a:prstGeom prst="roundRect">
            <a:avLst>
              <a:gd name="adj"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rPr>
              <a:t>内层选择结构</a:t>
            </a:r>
            <a:endParaRPr lang="zh-CN" altLang="en-US" sz="1600" kern="0" dirty="0">
              <a:solidFill>
                <a:schemeClr val="bg1"/>
              </a:solidFill>
              <a:latin typeface="+mn-ea"/>
              <a:ea typeface="+mn-ea"/>
            </a:endParaRPr>
          </a:p>
        </p:txBody>
      </p:sp>
      <p:grpSp>
        <p:nvGrpSpPr>
          <p:cNvPr id="4" name="组合 32"/>
          <p:cNvGrpSpPr/>
          <p:nvPr/>
        </p:nvGrpSpPr>
        <p:grpSpPr>
          <a:xfrm>
            <a:off x="278163" y="785800"/>
            <a:ext cx="234950" cy="212725"/>
            <a:chOff x="436488" y="2332038"/>
            <a:chExt cx="234950" cy="212725"/>
          </a:xfrm>
        </p:grpSpPr>
        <p:grpSp>
          <p:nvGrpSpPr>
            <p:cNvPr id="6" name="组合 1080"/>
            <p:cNvGrpSpPr/>
            <p:nvPr/>
          </p:nvGrpSpPr>
          <p:grpSpPr>
            <a:xfrm>
              <a:off x="436488" y="2420938"/>
              <a:ext cx="228600" cy="123825"/>
              <a:chOff x="436488" y="2420938"/>
              <a:chExt cx="228600" cy="123825"/>
            </a:xfrm>
          </p:grpSpPr>
          <p:sp>
            <p:nvSpPr>
              <p:cNvPr id="44" name="Freeform 81"/>
              <p:cNvSpPr/>
              <p:nvPr/>
            </p:nvSpPr>
            <p:spPr bwMode="auto">
              <a:xfrm>
                <a:off x="436488" y="2420938"/>
                <a:ext cx="228600" cy="82550"/>
              </a:xfrm>
              <a:custGeom>
                <a:avLst/>
                <a:gdLst>
                  <a:gd name="T0" fmla="*/ 0 w 144"/>
                  <a:gd name="T1" fmla="*/ 10 h 52"/>
                  <a:gd name="T2" fmla="*/ 11 w 144"/>
                  <a:gd name="T3" fmla="*/ 0 h 52"/>
                  <a:gd name="T4" fmla="*/ 73 w 144"/>
                  <a:gd name="T5" fmla="*/ 38 h 52"/>
                  <a:gd name="T6" fmla="*/ 134 w 144"/>
                  <a:gd name="T7" fmla="*/ 5 h 52"/>
                  <a:gd name="T8" fmla="*/ 144 w 144"/>
                  <a:gd name="T9" fmla="*/ 15 h 52"/>
                  <a:gd name="T10" fmla="*/ 73 w 144"/>
                  <a:gd name="T11" fmla="*/ 52 h 52"/>
                  <a:gd name="T12" fmla="*/ 0 w 144"/>
                  <a:gd name="T13" fmla="*/ 10 h 52"/>
                </a:gdLst>
                <a:ahLst/>
                <a:cxnLst>
                  <a:cxn ang="0">
                    <a:pos x="T0" y="T1"/>
                  </a:cxn>
                  <a:cxn ang="0">
                    <a:pos x="T2" y="T3"/>
                  </a:cxn>
                  <a:cxn ang="0">
                    <a:pos x="T4" y="T5"/>
                  </a:cxn>
                  <a:cxn ang="0">
                    <a:pos x="T6" y="T7"/>
                  </a:cxn>
                  <a:cxn ang="0">
                    <a:pos x="T8" y="T9"/>
                  </a:cxn>
                  <a:cxn ang="0">
                    <a:pos x="T10" y="T11"/>
                  </a:cxn>
                  <a:cxn ang="0">
                    <a:pos x="T12" y="T13"/>
                  </a:cxn>
                </a:cxnLst>
                <a:rect l="0" t="0" r="r" b="b"/>
                <a:pathLst>
                  <a:path w="144" h="52">
                    <a:moveTo>
                      <a:pt x="0" y="10"/>
                    </a:moveTo>
                    <a:lnTo>
                      <a:pt x="11" y="0"/>
                    </a:lnTo>
                    <a:lnTo>
                      <a:pt x="73" y="38"/>
                    </a:lnTo>
                    <a:lnTo>
                      <a:pt x="134" y="5"/>
                    </a:lnTo>
                    <a:lnTo>
                      <a:pt x="144" y="15"/>
                    </a:lnTo>
                    <a:lnTo>
                      <a:pt x="73" y="52"/>
                    </a:lnTo>
                    <a:lnTo>
                      <a:pt x="0" y="1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n-ea"/>
                  <a:ea typeface="+mn-ea"/>
                </a:endParaRPr>
              </a:p>
            </p:txBody>
          </p:sp>
          <p:sp>
            <p:nvSpPr>
              <p:cNvPr id="45" name="Freeform 82"/>
              <p:cNvSpPr/>
              <p:nvPr/>
            </p:nvSpPr>
            <p:spPr bwMode="auto">
              <a:xfrm>
                <a:off x="436488" y="2462213"/>
                <a:ext cx="228600" cy="82550"/>
              </a:xfrm>
              <a:custGeom>
                <a:avLst/>
                <a:gdLst>
                  <a:gd name="T0" fmla="*/ 0 w 144"/>
                  <a:gd name="T1" fmla="*/ 10 h 52"/>
                  <a:gd name="T2" fmla="*/ 11 w 144"/>
                  <a:gd name="T3" fmla="*/ 0 h 52"/>
                  <a:gd name="T4" fmla="*/ 73 w 144"/>
                  <a:gd name="T5" fmla="*/ 38 h 52"/>
                  <a:gd name="T6" fmla="*/ 134 w 144"/>
                  <a:gd name="T7" fmla="*/ 5 h 52"/>
                  <a:gd name="T8" fmla="*/ 144 w 144"/>
                  <a:gd name="T9" fmla="*/ 15 h 52"/>
                  <a:gd name="T10" fmla="*/ 73 w 144"/>
                  <a:gd name="T11" fmla="*/ 52 h 52"/>
                  <a:gd name="T12" fmla="*/ 0 w 144"/>
                  <a:gd name="T13" fmla="*/ 10 h 52"/>
                </a:gdLst>
                <a:ahLst/>
                <a:cxnLst>
                  <a:cxn ang="0">
                    <a:pos x="T0" y="T1"/>
                  </a:cxn>
                  <a:cxn ang="0">
                    <a:pos x="T2" y="T3"/>
                  </a:cxn>
                  <a:cxn ang="0">
                    <a:pos x="T4" y="T5"/>
                  </a:cxn>
                  <a:cxn ang="0">
                    <a:pos x="T6" y="T7"/>
                  </a:cxn>
                  <a:cxn ang="0">
                    <a:pos x="T8" y="T9"/>
                  </a:cxn>
                  <a:cxn ang="0">
                    <a:pos x="T10" y="T11"/>
                  </a:cxn>
                  <a:cxn ang="0">
                    <a:pos x="T12" y="T13"/>
                  </a:cxn>
                </a:cxnLst>
                <a:rect l="0" t="0" r="r" b="b"/>
                <a:pathLst>
                  <a:path w="144" h="52">
                    <a:moveTo>
                      <a:pt x="0" y="10"/>
                    </a:moveTo>
                    <a:lnTo>
                      <a:pt x="11" y="0"/>
                    </a:lnTo>
                    <a:lnTo>
                      <a:pt x="73" y="38"/>
                    </a:lnTo>
                    <a:lnTo>
                      <a:pt x="134" y="5"/>
                    </a:lnTo>
                    <a:lnTo>
                      <a:pt x="144" y="15"/>
                    </a:lnTo>
                    <a:lnTo>
                      <a:pt x="73" y="52"/>
                    </a:lnTo>
                    <a:lnTo>
                      <a:pt x="0" y="1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n-ea"/>
                  <a:ea typeface="+mn-ea"/>
                </a:endParaRPr>
              </a:p>
            </p:txBody>
          </p:sp>
        </p:grpSp>
        <p:sp>
          <p:nvSpPr>
            <p:cNvPr id="35" name="Freeform 83"/>
            <p:cNvSpPr/>
            <p:nvPr/>
          </p:nvSpPr>
          <p:spPr bwMode="auto">
            <a:xfrm>
              <a:off x="436488" y="2332038"/>
              <a:ext cx="234950" cy="130175"/>
            </a:xfrm>
            <a:custGeom>
              <a:avLst/>
              <a:gdLst>
                <a:gd name="T0" fmla="*/ 0 w 148"/>
                <a:gd name="T1" fmla="*/ 40 h 82"/>
                <a:gd name="T2" fmla="*/ 75 w 148"/>
                <a:gd name="T3" fmla="*/ 0 h 82"/>
                <a:gd name="T4" fmla="*/ 148 w 148"/>
                <a:gd name="T5" fmla="*/ 45 h 82"/>
                <a:gd name="T6" fmla="*/ 73 w 148"/>
                <a:gd name="T7" fmla="*/ 82 h 82"/>
                <a:gd name="T8" fmla="*/ 0 w 148"/>
                <a:gd name="T9" fmla="*/ 40 h 82"/>
              </a:gdLst>
              <a:ahLst/>
              <a:cxnLst>
                <a:cxn ang="0">
                  <a:pos x="T0" y="T1"/>
                </a:cxn>
                <a:cxn ang="0">
                  <a:pos x="T2" y="T3"/>
                </a:cxn>
                <a:cxn ang="0">
                  <a:pos x="T4" y="T5"/>
                </a:cxn>
                <a:cxn ang="0">
                  <a:pos x="T6" y="T7"/>
                </a:cxn>
                <a:cxn ang="0">
                  <a:pos x="T8" y="T9"/>
                </a:cxn>
              </a:cxnLst>
              <a:rect l="0" t="0" r="r" b="b"/>
              <a:pathLst>
                <a:path w="148" h="82">
                  <a:moveTo>
                    <a:pt x="0" y="40"/>
                  </a:moveTo>
                  <a:lnTo>
                    <a:pt x="75" y="0"/>
                  </a:lnTo>
                  <a:lnTo>
                    <a:pt x="148" y="45"/>
                  </a:lnTo>
                  <a:lnTo>
                    <a:pt x="73" y="82"/>
                  </a:lnTo>
                  <a:lnTo>
                    <a:pt x="0" y="4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n-ea"/>
                <a:ea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left)">
                                      <p:cBhvr>
                                        <p:cTn id="11" dur="500"/>
                                        <p:tgtEl>
                                          <p:spTgt spid="39"/>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wipe(left)">
                                      <p:cBhvr>
                                        <p:cTn id="20" dur="500"/>
                                        <p:tgtEl>
                                          <p:spTgt spid="38"/>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wipe(left)">
                                      <p:cBhvr>
                                        <p:cTn id="24" dur="500"/>
                                        <p:tgtEl>
                                          <p:spTgt spid="37"/>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wipe(left)">
                                      <p:cBhvr>
                                        <p:cTn id="28" dur="500"/>
                                        <p:tgtEl>
                                          <p:spTgt spid="43"/>
                                        </p:tgtEl>
                                      </p:cBhvr>
                                    </p:animEffect>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wipe(left)">
                                      <p:cBhvr>
                                        <p:cTn id="3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ldLvl="0" animBg="1"/>
      <p:bldP spid="42" grpId="0" bldLvl="0" animBg="1"/>
      <p:bldP spid="36" grpId="0" bldLvl="0" animBg="1"/>
      <p:bldP spid="39"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39" name="Text Box 19"/>
          <p:cNvSpPr txBox="1">
            <a:spLocks noGrp="1" noChangeArrowheads="1"/>
          </p:cNvSpPr>
          <p:nvPr>
            <p:ph idx="1"/>
          </p:nvPr>
        </p:nvSpPr>
        <p:spPr/>
        <p:txBody>
          <a:bodyPr/>
          <a:lstStyle/>
          <a:p>
            <a:pPr algn="l">
              <a:defRPr/>
            </a:pPr>
            <a:r>
              <a:rPr lang="zh-CN" altLang="en-US" dirty="0"/>
              <a:t>使用嵌套</a:t>
            </a:r>
            <a:r>
              <a:rPr lang="en-US" altLang="zh-CN" dirty="0"/>
              <a:t>if</a:t>
            </a:r>
            <a:r>
              <a:rPr lang="zh-CN" altLang="en-US" dirty="0"/>
              <a:t>选择结构解决买票进站安检的问题</a:t>
            </a:r>
            <a:endParaRPr lang="en-GB" altLang="zh-CN" dirty="0"/>
          </a:p>
        </p:txBody>
      </p:sp>
      <p:sp>
        <p:nvSpPr>
          <p:cNvPr id="619523" name="AutoShape 3"/>
          <p:cNvSpPr>
            <a:spLocks noChangeArrowheads="1"/>
          </p:cNvSpPr>
          <p:nvPr/>
        </p:nvSpPr>
        <p:spPr bwMode="auto">
          <a:xfrm>
            <a:off x="673408" y="1633106"/>
            <a:ext cx="8142288" cy="3322955"/>
          </a:xfrm>
          <a:prstGeom prst="roundRect">
            <a:avLst>
              <a:gd name="adj" fmla="val 0"/>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lvl="1" indent="-224155" algn="l" defTabSz="381000">
              <a:lnSpc>
                <a:spcPct val="150000"/>
              </a:lnSpc>
              <a:buClr>
                <a:schemeClr val="folHlink"/>
              </a:buClr>
              <a:buSzPct val="60000"/>
              <a:tabLst>
                <a:tab pos="444500" algn="l"/>
              </a:tabLst>
              <a:defRPr/>
            </a:pPr>
            <a:r>
              <a:rPr lang="en-US" altLang="zh-CN" sz="1000" dirty="0">
                <a:solidFill>
                  <a:schemeClr val="tx1">
                    <a:lumMod val="75000"/>
                    <a:lumOff val="25000"/>
                  </a:schemeClr>
                </a:solidFill>
                <a:latin typeface="+mn-ea"/>
                <a:ea typeface="+mn-ea"/>
              </a:rPr>
              <a:t>    </a:t>
            </a:r>
            <a:r>
              <a:rPr lang="zh-CN" altLang="en-US" sz="1000" dirty="0">
                <a:solidFill>
                  <a:schemeClr val="tx1">
                    <a:lumMod val="75000"/>
                    <a:lumOff val="25000"/>
                  </a:schemeClr>
                </a:solidFill>
                <a:latin typeface="+mn-ea"/>
                <a:ea typeface="+mn-ea"/>
              </a:rPr>
              <a:t>chePiao = 1     # 用1代表有车票，0代表没有车票</a:t>
            </a:r>
            <a:endParaRPr lang="zh-CN" altLang="en-US" sz="10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zh-CN" altLang="en-US" sz="1000" dirty="0">
                <a:solidFill>
                  <a:schemeClr val="tx1">
                    <a:lumMod val="75000"/>
                    <a:lumOff val="25000"/>
                  </a:schemeClr>
                </a:solidFill>
                <a:latin typeface="+mn-ea"/>
                <a:ea typeface="+mn-ea"/>
              </a:rPr>
              <a:t>    daoLenght = 9     # 刀子的长度，单位为cm</a:t>
            </a:r>
            <a:endParaRPr lang="zh-CN" altLang="en-US" sz="10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endParaRPr lang="zh-CN" altLang="en-US" sz="10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zh-CN" altLang="en-US" sz="1000" dirty="0">
                <a:solidFill>
                  <a:schemeClr val="tx1">
                    <a:lumMod val="75000"/>
                    <a:lumOff val="25000"/>
                  </a:schemeClr>
                </a:solidFill>
                <a:latin typeface="+mn-ea"/>
                <a:ea typeface="+mn-ea"/>
              </a:rPr>
              <a:t>    if chePiao == 1:</a:t>
            </a:r>
            <a:endParaRPr lang="zh-CN" altLang="en-US" sz="10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zh-CN" altLang="en-US" sz="1000" dirty="0">
                <a:solidFill>
                  <a:schemeClr val="tx1">
                    <a:lumMod val="75000"/>
                    <a:lumOff val="25000"/>
                  </a:schemeClr>
                </a:solidFill>
                <a:latin typeface="+mn-ea"/>
                <a:ea typeface="+mn-ea"/>
              </a:rPr>
              <a:t>        print("有车票，可以进站")</a:t>
            </a:r>
            <a:endParaRPr lang="zh-CN" altLang="en-US" sz="10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zh-CN" altLang="en-US" sz="1000" dirty="0">
                <a:solidFill>
                  <a:schemeClr val="tx1">
                    <a:lumMod val="75000"/>
                    <a:lumOff val="25000"/>
                  </a:schemeClr>
                </a:solidFill>
                <a:latin typeface="+mn-ea"/>
                <a:ea typeface="+mn-ea"/>
              </a:rPr>
              <a:t>        if daoLenght &lt; 10:</a:t>
            </a:r>
            <a:endParaRPr lang="zh-CN" altLang="en-US" sz="10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zh-CN" altLang="en-US" sz="1000" dirty="0">
                <a:solidFill>
                  <a:schemeClr val="tx1">
                    <a:lumMod val="75000"/>
                    <a:lumOff val="25000"/>
                  </a:schemeClr>
                </a:solidFill>
                <a:latin typeface="+mn-ea"/>
                <a:ea typeface="+mn-ea"/>
              </a:rPr>
              <a:t>            print("通过安检")</a:t>
            </a:r>
            <a:endParaRPr lang="zh-CN" altLang="en-US" sz="10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zh-CN" altLang="en-US" sz="1000" dirty="0">
                <a:solidFill>
                  <a:schemeClr val="tx1">
                    <a:lumMod val="75000"/>
                    <a:lumOff val="25000"/>
                  </a:schemeClr>
                </a:solidFill>
                <a:latin typeface="+mn-ea"/>
                <a:ea typeface="+mn-ea"/>
              </a:rPr>
              <a:t>            print("终于可以见到Ta了，美滋滋~~~")</a:t>
            </a:r>
            <a:endParaRPr lang="zh-CN" altLang="en-US" sz="10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zh-CN" altLang="en-US" sz="1000" dirty="0">
                <a:solidFill>
                  <a:schemeClr val="tx1">
                    <a:lumMod val="75000"/>
                    <a:lumOff val="25000"/>
                  </a:schemeClr>
                </a:solidFill>
                <a:latin typeface="+mn-ea"/>
                <a:ea typeface="+mn-ea"/>
              </a:rPr>
              <a:t>        else:</a:t>
            </a:r>
            <a:endParaRPr lang="zh-CN" altLang="en-US" sz="10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zh-CN" altLang="en-US" sz="1000" dirty="0">
                <a:solidFill>
                  <a:schemeClr val="tx1">
                    <a:lumMod val="75000"/>
                    <a:lumOff val="25000"/>
                  </a:schemeClr>
                </a:solidFill>
                <a:latin typeface="+mn-ea"/>
                <a:ea typeface="+mn-ea"/>
              </a:rPr>
              <a:t>            print("没有通过安检")</a:t>
            </a:r>
            <a:endParaRPr lang="zh-CN" altLang="en-US" sz="10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zh-CN" altLang="en-US" sz="1000" dirty="0">
                <a:solidFill>
                  <a:schemeClr val="tx1">
                    <a:lumMod val="75000"/>
                    <a:lumOff val="25000"/>
                  </a:schemeClr>
                </a:solidFill>
                <a:latin typeface="+mn-ea"/>
                <a:ea typeface="+mn-ea"/>
              </a:rPr>
              <a:t>            print("刀子的长度超过规定，等待警察处理...")</a:t>
            </a:r>
            <a:endParaRPr lang="zh-CN" altLang="en-US" sz="10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zh-CN" altLang="en-US" sz="1000" dirty="0">
                <a:solidFill>
                  <a:schemeClr val="tx1">
                    <a:lumMod val="75000"/>
                    <a:lumOff val="25000"/>
                  </a:schemeClr>
                </a:solidFill>
                <a:latin typeface="+mn-ea"/>
                <a:ea typeface="+mn-ea"/>
              </a:rPr>
              <a:t>    else:</a:t>
            </a:r>
            <a:endParaRPr lang="zh-CN" altLang="en-US" sz="10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zh-CN" altLang="en-US" sz="1000" dirty="0">
                <a:solidFill>
                  <a:schemeClr val="tx1">
                    <a:lumMod val="75000"/>
                    <a:lumOff val="25000"/>
                  </a:schemeClr>
                </a:solidFill>
                <a:latin typeface="+mn-ea"/>
                <a:ea typeface="+mn-ea"/>
              </a:rPr>
              <a:t>        print("没有车票，不能进站")</a:t>
            </a:r>
            <a:endParaRPr lang="zh-CN" altLang="en-US" sz="10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zh-CN" altLang="en-US" sz="1000" dirty="0">
                <a:solidFill>
                  <a:schemeClr val="tx1">
                    <a:lumMod val="75000"/>
                    <a:lumOff val="25000"/>
                  </a:schemeClr>
                </a:solidFill>
                <a:latin typeface="+mn-ea"/>
                <a:ea typeface="+mn-ea"/>
              </a:rPr>
              <a:t>        print("亲爱的，那就下次见了，一票难求啊~~~~(&gt;_&lt;)~~~~") </a:t>
            </a:r>
            <a:endParaRPr lang="zh-CN" altLang="en-US" sz="1000" dirty="0">
              <a:solidFill>
                <a:schemeClr val="tx1">
                  <a:lumMod val="75000"/>
                  <a:lumOff val="25000"/>
                </a:schemeClr>
              </a:solidFill>
              <a:latin typeface="+mn-ea"/>
              <a:ea typeface="+mn-ea"/>
            </a:endParaRPr>
          </a:p>
        </p:txBody>
      </p:sp>
      <p:sp>
        <p:nvSpPr>
          <p:cNvPr id="619526" name="Rectangle 6"/>
          <p:cNvSpPr>
            <a:spLocks noGrp="1" noChangeArrowheads="1"/>
          </p:cNvSpPr>
          <p:nvPr>
            <p:ph type="title"/>
          </p:nvPr>
        </p:nvSpPr>
        <p:spPr>
          <a:xfrm>
            <a:off x="2195739" y="141482"/>
            <a:ext cx="6768877" cy="368300"/>
          </a:xfrm>
          <a:noFill/>
        </p:spPr>
        <p:txBody>
          <a:bodyPr wrap="square">
            <a:spAutoFit/>
          </a:bodyPr>
          <a:lstStyle/>
          <a:p>
            <a:r>
              <a:rPr lang="zh-CN" altLang="zh-CN" dirty="0">
                <a:latin typeface="+mj-ea"/>
                <a:sym typeface="+mn-ea"/>
              </a:rPr>
              <a:t>嵌套</a:t>
            </a:r>
            <a:r>
              <a:rPr lang="en-US" altLang="zh-CN" dirty="0" err="1">
                <a:latin typeface="+mj-ea"/>
                <a:sym typeface="+mn-ea"/>
              </a:rPr>
              <a:t>if</a:t>
            </a:r>
            <a:r>
              <a:rPr dirty="0" err="1">
                <a:latin typeface="+mj-ea"/>
                <a:sym typeface="+mn-ea"/>
              </a:rPr>
              <a:t>选择结构</a:t>
            </a:r>
            <a:r>
              <a:rPr lang="zh-CN" dirty="0">
                <a:latin typeface="+mj-ea"/>
                <a:sym typeface="+mn-ea"/>
              </a:rPr>
              <a:t>应用</a:t>
            </a:r>
            <a:endParaRPr dirty="0">
              <a:latin typeface="+mj-ea"/>
            </a:endParaRPr>
          </a:p>
        </p:txBody>
      </p:sp>
      <p:sp>
        <p:nvSpPr>
          <p:cNvPr id="26" name="副标题 25"/>
          <p:cNvSpPr>
            <a:spLocks noGrp="1"/>
          </p:cNvSpPr>
          <p:nvPr>
            <p:ph type="subTitle" idx="10"/>
          </p:nvPr>
        </p:nvSpPr>
        <p:spPr/>
        <p:txBody>
          <a:bodyPr/>
          <a:lstStyle/>
          <a:p>
            <a:r>
              <a:rPr lang="zh-CN" altLang="en-US" dirty="0"/>
              <a:t>实现代码</a:t>
            </a:r>
            <a:endParaRPr lang="zh-CN" altLang="en-US" dirty="0"/>
          </a:p>
        </p:txBody>
      </p:sp>
      <p:grpSp>
        <p:nvGrpSpPr>
          <p:cNvPr id="2" name="组合 29"/>
          <p:cNvGrpSpPr/>
          <p:nvPr/>
        </p:nvGrpSpPr>
        <p:grpSpPr>
          <a:xfrm>
            <a:off x="285720" y="785800"/>
            <a:ext cx="236538" cy="236538"/>
            <a:chOff x="2527300" y="2946400"/>
            <a:chExt cx="236538" cy="236538"/>
          </a:xfrm>
        </p:grpSpPr>
        <p:sp>
          <p:nvSpPr>
            <p:cNvPr id="32" name="Freeform 52"/>
            <p:cNvSpPr>
              <a:spLocks noEditPoints="1"/>
            </p:cNvSpPr>
            <p:nvPr/>
          </p:nvSpPr>
          <p:spPr bwMode="auto">
            <a:xfrm>
              <a:off x="2659063" y="3055938"/>
              <a:ext cx="104775" cy="104775"/>
            </a:xfrm>
            <a:custGeom>
              <a:avLst/>
              <a:gdLst>
                <a:gd name="T0" fmla="*/ 38 w 66"/>
                <a:gd name="T1" fmla="*/ 9 h 66"/>
                <a:gd name="T2" fmla="*/ 56 w 66"/>
                <a:gd name="T3" fmla="*/ 28 h 66"/>
                <a:gd name="T4" fmla="*/ 23 w 66"/>
                <a:gd name="T5" fmla="*/ 61 h 66"/>
                <a:gd name="T6" fmla="*/ 0 w 66"/>
                <a:gd name="T7" fmla="*/ 66 h 66"/>
                <a:gd name="T8" fmla="*/ 4 w 66"/>
                <a:gd name="T9" fmla="*/ 42 h 66"/>
                <a:gd name="T10" fmla="*/ 38 w 66"/>
                <a:gd name="T11" fmla="*/ 9 h 66"/>
                <a:gd name="T12" fmla="*/ 59 w 66"/>
                <a:gd name="T13" fmla="*/ 26 h 66"/>
                <a:gd name="T14" fmla="*/ 40 w 66"/>
                <a:gd name="T15" fmla="*/ 7 h 66"/>
                <a:gd name="T16" fmla="*/ 45 w 66"/>
                <a:gd name="T17" fmla="*/ 0 h 66"/>
                <a:gd name="T18" fmla="*/ 66 w 66"/>
                <a:gd name="T19" fmla="*/ 19 h 66"/>
                <a:gd name="T20" fmla="*/ 59 w 66"/>
                <a:gd name="T21" fmla="*/ 26 h 66"/>
                <a:gd name="T22" fmla="*/ 59 w 66"/>
                <a:gd name="T23" fmla="*/ 26 h 66"/>
                <a:gd name="T24" fmla="*/ 59 w 66"/>
                <a:gd name="T25" fmla="*/ 2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6">
                  <a:moveTo>
                    <a:pt x="38" y="9"/>
                  </a:moveTo>
                  <a:lnTo>
                    <a:pt x="56" y="28"/>
                  </a:lnTo>
                  <a:lnTo>
                    <a:pt x="23" y="61"/>
                  </a:lnTo>
                  <a:lnTo>
                    <a:pt x="0" y="66"/>
                  </a:lnTo>
                  <a:lnTo>
                    <a:pt x="4" y="42"/>
                  </a:lnTo>
                  <a:lnTo>
                    <a:pt x="38" y="9"/>
                  </a:lnTo>
                  <a:close/>
                  <a:moveTo>
                    <a:pt x="59" y="26"/>
                  </a:moveTo>
                  <a:lnTo>
                    <a:pt x="40" y="7"/>
                  </a:lnTo>
                  <a:lnTo>
                    <a:pt x="45" y="0"/>
                  </a:lnTo>
                  <a:lnTo>
                    <a:pt x="66" y="19"/>
                  </a:lnTo>
                  <a:lnTo>
                    <a:pt x="59" y="26"/>
                  </a:lnTo>
                  <a:close/>
                  <a:moveTo>
                    <a:pt x="59" y="26"/>
                  </a:moveTo>
                  <a:lnTo>
                    <a:pt x="59" y="26"/>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53"/>
            <p:cNvSpPr>
              <a:spLocks noEditPoints="1"/>
            </p:cNvSpPr>
            <p:nvPr/>
          </p:nvSpPr>
          <p:spPr bwMode="auto">
            <a:xfrm>
              <a:off x="2659063" y="3055938"/>
              <a:ext cx="104775" cy="104775"/>
            </a:xfrm>
            <a:custGeom>
              <a:avLst/>
              <a:gdLst>
                <a:gd name="T0" fmla="*/ 38 w 66"/>
                <a:gd name="T1" fmla="*/ 9 h 66"/>
                <a:gd name="T2" fmla="*/ 56 w 66"/>
                <a:gd name="T3" fmla="*/ 28 h 66"/>
                <a:gd name="T4" fmla="*/ 23 w 66"/>
                <a:gd name="T5" fmla="*/ 61 h 66"/>
                <a:gd name="T6" fmla="*/ 0 w 66"/>
                <a:gd name="T7" fmla="*/ 66 h 66"/>
                <a:gd name="T8" fmla="*/ 4 w 66"/>
                <a:gd name="T9" fmla="*/ 42 h 66"/>
                <a:gd name="T10" fmla="*/ 38 w 66"/>
                <a:gd name="T11" fmla="*/ 9 h 66"/>
                <a:gd name="T12" fmla="*/ 59 w 66"/>
                <a:gd name="T13" fmla="*/ 26 h 66"/>
                <a:gd name="T14" fmla="*/ 40 w 66"/>
                <a:gd name="T15" fmla="*/ 7 h 66"/>
                <a:gd name="T16" fmla="*/ 45 w 66"/>
                <a:gd name="T17" fmla="*/ 0 h 66"/>
                <a:gd name="T18" fmla="*/ 66 w 66"/>
                <a:gd name="T19" fmla="*/ 19 h 66"/>
                <a:gd name="T20" fmla="*/ 59 w 66"/>
                <a:gd name="T21" fmla="*/ 26 h 66"/>
                <a:gd name="T22" fmla="*/ 59 w 66"/>
                <a:gd name="T23" fmla="*/ 26 h 66"/>
                <a:gd name="T24" fmla="*/ 59 w 66"/>
                <a:gd name="T25" fmla="*/ 2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6">
                  <a:moveTo>
                    <a:pt x="38" y="9"/>
                  </a:moveTo>
                  <a:lnTo>
                    <a:pt x="56" y="28"/>
                  </a:lnTo>
                  <a:lnTo>
                    <a:pt x="23" y="61"/>
                  </a:lnTo>
                  <a:lnTo>
                    <a:pt x="0" y="66"/>
                  </a:lnTo>
                  <a:lnTo>
                    <a:pt x="4" y="42"/>
                  </a:lnTo>
                  <a:lnTo>
                    <a:pt x="38" y="9"/>
                  </a:lnTo>
                  <a:moveTo>
                    <a:pt x="59" y="26"/>
                  </a:moveTo>
                  <a:lnTo>
                    <a:pt x="40" y="7"/>
                  </a:lnTo>
                  <a:lnTo>
                    <a:pt x="45" y="0"/>
                  </a:lnTo>
                  <a:lnTo>
                    <a:pt x="66" y="19"/>
                  </a:lnTo>
                  <a:lnTo>
                    <a:pt x="59" y="26"/>
                  </a:lnTo>
                  <a:moveTo>
                    <a:pt x="59" y="26"/>
                  </a:moveTo>
                  <a:lnTo>
                    <a:pt x="59" y="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54"/>
            <p:cNvSpPr>
              <a:spLocks noEditPoints="1"/>
            </p:cNvSpPr>
            <p:nvPr/>
          </p:nvSpPr>
          <p:spPr bwMode="auto">
            <a:xfrm>
              <a:off x="2527300" y="2946400"/>
              <a:ext cx="184150" cy="236538"/>
            </a:xfrm>
            <a:custGeom>
              <a:avLst/>
              <a:gdLst>
                <a:gd name="T0" fmla="*/ 28 w 49"/>
                <a:gd name="T1" fmla="*/ 0 h 63"/>
                <a:gd name="T2" fmla="*/ 33 w 49"/>
                <a:gd name="T3" fmla="*/ 3 h 63"/>
                <a:gd name="T4" fmla="*/ 38 w 49"/>
                <a:gd name="T5" fmla="*/ 9 h 63"/>
                <a:gd name="T6" fmla="*/ 39 w 49"/>
                <a:gd name="T7" fmla="*/ 19 h 63"/>
                <a:gd name="T8" fmla="*/ 40 w 49"/>
                <a:gd name="T9" fmla="*/ 21 h 63"/>
                <a:gd name="T10" fmla="*/ 39 w 49"/>
                <a:gd name="T11" fmla="*/ 25 h 63"/>
                <a:gd name="T12" fmla="*/ 38 w 49"/>
                <a:gd name="T13" fmla="*/ 27 h 63"/>
                <a:gd name="T14" fmla="*/ 36 w 49"/>
                <a:gd name="T15" fmla="*/ 30 h 63"/>
                <a:gd name="T16" fmla="*/ 33 w 49"/>
                <a:gd name="T17" fmla="*/ 33 h 63"/>
                <a:gd name="T18" fmla="*/ 33 w 49"/>
                <a:gd name="T19" fmla="*/ 37 h 63"/>
                <a:gd name="T20" fmla="*/ 34 w 49"/>
                <a:gd name="T21" fmla="*/ 41 h 63"/>
                <a:gd name="T22" fmla="*/ 33 w 49"/>
                <a:gd name="T23" fmla="*/ 46 h 63"/>
                <a:gd name="T24" fmla="*/ 47 w 49"/>
                <a:gd name="T25" fmla="*/ 59 h 63"/>
                <a:gd name="T26" fmla="*/ 49 w 49"/>
                <a:gd name="T27" fmla="*/ 58 h 63"/>
                <a:gd name="T28" fmla="*/ 46 w 49"/>
                <a:gd name="T29" fmla="*/ 61 h 63"/>
                <a:gd name="T30" fmla="*/ 38 w 49"/>
                <a:gd name="T31" fmla="*/ 62 h 63"/>
                <a:gd name="T32" fmla="*/ 28 w 49"/>
                <a:gd name="T33" fmla="*/ 63 h 63"/>
                <a:gd name="T34" fmla="*/ 20 w 49"/>
                <a:gd name="T35" fmla="*/ 63 h 63"/>
                <a:gd name="T36" fmla="*/ 11 w 49"/>
                <a:gd name="T37" fmla="*/ 62 h 63"/>
                <a:gd name="T38" fmla="*/ 3 w 49"/>
                <a:gd name="T39" fmla="*/ 61 h 63"/>
                <a:gd name="T40" fmla="*/ 0 w 49"/>
                <a:gd name="T41" fmla="*/ 57 h 63"/>
                <a:gd name="T42" fmla="*/ 3 w 49"/>
                <a:gd name="T43" fmla="*/ 47 h 63"/>
                <a:gd name="T44" fmla="*/ 10 w 49"/>
                <a:gd name="T45" fmla="*/ 44 h 63"/>
                <a:gd name="T46" fmla="*/ 16 w 49"/>
                <a:gd name="T47" fmla="*/ 41 h 63"/>
                <a:gd name="T48" fmla="*/ 17 w 49"/>
                <a:gd name="T49" fmla="*/ 38 h 63"/>
                <a:gd name="T50" fmla="*/ 16 w 49"/>
                <a:gd name="T51" fmla="*/ 33 h 63"/>
                <a:gd name="T52" fmla="*/ 13 w 49"/>
                <a:gd name="T53" fmla="*/ 30 h 63"/>
                <a:gd name="T54" fmla="*/ 12 w 49"/>
                <a:gd name="T55" fmla="*/ 27 h 63"/>
                <a:gd name="T56" fmla="*/ 10 w 49"/>
                <a:gd name="T57" fmla="*/ 26 h 63"/>
                <a:gd name="T58" fmla="*/ 9 w 49"/>
                <a:gd name="T59" fmla="*/ 22 h 63"/>
                <a:gd name="T60" fmla="*/ 10 w 49"/>
                <a:gd name="T61" fmla="*/ 19 h 63"/>
                <a:gd name="T62" fmla="*/ 11 w 49"/>
                <a:gd name="T63" fmla="*/ 10 h 63"/>
                <a:gd name="T64" fmla="*/ 16 w 49"/>
                <a:gd name="T65" fmla="*/ 3 h 63"/>
                <a:gd name="T66" fmla="*/ 21 w 49"/>
                <a:gd name="T67" fmla="*/ 0 h 63"/>
                <a:gd name="T68" fmla="*/ 24 w 49"/>
                <a:gd name="T69"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 h="63">
                  <a:moveTo>
                    <a:pt x="24" y="0"/>
                  </a:moveTo>
                  <a:cubicBezTo>
                    <a:pt x="26" y="0"/>
                    <a:pt x="27" y="0"/>
                    <a:pt x="28" y="0"/>
                  </a:cubicBezTo>
                  <a:cubicBezTo>
                    <a:pt x="29" y="0"/>
                    <a:pt x="30" y="1"/>
                    <a:pt x="31" y="1"/>
                  </a:cubicBezTo>
                  <a:cubicBezTo>
                    <a:pt x="32" y="2"/>
                    <a:pt x="33" y="2"/>
                    <a:pt x="33" y="3"/>
                  </a:cubicBezTo>
                  <a:cubicBezTo>
                    <a:pt x="34" y="4"/>
                    <a:pt x="35" y="4"/>
                    <a:pt x="35" y="5"/>
                  </a:cubicBezTo>
                  <a:cubicBezTo>
                    <a:pt x="36" y="6"/>
                    <a:pt x="37" y="8"/>
                    <a:pt x="38" y="9"/>
                  </a:cubicBezTo>
                  <a:cubicBezTo>
                    <a:pt x="38" y="11"/>
                    <a:pt x="38" y="12"/>
                    <a:pt x="39" y="14"/>
                  </a:cubicBezTo>
                  <a:cubicBezTo>
                    <a:pt x="39" y="16"/>
                    <a:pt x="39" y="17"/>
                    <a:pt x="39" y="19"/>
                  </a:cubicBezTo>
                  <a:cubicBezTo>
                    <a:pt x="39" y="19"/>
                    <a:pt x="39" y="20"/>
                    <a:pt x="40" y="20"/>
                  </a:cubicBezTo>
                  <a:cubicBezTo>
                    <a:pt x="40" y="20"/>
                    <a:pt x="40" y="21"/>
                    <a:pt x="40" y="21"/>
                  </a:cubicBezTo>
                  <a:cubicBezTo>
                    <a:pt x="40" y="22"/>
                    <a:pt x="40" y="22"/>
                    <a:pt x="40" y="23"/>
                  </a:cubicBezTo>
                  <a:cubicBezTo>
                    <a:pt x="40" y="23"/>
                    <a:pt x="40" y="24"/>
                    <a:pt x="39" y="25"/>
                  </a:cubicBezTo>
                  <a:cubicBezTo>
                    <a:pt x="39" y="25"/>
                    <a:pt x="39" y="26"/>
                    <a:pt x="39" y="26"/>
                  </a:cubicBezTo>
                  <a:cubicBezTo>
                    <a:pt x="38" y="26"/>
                    <a:pt x="38" y="27"/>
                    <a:pt x="38" y="27"/>
                  </a:cubicBezTo>
                  <a:cubicBezTo>
                    <a:pt x="37" y="28"/>
                    <a:pt x="37" y="28"/>
                    <a:pt x="37" y="29"/>
                  </a:cubicBezTo>
                  <a:cubicBezTo>
                    <a:pt x="37" y="29"/>
                    <a:pt x="37" y="30"/>
                    <a:pt x="36" y="30"/>
                  </a:cubicBezTo>
                  <a:cubicBezTo>
                    <a:pt x="36" y="31"/>
                    <a:pt x="36" y="31"/>
                    <a:pt x="35" y="32"/>
                  </a:cubicBezTo>
                  <a:cubicBezTo>
                    <a:pt x="35" y="32"/>
                    <a:pt x="34" y="33"/>
                    <a:pt x="33" y="33"/>
                  </a:cubicBezTo>
                  <a:cubicBezTo>
                    <a:pt x="33" y="34"/>
                    <a:pt x="33" y="35"/>
                    <a:pt x="33" y="35"/>
                  </a:cubicBezTo>
                  <a:cubicBezTo>
                    <a:pt x="33" y="36"/>
                    <a:pt x="33" y="37"/>
                    <a:pt x="33" y="37"/>
                  </a:cubicBezTo>
                  <a:cubicBezTo>
                    <a:pt x="33" y="38"/>
                    <a:pt x="33" y="39"/>
                    <a:pt x="33" y="39"/>
                  </a:cubicBezTo>
                  <a:cubicBezTo>
                    <a:pt x="33" y="40"/>
                    <a:pt x="34" y="41"/>
                    <a:pt x="34" y="41"/>
                  </a:cubicBezTo>
                  <a:cubicBezTo>
                    <a:pt x="35" y="42"/>
                    <a:pt x="36" y="42"/>
                    <a:pt x="36" y="43"/>
                  </a:cubicBezTo>
                  <a:cubicBezTo>
                    <a:pt x="33" y="46"/>
                    <a:pt x="33" y="46"/>
                    <a:pt x="33" y="46"/>
                  </a:cubicBezTo>
                  <a:cubicBezTo>
                    <a:pt x="32" y="61"/>
                    <a:pt x="32" y="61"/>
                    <a:pt x="32" y="61"/>
                  </a:cubicBezTo>
                  <a:cubicBezTo>
                    <a:pt x="32" y="61"/>
                    <a:pt x="44" y="59"/>
                    <a:pt x="47" y="59"/>
                  </a:cubicBezTo>
                  <a:cubicBezTo>
                    <a:pt x="49" y="57"/>
                    <a:pt x="49" y="57"/>
                    <a:pt x="49" y="57"/>
                  </a:cubicBezTo>
                  <a:cubicBezTo>
                    <a:pt x="49" y="57"/>
                    <a:pt x="49" y="57"/>
                    <a:pt x="49" y="58"/>
                  </a:cubicBezTo>
                  <a:cubicBezTo>
                    <a:pt x="49" y="59"/>
                    <a:pt x="48" y="59"/>
                    <a:pt x="48" y="60"/>
                  </a:cubicBezTo>
                  <a:cubicBezTo>
                    <a:pt x="48" y="60"/>
                    <a:pt x="47" y="61"/>
                    <a:pt x="46" y="61"/>
                  </a:cubicBezTo>
                  <a:cubicBezTo>
                    <a:pt x="45" y="61"/>
                    <a:pt x="44" y="62"/>
                    <a:pt x="43" y="62"/>
                  </a:cubicBezTo>
                  <a:cubicBezTo>
                    <a:pt x="42" y="62"/>
                    <a:pt x="40" y="62"/>
                    <a:pt x="38" y="62"/>
                  </a:cubicBezTo>
                  <a:cubicBezTo>
                    <a:pt x="37" y="63"/>
                    <a:pt x="35" y="63"/>
                    <a:pt x="33" y="63"/>
                  </a:cubicBezTo>
                  <a:cubicBezTo>
                    <a:pt x="32" y="63"/>
                    <a:pt x="30" y="63"/>
                    <a:pt x="28" y="63"/>
                  </a:cubicBezTo>
                  <a:cubicBezTo>
                    <a:pt x="27" y="63"/>
                    <a:pt x="26" y="63"/>
                    <a:pt x="24" y="63"/>
                  </a:cubicBezTo>
                  <a:cubicBezTo>
                    <a:pt x="23" y="63"/>
                    <a:pt x="22" y="63"/>
                    <a:pt x="20" y="63"/>
                  </a:cubicBezTo>
                  <a:cubicBezTo>
                    <a:pt x="19" y="63"/>
                    <a:pt x="17" y="63"/>
                    <a:pt x="16" y="63"/>
                  </a:cubicBezTo>
                  <a:cubicBezTo>
                    <a:pt x="14" y="63"/>
                    <a:pt x="12" y="63"/>
                    <a:pt x="11" y="62"/>
                  </a:cubicBezTo>
                  <a:cubicBezTo>
                    <a:pt x="9" y="62"/>
                    <a:pt x="8" y="62"/>
                    <a:pt x="6" y="62"/>
                  </a:cubicBezTo>
                  <a:cubicBezTo>
                    <a:pt x="5" y="62"/>
                    <a:pt x="4" y="62"/>
                    <a:pt x="3" y="61"/>
                  </a:cubicBezTo>
                  <a:cubicBezTo>
                    <a:pt x="3" y="61"/>
                    <a:pt x="2" y="61"/>
                    <a:pt x="1" y="61"/>
                  </a:cubicBezTo>
                  <a:cubicBezTo>
                    <a:pt x="1" y="60"/>
                    <a:pt x="0" y="59"/>
                    <a:pt x="0" y="57"/>
                  </a:cubicBezTo>
                  <a:cubicBezTo>
                    <a:pt x="0" y="55"/>
                    <a:pt x="0" y="53"/>
                    <a:pt x="1" y="51"/>
                  </a:cubicBezTo>
                  <a:cubicBezTo>
                    <a:pt x="1" y="49"/>
                    <a:pt x="2" y="48"/>
                    <a:pt x="3" y="47"/>
                  </a:cubicBezTo>
                  <a:cubicBezTo>
                    <a:pt x="4" y="46"/>
                    <a:pt x="5" y="46"/>
                    <a:pt x="6" y="45"/>
                  </a:cubicBezTo>
                  <a:cubicBezTo>
                    <a:pt x="7" y="45"/>
                    <a:pt x="9" y="44"/>
                    <a:pt x="10" y="44"/>
                  </a:cubicBezTo>
                  <a:cubicBezTo>
                    <a:pt x="11" y="44"/>
                    <a:pt x="12" y="43"/>
                    <a:pt x="14" y="42"/>
                  </a:cubicBezTo>
                  <a:cubicBezTo>
                    <a:pt x="14" y="42"/>
                    <a:pt x="15" y="41"/>
                    <a:pt x="16" y="41"/>
                  </a:cubicBezTo>
                  <a:cubicBezTo>
                    <a:pt x="16" y="40"/>
                    <a:pt x="16" y="40"/>
                    <a:pt x="16" y="39"/>
                  </a:cubicBezTo>
                  <a:cubicBezTo>
                    <a:pt x="17" y="39"/>
                    <a:pt x="17" y="38"/>
                    <a:pt x="17" y="38"/>
                  </a:cubicBezTo>
                  <a:cubicBezTo>
                    <a:pt x="17" y="37"/>
                    <a:pt x="17" y="36"/>
                    <a:pt x="17" y="36"/>
                  </a:cubicBezTo>
                  <a:cubicBezTo>
                    <a:pt x="17" y="35"/>
                    <a:pt x="16" y="34"/>
                    <a:pt x="16" y="33"/>
                  </a:cubicBezTo>
                  <a:cubicBezTo>
                    <a:pt x="15" y="33"/>
                    <a:pt x="15" y="32"/>
                    <a:pt x="14" y="32"/>
                  </a:cubicBezTo>
                  <a:cubicBezTo>
                    <a:pt x="14" y="31"/>
                    <a:pt x="13" y="31"/>
                    <a:pt x="13" y="30"/>
                  </a:cubicBezTo>
                  <a:cubicBezTo>
                    <a:pt x="13" y="30"/>
                    <a:pt x="13" y="29"/>
                    <a:pt x="12" y="29"/>
                  </a:cubicBezTo>
                  <a:cubicBezTo>
                    <a:pt x="12" y="28"/>
                    <a:pt x="12" y="28"/>
                    <a:pt x="12" y="27"/>
                  </a:cubicBezTo>
                  <a:cubicBezTo>
                    <a:pt x="11" y="27"/>
                    <a:pt x="11" y="27"/>
                    <a:pt x="11" y="26"/>
                  </a:cubicBezTo>
                  <a:cubicBezTo>
                    <a:pt x="11" y="26"/>
                    <a:pt x="10" y="26"/>
                    <a:pt x="10" y="26"/>
                  </a:cubicBezTo>
                  <a:cubicBezTo>
                    <a:pt x="10" y="25"/>
                    <a:pt x="10" y="24"/>
                    <a:pt x="10" y="24"/>
                  </a:cubicBezTo>
                  <a:cubicBezTo>
                    <a:pt x="9" y="23"/>
                    <a:pt x="9" y="22"/>
                    <a:pt x="9" y="22"/>
                  </a:cubicBezTo>
                  <a:cubicBezTo>
                    <a:pt x="9" y="21"/>
                    <a:pt x="9" y="21"/>
                    <a:pt x="10" y="20"/>
                  </a:cubicBezTo>
                  <a:cubicBezTo>
                    <a:pt x="10" y="20"/>
                    <a:pt x="10" y="19"/>
                    <a:pt x="10" y="19"/>
                  </a:cubicBezTo>
                  <a:cubicBezTo>
                    <a:pt x="10" y="17"/>
                    <a:pt x="10" y="16"/>
                    <a:pt x="10" y="14"/>
                  </a:cubicBezTo>
                  <a:cubicBezTo>
                    <a:pt x="11" y="13"/>
                    <a:pt x="11" y="11"/>
                    <a:pt x="11" y="10"/>
                  </a:cubicBezTo>
                  <a:cubicBezTo>
                    <a:pt x="12" y="8"/>
                    <a:pt x="12" y="7"/>
                    <a:pt x="13" y="6"/>
                  </a:cubicBezTo>
                  <a:cubicBezTo>
                    <a:pt x="14" y="5"/>
                    <a:pt x="15" y="4"/>
                    <a:pt x="16" y="3"/>
                  </a:cubicBezTo>
                  <a:cubicBezTo>
                    <a:pt x="17" y="2"/>
                    <a:pt x="18" y="1"/>
                    <a:pt x="19" y="1"/>
                  </a:cubicBezTo>
                  <a:cubicBezTo>
                    <a:pt x="20" y="0"/>
                    <a:pt x="21" y="0"/>
                    <a:pt x="21" y="0"/>
                  </a:cubicBezTo>
                  <a:cubicBezTo>
                    <a:pt x="22" y="0"/>
                    <a:pt x="23" y="0"/>
                    <a:pt x="24" y="0"/>
                  </a:cubicBezTo>
                  <a:close/>
                  <a:moveTo>
                    <a:pt x="24" y="0"/>
                  </a:moveTo>
                  <a:cubicBezTo>
                    <a:pt x="24" y="0"/>
                    <a:pt x="24" y="0"/>
                    <a:pt x="24" y="0"/>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50" name="Rectangle 34"/>
          <p:cNvSpPr>
            <a:spLocks noChangeArrowheads="1"/>
          </p:cNvSpPr>
          <p:nvPr/>
        </p:nvSpPr>
        <p:spPr bwMode="auto">
          <a:xfrm>
            <a:off x="1019786" y="2643501"/>
            <a:ext cx="3717056" cy="1558900"/>
          </a:xfrm>
          <a:prstGeom prst="rect">
            <a:avLst/>
          </a:prstGeom>
          <a:noFill/>
          <a:ln w="19050" algn="ctr">
            <a:solidFill>
              <a:srgbClr val="C0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sp>
        <p:nvSpPr>
          <p:cNvPr id="52" name="Rectangle 34"/>
          <p:cNvSpPr>
            <a:spLocks noChangeArrowheads="1"/>
          </p:cNvSpPr>
          <p:nvPr/>
        </p:nvSpPr>
        <p:spPr bwMode="auto">
          <a:xfrm>
            <a:off x="829310" y="1723390"/>
            <a:ext cx="5617845" cy="3136265"/>
          </a:xfrm>
          <a:prstGeom prst="rect">
            <a:avLst/>
          </a:prstGeom>
          <a:noFill/>
          <a:ln w="19050" algn="ctr">
            <a:solidFill>
              <a:srgbClr val="C0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sp>
        <p:nvSpPr>
          <p:cNvPr id="619529" name="AutoShape 9"/>
          <p:cNvSpPr>
            <a:spLocks noChangeArrowheads="1"/>
          </p:cNvSpPr>
          <p:nvPr/>
        </p:nvSpPr>
        <p:spPr bwMode="auto">
          <a:xfrm>
            <a:off x="3489960" y="2643758"/>
            <a:ext cx="1443157" cy="374571"/>
          </a:xfrm>
          <a:prstGeom prst="wedgeRoundRectCallout">
            <a:avLst>
              <a:gd name="adj1" fmla="val -51348"/>
              <a:gd name="adj2" fmla="val 24257"/>
              <a:gd name="adj3"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rPr>
              <a:t>内层选择结构</a:t>
            </a:r>
            <a:endParaRPr lang="zh-CN" altLang="en-US" sz="1600" kern="0" dirty="0">
              <a:solidFill>
                <a:schemeClr val="bg1"/>
              </a:solidFill>
              <a:latin typeface="+mn-ea"/>
              <a:ea typeface="+mn-ea"/>
            </a:endParaRPr>
          </a:p>
        </p:txBody>
      </p:sp>
      <p:sp>
        <p:nvSpPr>
          <p:cNvPr id="619528" name="AutoShape 8"/>
          <p:cNvSpPr>
            <a:spLocks noChangeArrowheads="1"/>
          </p:cNvSpPr>
          <p:nvPr/>
        </p:nvSpPr>
        <p:spPr bwMode="auto">
          <a:xfrm>
            <a:off x="5724128" y="1995686"/>
            <a:ext cx="1443157" cy="374571"/>
          </a:xfrm>
          <a:prstGeom prst="wedgeRoundRectCallout">
            <a:avLst>
              <a:gd name="adj1" fmla="val -49808"/>
              <a:gd name="adj2" fmla="val 24554"/>
              <a:gd name="adj3"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rPr>
              <a:t>外层选择结构</a:t>
            </a:r>
            <a:endParaRPr lang="zh-CN" altLang="en-US" sz="1600" kern="0" dirty="0">
              <a:solidFill>
                <a:schemeClr val="bg1"/>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19523"/>
                                        </p:tgtEl>
                                        <p:attrNameLst>
                                          <p:attrName>style.visibility</p:attrName>
                                        </p:attrNameLst>
                                      </p:cBhvr>
                                      <p:to>
                                        <p:strVal val="visible"/>
                                      </p:to>
                                    </p:set>
                                    <p:animEffect transition="in" filter="wipe(down)">
                                      <p:cBhvr>
                                        <p:cTn id="7" dur="500"/>
                                        <p:tgtEl>
                                          <p:spTgt spid="6195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Par">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wipe(left)">
                                      <p:cBhvr>
                                        <p:cTn id="12" dur="500"/>
                                        <p:tgtEl>
                                          <p:spTgt spid="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Par">
                                  <p:stCondLst>
                                    <p:cond delay="0"/>
                                  </p:stCondLst>
                                  <p:childTnLst>
                                    <p:set>
                                      <p:cBhvr>
                                        <p:cTn id="16" dur="1" fill="hold">
                                          <p:stCondLst>
                                            <p:cond delay="0"/>
                                          </p:stCondLst>
                                        </p:cTn>
                                        <p:tgtEl>
                                          <p:spTgt spid="619528"/>
                                        </p:tgtEl>
                                        <p:attrNameLst>
                                          <p:attrName>style.visibility</p:attrName>
                                        </p:attrNameLst>
                                      </p:cBhvr>
                                      <p:to>
                                        <p:strVal val="visible"/>
                                      </p:to>
                                    </p:set>
                                    <p:animEffect transition="in" filter="wipe(left)">
                                      <p:cBhvr>
                                        <p:cTn id="17" dur="500"/>
                                        <p:tgtEl>
                                          <p:spTgt spid="6195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Par">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wipe(left)">
                                      <p:cBhvr>
                                        <p:cTn id="22" dur="5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Par">
                                  <p:stCondLst>
                                    <p:cond delay="0"/>
                                  </p:stCondLst>
                                  <p:childTnLst>
                                    <p:set>
                                      <p:cBhvr>
                                        <p:cTn id="26" dur="1" fill="hold">
                                          <p:stCondLst>
                                            <p:cond delay="0"/>
                                          </p:stCondLst>
                                        </p:cTn>
                                        <p:tgtEl>
                                          <p:spTgt spid="619529"/>
                                        </p:tgtEl>
                                        <p:attrNameLst>
                                          <p:attrName>style.visibility</p:attrName>
                                        </p:attrNameLst>
                                      </p:cBhvr>
                                      <p:to>
                                        <p:strVal val="visible"/>
                                      </p:to>
                                    </p:set>
                                    <p:animEffect transition="in" filter="wipe(left)">
                                      <p:cBhvr>
                                        <p:cTn id="27" dur="500"/>
                                        <p:tgtEl>
                                          <p:spTgt spid="6195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9523" grpId="0" bldLvl="0" animBg="1"/>
      <p:bldP spid="50" grpId="0" bldLvl="0" animBg="1"/>
      <p:bldP spid="52" grpId="0" bldLvl="0" animBg="1"/>
      <p:bldP spid="619528"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noFill/>
        </p:spPr>
        <p:txBody>
          <a:bodyPr anchor="ctr">
            <a:normAutofit/>
          </a:bodyPr>
          <a:lstStyle/>
          <a:p>
            <a:pPr marL="913130" indent="-913130"/>
            <a:r>
              <a:rPr lang="zh-CN" altLang="en-US" sz="4000" dirty="0">
                <a:solidFill>
                  <a:schemeClr val="accent5">
                    <a:lumMod val="50000"/>
                  </a:schemeClr>
                </a:solidFill>
              </a:rPr>
              <a:t>第三</a:t>
            </a:r>
            <a:r>
              <a:rPr lang="zh-CN" altLang="en-US" sz="4000" dirty="0">
                <a:solidFill>
                  <a:schemeClr val="accent5">
                    <a:lumMod val="50000"/>
                  </a:schemeClr>
                </a:solidFill>
              </a:rPr>
              <a:t>课时</a:t>
            </a:r>
            <a:endParaRPr lang="zh-CN" altLang="en-US" sz="4000" dirty="0">
              <a:solidFill>
                <a:schemeClr val="accent5">
                  <a:lumMod val="50000"/>
                </a:schemeClr>
              </a:solidFill>
            </a:endParaRPr>
          </a:p>
        </p:txBody>
      </p:sp>
      <p:sp>
        <p:nvSpPr>
          <p:cNvPr id="3" name="副标题 2"/>
          <p:cNvSpPr>
            <a:spLocks noGrp="1"/>
          </p:cNvSpPr>
          <p:nvPr>
            <p:ph type="subTitle" idx="1"/>
          </p:nvPr>
        </p:nvSpPr>
        <p:spPr>
          <a:xfrm>
            <a:off x="686108" y="2175417"/>
            <a:ext cx="7776864" cy="594066"/>
          </a:xfrm>
        </p:spPr>
        <p:txBody>
          <a:bodyPr/>
          <a:lstStyle/>
          <a:p>
            <a:r>
              <a:rPr lang="zh-CN" altLang="en-US" dirty="0"/>
              <a:t>多</a:t>
            </a:r>
            <a:r>
              <a:rPr lang="zh-CN" altLang="en-US" dirty="0"/>
              <a:t>分支选择结构</a:t>
            </a:r>
            <a:endParaRPr lang="zh-CN" altLang="en-US" dirty="0"/>
          </a:p>
          <a:p>
            <a:r>
              <a:rPr lang="en-US" altLang="zh-CN" dirty="0"/>
              <a:t>if-elif-elif-[else]</a:t>
            </a:r>
            <a:endParaRPr lang="zh-CN" altLang="en-US" dirty="0"/>
          </a:p>
          <a:p>
            <a:endParaRPr lang="zh-CN" altLang="en-US" dirty="0">
              <a:solidFill>
                <a:schemeClr val="tx1">
                  <a:lumMod val="65000"/>
                  <a:lumOff val="35000"/>
                </a:schemeClr>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 name="内容占位符 14"/>
          <p:cNvSpPr>
            <a:spLocks noGrp="1"/>
          </p:cNvSpPr>
          <p:nvPr>
            <p:ph idx="1"/>
          </p:nvPr>
        </p:nvSpPr>
        <p:spPr/>
        <p:txBody>
          <a:bodyPr/>
          <a:lstStyle/>
          <a:p>
            <a:pPr>
              <a:defRPr/>
            </a:pPr>
            <a:r>
              <a:rPr lang="zh-CN" altLang="en-US" dirty="0"/>
              <a:t>对学生的考试成绩分级评测，规则为：</a:t>
            </a:r>
            <a:endParaRPr lang="en-US" altLang="zh-CN" dirty="0"/>
          </a:p>
          <a:p>
            <a:pPr lvl="1">
              <a:defRPr/>
            </a:pPr>
            <a:r>
              <a:rPr lang="zh-CN" altLang="en-US" dirty="0"/>
              <a:t>成绩</a:t>
            </a:r>
            <a:r>
              <a:rPr lang="en-US" altLang="zh-CN" dirty="0"/>
              <a:t>&gt;=90</a:t>
            </a:r>
            <a:r>
              <a:rPr lang="zh-CN" altLang="en-US" dirty="0"/>
              <a:t>为等级</a:t>
            </a:r>
            <a:r>
              <a:rPr lang="en-US" altLang="zh-CN" dirty="0"/>
              <a:t>A</a:t>
            </a:r>
            <a:endParaRPr lang="en-US" altLang="zh-CN" dirty="0"/>
          </a:p>
          <a:p>
            <a:pPr lvl="1">
              <a:defRPr/>
            </a:pPr>
            <a:r>
              <a:rPr lang="zh-CN" altLang="en-US" dirty="0">
                <a:sym typeface="+mn-ea"/>
              </a:rPr>
              <a:t>成绩</a:t>
            </a:r>
            <a:r>
              <a:rPr lang="en-US" altLang="zh-CN" dirty="0">
                <a:sym typeface="+mn-ea"/>
              </a:rPr>
              <a:t>&gt;=80</a:t>
            </a:r>
            <a:r>
              <a:rPr lang="zh-CN" altLang="en-US" dirty="0"/>
              <a:t>为等级</a:t>
            </a:r>
            <a:r>
              <a:rPr lang="en-US" altLang="zh-CN" dirty="0">
                <a:sym typeface="+mn-ea"/>
              </a:rPr>
              <a:t>B</a:t>
            </a:r>
            <a:endParaRPr lang="en-US" altLang="zh-CN" dirty="0">
              <a:sym typeface="+mn-ea"/>
            </a:endParaRPr>
          </a:p>
          <a:p>
            <a:pPr lvl="1">
              <a:defRPr/>
            </a:pPr>
            <a:r>
              <a:rPr lang="zh-CN" altLang="en-US" dirty="0">
                <a:sym typeface="+mn-ea"/>
              </a:rPr>
              <a:t>成绩</a:t>
            </a:r>
            <a:r>
              <a:rPr lang="en-US" altLang="zh-CN" dirty="0">
                <a:sym typeface="+mn-ea"/>
              </a:rPr>
              <a:t>&gt;=70</a:t>
            </a:r>
            <a:r>
              <a:rPr lang="zh-CN" altLang="en-US" dirty="0"/>
              <a:t>为等级</a:t>
            </a:r>
            <a:r>
              <a:rPr lang="en-US" altLang="zh-CN" dirty="0">
                <a:sym typeface="+mn-ea"/>
              </a:rPr>
              <a:t>C</a:t>
            </a:r>
            <a:endParaRPr lang="en-US" altLang="zh-CN" dirty="0">
              <a:sym typeface="+mn-ea"/>
            </a:endParaRPr>
          </a:p>
          <a:p>
            <a:pPr lvl="1">
              <a:defRPr/>
            </a:pPr>
            <a:r>
              <a:rPr lang="zh-CN" altLang="en-US" dirty="0"/>
              <a:t>成绩</a:t>
            </a:r>
            <a:r>
              <a:rPr lang="en-US" altLang="zh-CN" dirty="0"/>
              <a:t>&gt;=60</a:t>
            </a:r>
            <a:r>
              <a:rPr lang="zh-CN" altLang="en-US" dirty="0"/>
              <a:t>为等级</a:t>
            </a:r>
            <a:r>
              <a:rPr lang="en-US" altLang="zh-CN" dirty="0"/>
              <a:t>D</a:t>
            </a:r>
            <a:endParaRPr lang="en-US" altLang="zh-CN" dirty="0"/>
          </a:p>
          <a:p>
            <a:pPr lvl="1">
              <a:defRPr/>
            </a:pPr>
            <a:r>
              <a:rPr lang="zh-CN" altLang="en-US" dirty="0"/>
              <a:t>成绩</a:t>
            </a:r>
            <a:r>
              <a:rPr lang="en-US" altLang="zh-CN" dirty="0"/>
              <a:t>&lt;60</a:t>
            </a:r>
            <a:r>
              <a:rPr lang="zh-CN" altLang="en-US" dirty="0"/>
              <a:t>为等级</a:t>
            </a:r>
            <a:r>
              <a:rPr lang="en-US" altLang="zh-CN" dirty="0"/>
              <a:t>E</a:t>
            </a:r>
            <a:endParaRPr lang="zh-CN" altLang="en-US" b="1" dirty="0"/>
          </a:p>
          <a:p>
            <a:endParaRPr lang="zh-CN" altLang="en-US" dirty="0"/>
          </a:p>
        </p:txBody>
      </p:sp>
      <p:sp>
        <p:nvSpPr>
          <p:cNvPr id="11" name="标题 10"/>
          <p:cNvSpPr>
            <a:spLocks noGrp="1"/>
          </p:cNvSpPr>
          <p:nvPr>
            <p:ph type="title"/>
          </p:nvPr>
        </p:nvSpPr>
        <p:spPr>
          <a:xfrm>
            <a:off x="2195739" y="141482"/>
            <a:ext cx="6768877" cy="369332"/>
          </a:xfrm>
          <a:noFill/>
        </p:spPr>
        <p:txBody>
          <a:bodyPr wrap="square">
            <a:spAutoFit/>
          </a:bodyPr>
          <a:lstStyle/>
          <a:p>
            <a:r>
              <a:rPr lang="zh-CN" altLang="en-US" dirty="0">
                <a:latin typeface="+mj-ea"/>
                <a:sym typeface="+mn-ea"/>
              </a:rPr>
              <a:t>生活中的多分支选择结构案例</a:t>
            </a:r>
            <a:endParaRPr lang="en-US" dirty="0">
              <a:latin typeface="+mj-ea"/>
            </a:endParaRPr>
          </a:p>
        </p:txBody>
      </p:sp>
      <p:sp>
        <p:nvSpPr>
          <p:cNvPr id="16" name="副标题 15"/>
          <p:cNvSpPr>
            <a:spLocks noGrp="1"/>
          </p:cNvSpPr>
          <p:nvPr>
            <p:ph type="subTitle" idx="10"/>
          </p:nvPr>
        </p:nvSpPr>
        <p:spPr/>
        <p:txBody>
          <a:bodyPr/>
          <a:lstStyle/>
          <a:p>
            <a:r>
              <a:rPr lang="zh-CN" altLang="en-US" dirty="0"/>
              <a:t>提出问题</a:t>
            </a:r>
            <a:endParaRPr lang="zh-CN" altLang="en-US" dirty="0"/>
          </a:p>
        </p:txBody>
      </p:sp>
      <p:sp>
        <p:nvSpPr>
          <p:cNvPr id="9" name="AutoShape 14"/>
          <p:cNvSpPr>
            <a:spLocks noChangeArrowheads="1"/>
          </p:cNvSpPr>
          <p:nvPr/>
        </p:nvSpPr>
        <p:spPr bwMode="auto">
          <a:xfrm>
            <a:off x="3071802" y="2054303"/>
            <a:ext cx="2879646" cy="374571"/>
          </a:xfrm>
          <a:prstGeom prst="wedgeRoundRectCallout">
            <a:avLst>
              <a:gd name="adj1" fmla="val -50108"/>
              <a:gd name="adj2" fmla="val -539"/>
              <a:gd name="adj3"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rPr>
              <a:t>将成绩分成几个连续区间判断</a:t>
            </a:r>
            <a:endParaRPr lang="en-US" altLang="zh-CN" sz="1600" kern="0" dirty="0">
              <a:solidFill>
                <a:schemeClr val="bg1"/>
              </a:solidFill>
              <a:latin typeface="+mn-ea"/>
              <a:ea typeface="+mn-ea"/>
            </a:endParaRPr>
          </a:p>
        </p:txBody>
      </p:sp>
      <p:sp>
        <p:nvSpPr>
          <p:cNvPr id="10" name="AutoShape 14"/>
          <p:cNvSpPr>
            <a:spLocks noChangeArrowheads="1"/>
          </p:cNvSpPr>
          <p:nvPr/>
        </p:nvSpPr>
        <p:spPr bwMode="auto">
          <a:xfrm>
            <a:off x="4000496" y="1643056"/>
            <a:ext cx="2384383" cy="374571"/>
          </a:xfrm>
          <a:prstGeom prst="wedgeRoundRectCallout">
            <a:avLst>
              <a:gd name="adj1" fmla="val -50108"/>
              <a:gd name="adj2" fmla="val -539"/>
              <a:gd name="adj3"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rPr>
              <a:t>单个</a:t>
            </a:r>
            <a:r>
              <a:rPr lang="en-US" altLang="zh-CN" sz="1600" kern="0" dirty="0">
                <a:solidFill>
                  <a:schemeClr val="bg1"/>
                </a:solidFill>
                <a:latin typeface="+mn-ea"/>
                <a:ea typeface="+mn-ea"/>
              </a:rPr>
              <a:t>if</a:t>
            </a:r>
            <a:r>
              <a:rPr lang="zh-CN" altLang="en-US" sz="1600" kern="0" dirty="0">
                <a:solidFill>
                  <a:schemeClr val="bg1"/>
                </a:solidFill>
                <a:latin typeface="+mn-ea"/>
                <a:ea typeface="+mn-ea"/>
              </a:rPr>
              <a:t>选择结构无法完成</a:t>
            </a:r>
            <a:endParaRPr lang="zh-CN" altLang="en-US" sz="1600" kern="0" dirty="0">
              <a:solidFill>
                <a:schemeClr val="bg1"/>
              </a:solidFill>
              <a:latin typeface="+mn-ea"/>
              <a:ea typeface="+mn-ea"/>
            </a:endParaRPr>
          </a:p>
        </p:txBody>
      </p:sp>
      <p:sp>
        <p:nvSpPr>
          <p:cNvPr id="12" name="AutoShape 14"/>
          <p:cNvSpPr>
            <a:spLocks noChangeArrowheads="1"/>
          </p:cNvSpPr>
          <p:nvPr/>
        </p:nvSpPr>
        <p:spPr bwMode="auto">
          <a:xfrm>
            <a:off x="5000628" y="1214428"/>
            <a:ext cx="2428892" cy="374571"/>
          </a:xfrm>
          <a:prstGeom prst="wedgeRoundRectCallout">
            <a:avLst>
              <a:gd name="adj1" fmla="val -50108"/>
              <a:gd name="adj2" fmla="val -539"/>
              <a:gd name="adj3"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rPr>
              <a:t>多个</a:t>
            </a:r>
            <a:r>
              <a:rPr lang="en-US" altLang="zh-CN" sz="1600" kern="0" dirty="0">
                <a:solidFill>
                  <a:schemeClr val="bg1"/>
                </a:solidFill>
                <a:latin typeface="+mn-ea"/>
                <a:ea typeface="+mn-ea"/>
              </a:rPr>
              <a:t>if</a:t>
            </a:r>
            <a:r>
              <a:rPr lang="zh-CN" altLang="en-US" sz="1600" kern="0" dirty="0">
                <a:solidFill>
                  <a:schemeClr val="bg1"/>
                </a:solidFill>
                <a:latin typeface="+mn-ea"/>
                <a:ea typeface="+mn-ea"/>
              </a:rPr>
              <a:t>选择结构很麻烦</a:t>
            </a:r>
            <a:endParaRPr lang="zh-CN" altLang="en-US" sz="1600" kern="0" dirty="0">
              <a:solidFill>
                <a:schemeClr val="bg1"/>
              </a:solidFill>
              <a:latin typeface="+mn-ea"/>
              <a:ea typeface="+mn-ea"/>
            </a:endParaRPr>
          </a:p>
        </p:txBody>
      </p:sp>
      <p:graphicFrame>
        <p:nvGraphicFramePr>
          <p:cNvPr id="174082" name="Object 2" descr="image32"/>
          <p:cNvGraphicFramePr>
            <a:graphicFrameLocks noChangeAspect="1"/>
          </p:cNvGraphicFramePr>
          <p:nvPr/>
        </p:nvGraphicFramePr>
        <p:xfrm>
          <a:off x="284163" y="3286125"/>
          <a:ext cx="8680450" cy="1004888"/>
        </p:xfrm>
        <a:graphic>
          <a:graphicData uri="http://schemas.openxmlformats.org/presentationml/2006/ole">
            <mc:AlternateContent xmlns:mc="http://schemas.openxmlformats.org/markup-compatibility/2006">
              <mc:Choice xmlns:v="urn:schemas-microsoft-com:vml" Requires="v">
                <p:oleObj spid="_x0000_s1264" name="Picture" r:id="rId1" imgW="5323205" imgH="1088390" progId="Word.Picture.8">
                  <p:embed/>
                </p:oleObj>
              </mc:Choice>
              <mc:Fallback>
                <p:oleObj name="Picture" r:id="rId1" imgW="5323205" imgH="1088390" progId="Word.Picture.8">
                  <p:embed/>
                  <p:pic>
                    <p:nvPicPr>
                      <p:cNvPr id="0" name="图片 1024" descr="image32"/>
                      <p:cNvPicPr>
                        <a:picLocks noChangeAspect="1"/>
                      </p:cNvPicPr>
                      <p:nvPr/>
                    </p:nvPicPr>
                    <p:blipFill>
                      <a:blip r:embed="rId2"/>
                      <a:srcRect t="4561" r="1253" b="12280"/>
                      <a:stretch>
                        <a:fillRect/>
                      </a:stretch>
                    </p:blipFill>
                    <p:spPr>
                      <a:xfrm>
                        <a:off x="284163" y="3286125"/>
                        <a:ext cx="8680450" cy="1004888"/>
                      </a:xfrm>
                      <a:prstGeom prst="rect">
                        <a:avLst/>
                      </a:prstGeom>
                      <a:noFill/>
                      <a:ln w="9525">
                        <a:noFill/>
                      </a:ln>
                    </p:spPr>
                  </p:pic>
                </p:oleObj>
              </mc:Fallback>
            </mc:AlternateContent>
          </a:graphicData>
        </a:graphic>
      </p:graphicFrame>
      <p:sp>
        <p:nvSpPr>
          <p:cNvPr id="13" name="Freeform 59"/>
          <p:cNvSpPr>
            <a:spLocks noEditPoints="1"/>
          </p:cNvSpPr>
          <p:nvPr/>
        </p:nvSpPr>
        <p:spPr bwMode="auto">
          <a:xfrm>
            <a:off x="285720" y="785800"/>
            <a:ext cx="228600" cy="228600"/>
          </a:xfrm>
          <a:custGeom>
            <a:avLst/>
            <a:gdLst>
              <a:gd name="T0" fmla="*/ 30 w 61"/>
              <a:gd name="T1" fmla="*/ 0 h 61"/>
              <a:gd name="T2" fmla="*/ 0 w 61"/>
              <a:gd name="T3" fmla="*/ 31 h 61"/>
              <a:gd name="T4" fmla="*/ 30 w 61"/>
              <a:gd name="T5" fmla="*/ 61 h 61"/>
              <a:gd name="T6" fmla="*/ 61 w 61"/>
              <a:gd name="T7" fmla="*/ 31 h 61"/>
              <a:gd name="T8" fmla="*/ 30 w 61"/>
              <a:gd name="T9" fmla="*/ 0 h 61"/>
              <a:gd name="T10" fmla="*/ 34 w 61"/>
              <a:gd name="T11" fmla="*/ 44 h 61"/>
              <a:gd name="T12" fmla="*/ 34 w 61"/>
              <a:gd name="T13" fmla="*/ 49 h 61"/>
              <a:gd name="T14" fmla="*/ 27 w 61"/>
              <a:gd name="T15" fmla="*/ 49 h 61"/>
              <a:gd name="T16" fmla="*/ 27 w 61"/>
              <a:gd name="T17" fmla="*/ 43 h 61"/>
              <a:gd name="T18" fmla="*/ 34 w 61"/>
              <a:gd name="T19" fmla="*/ 43 h 61"/>
              <a:gd name="T20" fmla="*/ 34 w 61"/>
              <a:gd name="T21" fmla="*/ 44 h 61"/>
              <a:gd name="T22" fmla="*/ 34 w 61"/>
              <a:gd name="T23" fmla="*/ 44 h 61"/>
              <a:gd name="T24" fmla="*/ 42 w 61"/>
              <a:gd name="T25" fmla="*/ 25 h 61"/>
              <a:gd name="T26" fmla="*/ 38 w 61"/>
              <a:gd name="T27" fmla="*/ 30 h 61"/>
              <a:gd name="T28" fmla="*/ 34 w 61"/>
              <a:gd name="T29" fmla="*/ 34 h 61"/>
              <a:gd name="T30" fmla="*/ 33 w 61"/>
              <a:gd name="T31" fmla="*/ 39 h 61"/>
              <a:gd name="T32" fmla="*/ 33 w 61"/>
              <a:gd name="T33" fmla="*/ 40 h 61"/>
              <a:gd name="T34" fmla="*/ 27 w 61"/>
              <a:gd name="T35" fmla="*/ 40 h 61"/>
              <a:gd name="T36" fmla="*/ 27 w 61"/>
              <a:gd name="T37" fmla="*/ 39 h 61"/>
              <a:gd name="T38" fmla="*/ 28 w 61"/>
              <a:gd name="T39" fmla="*/ 33 h 61"/>
              <a:gd name="T40" fmla="*/ 32 w 61"/>
              <a:gd name="T41" fmla="*/ 27 h 61"/>
              <a:gd name="T42" fmla="*/ 36 w 61"/>
              <a:gd name="T43" fmla="*/ 23 h 61"/>
              <a:gd name="T44" fmla="*/ 37 w 61"/>
              <a:gd name="T45" fmla="*/ 20 h 61"/>
              <a:gd name="T46" fmla="*/ 35 w 61"/>
              <a:gd name="T47" fmla="*/ 16 h 61"/>
              <a:gd name="T48" fmla="*/ 30 w 61"/>
              <a:gd name="T49" fmla="*/ 15 h 61"/>
              <a:gd name="T50" fmla="*/ 24 w 61"/>
              <a:gd name="T51" fmla="*/ 22 h 61"/>
              <a:gd name="T52" fmla="*/ 24 w 61"/>
              <a:gd name="T53" fmla="*/ 23 h 61"/>
              <a:gd name="T54" fmla="*/ 18 w 61"/>
              <a:gd name="T55" fmla="*/ 23 h 61"/>
              <a:gd name="T56" fmla="*/ 18 w 61"/>
              <a:gd name="T57" fmla="*/ 22 h 61"/>
              <a:gd name="T58" fmla="*/ 19 w 61"/>
              <a:gd name="T59" fmla="*/ 16 h 61"/>
              <a:gd name="T60" fmla="*/ 22 w 61"/>
              <a:gd name="T61" fmla="*/ 13 h 61"/>
              <a:gd name="T62" fmla="*/ 26 w 61"/>
              <a:gd name="T63" fmla="*/ 10 h 61"/>
              <a:gd name="T64" fmla="*/ 31 w 61"/>
              <a:gd name="T65" fmla="*/ 9 h 61"/>
              <a:gd name="T66" fmla="*/ 40 w 61"/>
              <a:gd name="T67" fmla="*/ 12 h 61"/>
              <a:gd name="T68" fmla="*/ 43 w 61"/>
              <a:gd name="T69" fmla="*/ 20 h 61"/>
              <a:gd name="T70" fmla="*/ 42 w 61"/>
              <a:gd name="T71" fmla="*/ 25 h 61"/>
              <a:gd name="T72" fmla="*/ 42 w 61"/>
              <a:gd name="T73" fmla="*/ 25 h 61"/>
              <a:gd name="T74" fmla="*/ 42 w 61"/>
              <a:gd name="T75"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61">
                <a:moveTo>
                  <a:pt x="30" y="0"/>
                </a:moveTo>
                <a:cubicBezTo>
                  <a:pt x="14" y="0"/>
                  <a:pt x="0" y="14"/>
                  <a:pt x="0" y="31"/>
                </a:cubicBezTo>
                <a:cubicBezTo>
                  <a:pt x="0" y="47"/>
                  <a:pt x="14" y="61"/>
                  <a:pt x="30" y="61"/>
                </a:cubicBezTo>
                <a:cubicBezTo>
                  <a:pt x="47" y="61"/>
                  <a:pt x="61" y="47"/>
                  <a:pt x="61" y="31"/>
                </a:cubicBezTo>
                <a:cubicBezTo>
                  <a:pt x="61" y="14"/>
                  <a:pt x="47" y="0"/>
                  <a:pt x="30" y="0"/>
                </a:cubicBezTo>
                <a:close/>
                <a:moveTo>
                  <a:pt x="34" y="44"/>
                </a:moveTo>
                <a:cubicBezTo>
                  <a:pt x="34" y="49"/>
                  <a:pt x="34" y="49"/>
                  <a:pt x="34" y="49"/>
                </a:cubicBezTo>
                <a:cubicBezTo>
                  <a:pt x="27" y="49"/>
                  <a:pt x="27" y="49"/>
                  <a:pt x="27" y="49"/>
                </a:cubicBezTo>
                <a:cubicBezTo>
                  <a:pt x="27" y="43"/>
                  <a:pt x="27" y="43"/>
                  <a:pt x="27" y="43"/>
                </a:cubicBezTo>
                <a:cubicBezTo>
                  <a:pt x="34" y="43"/>
                  <a:pt x="34" y="43"/>
                  <a:pt x="34" y="43"/>
                </a:cubicBezTo>
                <a:cubicBezTo>
                  <a:pt x="34" y="44"/>
                  <a:pt x="34" y="44"/>
                  <a:pt x="34" y="44"/>
                </a:cubicBezTo>
                <a:cubicBezTo>
                  <a:pt x="34" y="44"/>
                  <a:pt x="34" y="44"/>
                  <a:pt x="34" y="44"/>
                </a:cubicBezTo>
                <a:close/>
                <a:moveTo>
                  <a:pt x="42" y="25"/>
                </a:moveTo>
                <a:cubicBezTo>
                  <a:pt x="41" y="26"/>
                  <a:pt x="40" y="28"/>
                  <a:pt x="38" y="30"/>
                </a:cubicBezTo>
                <a:cubicBezTo>
                  <a:pt x="35" y="32"/>
                  <a:pt x="34" y="34"/>
                  <a:pt x="34" y="34"/>
                </a:cubicBezTo>
                <a:cubicBezTo>
                  <a:pt x="33" y="35"/>
                  <a:pt x="33" y="36"/>
                  <a:pt x="33" y="39"/>
                </a:cubicBezTo>
                <a:cubicBezTo>
                  <a:pt x="33" y="40"/>
                  <a:pt x="33" y="40"/>
                  <a:pt x="33" y="40"/>
                </a:cubicBezTo>
                <a:cubicBezTo>
                  <a:pt x="27" y="40"/>
                  <a:pt x="27" y="40"/>
                  <a:pt x="27" y="40"/>
                </a:cubicBezTo>
                <a:cubicBezTo>
                  <a:pt x="27" y="39"/>
                  <a:pt x="27" y="39"/>
                  <a:pt x="27" y="39"/>
                </a:cubicBezTo>
                <a:cubicBezTo>
                  <a:pt x="27" y="36"/>
                  <a:pt x="27" y="35"/>
                  <a:pt x="28" y="33"/>
                </a:cubicBezTo>
                <a:cubicBezTo>
                  <a:pt x="29" y="31"/>
                  <a:pt x="30" y="29"/>
                  <a:pt x="32" y="27"/>
                </a:cubicBezTo>
                <a:cubicBezTo>
                  <a:pt x="34" y="25"/>
                  <a:pt x="36" y="24"/>
                  <a:pt x="36" y="23"/>
                </a:cubicBezTo>
                <a:cubicBezTo>
                  <a:pt x="36" y="22"/>
                  <a:pt x="37" y="21"/>
                  <a:pt x="37" y="20"/>
                </a:cubicBezTo>
                <a:cubicBezTo>
                  <a:pt x="37" y="19"/>
                  <a:pt x="36" y="17"/>
                  <a:pt x="35" y="16"/>
                </a:cubicBezTo>
                <a:cubicBezTo>
                  <a:pt x="34" y="15"/>
                  <a:pt x="32" y="15"/>
                  <a:pt x="30" y="15"/>
                </a:cubicBezTo>
                <a:cubicBezTo>
                  <a:pt x="27" y="15"/>
                  <a:pt x="24" y="17"/>
                  <a:pt x="24" y="22"/>
                </a:cubicBezTo>
                <a:cubicBezTo>
                  <a:pt x="24" y="23"/>
                  <a:pt x="24" y="23"/>
                  <a:pt x="24" y="23"/>
                </a:cubicBezTo>
                <a:cubicBezTo>
                  <a:pt x="18" y="23"/>
                  <a:pt x="18" y="23"/>
                  <a:pt x="18" y="23"/>
                </a:cubicBezTo>
                <a:cubicBezTo>
                  <a:pt x="18" y="22"/>
                  <a:pt x="18" y="22"/>
                  <a:pt x="18" y="22"/>
                </a:cubicBezTo>
                <a:cubicBezTo>
                  <a:pt x="18" y="20"/>
                  <a:pt x="18" y="18"/>
                  <a:pt x="19" y="16"/>
                </a:cubicBezTo>
                <a:cubicBezTo>
                  <a:pt x="19" y="15"/>
                  <a:pt x="20" y="14"/>
                  <a:pt x="22" y="13"/>
                </a:cubicBezTo>
                <a:cubicBezTo>
                  <a:pt x="23" y="11"/>
                  <a:pt x="24" y="11"/>
                  <a:pt x="26" y="10"/>
                </a:cubicBezTo>
                <a:cubicBezTo>
                  <a:pt x="28" y="10"/>
                  <a:pt x="29" y="9"/>
                  <a:pt x="31" y="9"/>
                </a:cubicBezTo>
                <a:cubicBezTo>
                  <a:pt x="34" y="9"/>
                  <a:pt x="37" y="10"/>
                  <a:pt x="40" y="12"/>
                </a:cubicBezTo>
                <a:cubicBezTo>
                  <a:pt x="42" y="14"/>
                  <a:pt x="43" y="17"/>
                  <a:pt x="43" y="20"/>
                </a:cubicBezTo>
                <a:cubicBezTo>
                  <a:pt x="43" y="22"/>
                  <a:pt x="43" y="24"/>
                  <a:pt x="42" y="25"/>
                </a:cubicBezTo>
                <a:close/>
                <a:moveTo>
                  <a:pt x="42" y="25"/>
                </a:moveTo>
                <a:cubicBezTo>
                  <a:pt x="42" y="25"/>
                  <a:pt x="42" y="25"/>
                  <a:pt x="42" y="25"/>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0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2" grpId="0" animBg="1"/>
      <p:bldP spid="12"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2195739" y="141482"/>
            <a:ext cx="6768877" cy="368300"/>
          </a:xfrm>
          <a:noFill/>
        </p:spPr>
        <p:txBody>
          <a:bodyPr wrap="square">
            <a:spAutoFit/>
          </a:bodyPr>
          <a:lstStyle/>
          <a:p>
            <a:r>
              <a:rPr lang="zh-CN" altLang="en-US" dirty="0"/>
              <a:t>多分支选择结构</a:t>
            </a:r>
            <a:r>
              <a:rPr lang="zh-CN" altLang="en-US" dirty="0">
                <a:latin typeface="+mj-ea"/>
                <a:sym typeface="+mn-ea"/>
              </a:rPr>
              <a:t>案例流程图</a:t>
            </a:r>
            <a:endParaRPr dirty="0">
              <a:latin typeface="+mj-ea"/>
            </a:endParaRPr>
          </a:p>
        </p:txBody>
      </p:sp>
      <p:sp>
        <p:nvSpPr>
          <p:cNvPr id="88" name="内容占位符 87"/>
          <p:cNvSpPr>
            <a:spLocks noGrp="1"/>
          </p:cNvSpPr>
          <p:nvPr>
            <p:ph idx="1"/>
          </p:nvPr>
        </p:nvSpPr>
        <p:spPr/>
        <p:txBody>
          <a:bodyPr/>
          <a:lstStyle/>
          <a:p>
            <a:r>
              <a:rPr lang="zh-CN" altLang="en-US" dirty="0"/>
              <a:t>成绩分级案例分析</a:t>
            </a:r>
            <a:endParaRPr lang="zh-CN" altLang="en-US" dirty="0"/>
          </a:p>
        </p:txBody>
      </p:sp>
      <p:sp>
        <p:nvSpPr>
          <p:cNvPr id="67" name="副标题 66"/>
          <p:cNvSpPr>
            <a:spLocks noGrp="1"/>
          </p:cNvSpPr>
          <p:nvPr>
            <p:ph type="subTitle" idx="10"/>
          </p:nvPr>
        </p:nvSpPr>
        <p:spPr/>
        <p:txBody>
          <a:bodyPr/>
          <a:lstStyle/>
          <a:p>
            <a:r>
              <a:rPr lang="zh-CN" altLang="en-US" dirty="0"/>
              <a:t>流程图</a:t>
            </a:r>
            <a:endParaRPr lang="zh-CN" altLang="en-US" dirty="0"/>
          </a:p>
        </p:txBody>
      </p:sp>
      <p:grpSp>
        <p:nvGrpSpPr>
          <p:cNvPr id="2" name="组合 69"/>
          <p:cNvGrpSpPr/>
          <p:nvPr/>
        </p:nvGrpSpPr>
        <p:grpSpPr>
          <a:xfrm>
            <a:off x="1928794" y="1714494"/>
            <a:ext cx="5424805" cy="2797969"/>
            <a:chOff x="5673" y="2247"/>
            <a:chExt cx="8543" cy="5875"/>
          </a:xfrm>
        </p:grpSpPr>
        <p:cxnSp>
          <p:nvCxnSpPr>
            <p:cNvPr id="46" name="直接箭头连接符 45"/>
            <p:cNvCxnSpPr/>
            <p:nvPr/>
          </p:nvCxnSpPr>
          <p:spPr>
            <a:xfrm rot="5400000">
              <a:off x="11393" y="6326"/>
              <a:ext cx="413" cy="1"/>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
          <p:nvSpPr>
            <p:cNvPr id="64" name="TextBox 62"/>
            <p:cNvSpPr txBox="1">
              <a:spLocks noChangeArrowheads="1"/>
            </p:cNvSpPr>
            <p:nvPr/>
          </p:nvSpPr>
          <p:spPr bwMode="auto">
            <a:xfrm>
              <a:off x="10841" y="6089"/>
              <a:ext cx="612"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200" b="1" dirty="0"/>
                <a:t>真</a:t>
              </a:r>
              <a:endParaRPr lang="zh-CN" altLang="en-US" sz="1200" b="1" dirty="0"/>
            </a:p>
          </p:txBody>
        </p:sp>
        <p:grpSp>
          <p:nvGrpSpPr>
            <p:cNvPr id="3" name="组合 68"/>
            <p:cNvGrpSpPr/>
            <p:nvPr/>
          </p:nvGrpSpPr>
          <p:grpSpPr>
            <a:xfrm>
              <a:off x="5673" y="2247"/>
              <a:ext cx="8543" cy="5875"/>
              <a:chOff x="5673" y="2247"/>
              <a:chExt cx="8543" cy="5875"/>
            </a:xfrm>
          </p:grpSpPr>
          <p:sp>
            <p:nvSpPr>
              <p:cNvPr id="34833" name="TextBox 61"/>
              <p:cNvSpPr txBox="1">
                <a:spLocks noChangeArrowheads="1"/>
              </p:cNvSpPr>
              <p:nvPr/>
            </p:nvSpPr>
            <p:spPr bwMode="auto">
              <a:xfrm>
                <a:off x="7732" y="4506"/>
                <a:ext cx="612"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200" b="1" dirty="0"/>
                  <a:t>真</a:t>
                </a:r>
                <a:endParaRPr lang="zh-CN" altLang="en-US" sz="1200" b="1" dirty="0"/>
              </a:p>
            </p:txBody>
          </p:sp>
          <p:sp>
            <p:nvSpPr>
              <p:cNvPr id="34849" name="TextBox 62"/>
              <p:cNvSpPr txBox="1">
                <a:spLocks noChangeArrowheads="1"/>
              </p:cNvSpPr>
              <p:nvPr/>
            </p:nvSpPr>
            <p:spPr bwMode="auto">
              <a:xfrm>
                <a:off x="9197" y="5305"/>
                <a:ext cx="612"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200" b="1" dirty="0"/>
                  <a:t>真</a:t>
                </a:r>
                <a:endParaRPr lang="zh-CN" altLang="en-US" sz="1200" b="1" dirty="0"/>
              </a:p>
            </p:txBody>
          </p:sp>
          <p:grpSp>
            <p:nvGrpSpPr>
              <p:cNvPr id="4" name="组合 67"/>
              <p:cNvGrpSpPr/>
              <p:nvPr/>
            </p:nvGrpSpPr>
            <p:grpSpPr>
              <a:xfrm>
                <a:off x="5673" y="2247"/>
                <a:ext cx="8543" cy="5875"/>
                <a:chOff x="5673" y="2247"/>
                <a:chExt cx="8543" cy="5875"/>
              </a:xfrm>
            </p:grpSpPr>
            <p:sp>
              <p:nvSpPr>
                <p:cNvPr id="15" name="AutoShape 5"/>
                <p:cNvSpPr>
                  <a:spLocks noChangeArrowheads="1"/>
                </p:cNvSpPr>
                <p:nvPr/>
              </p:nvSpPr>
              <p:spPr bwMode="auto">
                <a:xfrm>
                  <a:off x="7507" y="4958"/>
                  <a:ext cx="1481" cy="520"/>
                </a:xfrm>
                <a:prstGeom prst="roundRect">
                  <a:avLst>
                    <a:gd name="adj" fmla="val 4064"/>
                  </a:avLst>
                </a:prstGeom>
                <a:solidFill>
                  <a:schemeClr val="accent1">
                    <a:lumMod val="20000"/>
                    <a:lumOff val="80000"/>
                  </a:schemeClr>
                </a:solidFill>
                <a:ln w="12700" cap="flat" cmpd="sng" algn="ctr">
                  <a:solidFill>
                    <a:schemeClr val="accent1">
                      <a:lumMod val="75000"/>
                    </a:schemeClr>
                  </a:solidFill>
                  <a:prstDash val="solid"/>
                  <a:round/>
                  <a:headEnd type="none" w="med" len="med"/>
                  <a:tailEnd type="none" w="med" len="med"/>
                </a:ln>
                <a:effectLst>
                  <a:outerShdw blurRad="50800" dist="25400" dir="5400000" algn="t" rotWithShape="0">
                    <a:prstClr val="black">
                      <a:alpha val="40000"/>
                    </a:prstClr>
                  </a:outerShdw>
                </a:effectLst>
              </p:spPr>
              <p:txBody>
                <a:bodyPr/>
                <a:lstStyle/>
                <a:p>
                  <a:pPr algn="ctr">
                    <a:lnSpc>
                      <a:spcPct val="100000"/>
                    </a:lnSpc>
                    <a:defRPr/>
                  </a:pPr>
                  <a:r>
                    <a:rPr lang="zh-CN" altLang="en-US" sz="1200" b="1" dirty="0">
                      <a:ea typeface="宋体" panose="02010600030101010101" pitchFamily="2" charset="-122"/>
                    </a:rPr>
                    <a:t>代码块</a:t>
                  </a:r>
                  <a:r>
                    <a:rPr lang="en-US" altLang="zh-CN" sz="1200" b="1" dirty="0">
                      <a:ea typeface="宋体" panose="02010600030101010101" pitchFamily="2" charset="-122"/>
                    </a:rPr>
                    <a:t>2</a:t>
                  </a:r>
                  <a:endParaRPr lang="en-US" altLang="zh-CN" sz="1200" b="1" dirty="0">
                    <a:ea typeface="宋体" panose="02010600030101010101" pitchFamily="2" charset="-122"/>
                  </a:endParaRPr>
                </a:p>
              </p:txBody>
            </p:sp>
            <p:sp>
              <p:nvSpPr>
                <p:cNvPr id="39" name="AutoShape 5"/>
                <p:cNvSpPr>
                  <a:spLocks noChangeArrowheads="1"/>
                </p:cNvSpPr>
                <p:nvPr/>
              </p:nvSpPr>
              <p:spPr bwMode="auto">
                <a:xfrm>
                  <a:off x="9172" y="5768"/>
                  <a:ext cx="1481" cy="520"/>
                </a:xfrm>
                <a:prstGeom prst="roundRect">
                  <a:avLst>
                    <a:gd name="adj" fmla="val 4064"/>
                  </a:avLst>
                </a:prstGeom>
                <a:solidFill>
                  <a:schemeClr val="accent1">
                    <a:lumMod val="20000"/>
                    <a:lumOff val="80000"/>
                  </a:schemeClr>
                </a:solidFill>
                <a:ln w="12700" cap="flat" cmpd="sng" algn="ctr">
                  <a:solidFill>
                    <a:schemeClr val="accent1">
                      <a:lumMod val="75000"/>
                    </a:schemeClr>
                  </a:solidFill>
                  <a:prstDash val="solid"/>
                  <a:round/>
                  <a:headEnd type="none" w="med" len="med"/>
                  <a:tailEnd type="none" w="med" len="med"/>
                </a:ln>
                <a:effectLst>
                  <a:outerShdw blurRad="50800" dist="25400" dir="5400000" algn="t" rotWithShape="0">
                    <a:prstClr val="black">
                      <a:alpha val="40000"/>
                    </a:prstClr>
                  </a:outerShdw>
                </a:effectLst>
              </p:spPr>
              <p:txBody>
                <a:bodyPr/>
                <a:lstStyle/>
                <a:p>
                  <a:pPr algn="ctr">
                    <a:lnSpc>
                      <a:spcPct val="100000"/>
                    </a:lnSpc>
                    <a:defRPr/>
                  </a:pPr>
                  <a:r>
                    <a:rPr lang="zh-CN" altLang="en-US" sz="1200" b="1" dirty="0">
                      <a:ea typeface="宋体" panose="02010600030101010101" pitchFamily="2" charset="-122"/>
                    </a:rPr>
                    <a:t>代码块</a:t>
                  </a:r>
                  <a:r>
                    <a:rPr lang="en-US" altLang="zh-CN" sz="1200" b="1" dirty="0">
                      <a:ea typeface="宋体" panose="02010600030101010101" pitchFamily="2" charset="-122"/>
                    </a:rPr>
                    <a:t>3</a:t>
                  </a:r>
                  <a:endParaRPr lang="en-US" altLang="zh-CN" sz="1200" b="1" dirty="0">
                    <a:ea typeface="宋体" panose="02010600030101010101" pitchFamily="2" charset="-122"/>
                  </a:endParaRPr>
                </a:p>
              </p:txBody>
            </p:sp>
            <p:grpSp>
              <p:nvGrpSpPr>
                <p:cNvPr id="5" name="组合 66"/>
                <p:cNvGrpSpPr/>
                <p:nvPr/>
              </p:nvGrpSpPr>
              <p:grpSpPr>
                <a:xfrm>
                  <a:off x="5673" y="2247"/>
                  <a:ext cx="8543" cy="5875"/>
                  <a:chOff x="5673" y="2247"/>
                  <a:chExt cx="8543" cy="5875"/>
                </a:xfrm>
              </p:grpSpPr>
              <p:sp>
                <p:nvSpPr>
                  <p:cNvPr id="34834" name="TextBox 63"/>
                  <p:cNvSpPr txBox="1">
                    <a:spLocks noChangeArrowheads="1"/>
                  </p:cNvSpPr>
                  <p:nvPr/>
                </p:nvSpPr>
                <p:spPr bwMode="auto">
                  <a:xfrm>
                    <a:off x="9208" y="3540"/>
                    <a:ext cx="612"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200" b="1" dirty="0"/>
                      <a:t>假</a:t>
                    </a:r>
                    <a:endParaRPr lang="zh-CN" altLang="en-US" b="1"/>
                  </a:p>
                </p:txBody>
              </p:sp>
              <p:cxnSp>
                <p:nvCxnSpPr>
                  <p:cNvPr id="22" name="直接箭头连接符 21"/>
                  <p:cNvCxnSpPr/>
                  <p:nvPr/>
                </p:nvCxnSpPr>
                <p:spPr>
                  <a:xfrm rot="5400000">
                    <a:off x="8041" y="4743"/>
                    <a:ext cx="413" cy="1"/>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24" name="直接箭头连接符 23"/>
                  <p:cNvCxnSpPr/>
                  <p:nvPr/>
                </p:nvCxnSpPr>
                <p:spPr>
                  <a:xfrm flipH="1">
                    <a:off x="8221" y="5485"/>
                    <a:ext cx="11" cy="2070"/>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26" name="直接箭头连接符 25"/>
                  <p:cNvCxnSpPr/>
                  <p:nvPr/>
                </p:nvCxnSpPr>
                <p:spPr>
                  <a:xfrm rot="5400000">
                    <a:off x="13217" y="7284"/>
                    <a:ext cx="516" cy="2"/>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
                <p:nvSpPr>
                  <p:cNvPr id="57" name="任意多边形 56"/>
                  <p:cNvSpPr/>
                  <p:nvPr/>
                </p:nvSpPr>
                <p:spPr bwMode="auto">
                  <a:xfrm>
                    <a:off x="8994" y="4085"/>
                    <a:ext cx="932" cy="452"/>
                  </a:xfrm>
                  <a:custGeom>
                    <a:avLst/>
                    <a:gdLst>
                      <a:gd name="connsiteX0" fmla="*/ 0 w 1207698"/>
                      <a:gd name="connsiteY0" fmla="*/ 0 h 595223"/>
                      <a:gd name="connsiteX1" fmla="*/ 1207698 w 1207698"/>
                      <a:gd name="connsiteY1" fmla="*/ 0 h 595223"/>
                      <a:gd name="connsiteX2" fmla="*/ 1207698 w 1207698"/>
                      <a:gd name="connsiteY2" fmla="*/ 595223 h 595223"/>
                    </a:gdLst>
                    <a:ahLst/>
                    <a:cxnLst>
                      <a:cxn ang="0">
                        <a:pos x="connsiteX0" y="connsiteY0"/>
                      </a:cxn>
                      <a:cxn ang="0">
                        <a:pos x="connsiteX1" y="connsiteY1"/>
                      </a:cxn>
                      <a:cxn ang="0">
                        <a:pos x="connsiteX2" y="connsiteY2"/>
                      </a:cxn>
                    </a:cxnLst>
                    <a:rect l="l" t="t" r="r" b="b"/>
                    <a:pathLst>
                      <a:path w="1207698" h="595223">
                        <a:moveTo>
                          <a:pt x="0" y="0"/>
                        </a:moveTo>
                        <a:lnTo>
                          <a:pt x="1207698" y="0"/>
                        </a:lnTo>
                        <a:lnTo>
                          <a:pt x="1207698" y="595223"/>
                        </a:lnTo>
                      </a:path>
                    </a:pathLst>
                  </a:cu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b"/>
                  <a:lstStyle/>
                  <a:p>
                    <a:pPr>
                      <a:defRPr/>
                    </a:pPr>
                    <a:endParaRPr lang="zh-CN" altLang="en-US"/>
                  </a:p>
                </p:txBody>
              </p:sp>
              <p:sp>
                <p:nvSpPr>
                  <p:cNvPr id="58" name="任意多边形 57"/>
                  <p:cNvSpPr/>
                  <p:nvPr/>
                </p:nvSpPr>
                <p:spPr bwMode="auto">
                  <a:xfrm>
                    <a:off x="12438" y="5673"/>
                    <a:ext cx="965" cy="861"/>
                  </a:xfrm>
                  <a:custGeom>
                    <a:avLst/>
                    <a:gdLst>
                      <a:gd name="connsiteX0" fmla="*/ 0 w 1207698"/>
                      <a:gd name="connsiteY0" fmla="*/ 0 h 595223"/>
                      <a:gd name="connsiteX1" fmla="*/ 1207698 w 1207698"/>
                      <a:gd name="connsiteY1" fmla="*/ 0 h 595223"/>
                      <a:gd name="connsiteX2" fmla="*/ 1207698 w 1207698"/>
                      <a:gd name="connsiteY2" fmla="*/ 595223 h 595223"/>
                    </a:gdLst>
                    <a:ahLst/>
                    <a:cxnLst>
                      <a:cxn ang="0">
                        <a:pos x="connsiteX0" y="connsiteY0"/>
                      </a:cxn>
                      <a:cxn ang="0">
                        <a:pos x="connsiteX1" y="connsiteY1"/>
                      </a:cxn>
                      <a:cxn ang="0">
                        <a:pos x="connsiteX2" y="connsiteY2"/>
                      </a:cxn>
                    </a:cxnLst>
                    <a:rect l="l" t="t" r="r" b="b"/>
                    <a:pathLst>
                      <a:path w="1207698" h="595223">
                        <a:moveTo>
                          <a:pt x="0" y="0"/>
                        </a:moveTo>
                        <a:lnTo>
                          <a:pt x="1207698" y="0"/>
                        </a:lnTo>
                        <a:lnTo>
                          <a:pt x="1207698" y="595223"/>
                        </a:lnTo>
                      </a:path>
                    </a:pathLst>
                  </a:cu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b"/>
                  <a:lstStyle/>
                  <a:p>
                    <a:pPr>
                      <a:defRPr/>
                    </a:pPr>
                    <a:endParaRPr lang="zh-CN" altLang="en-US"/>
                  </a:p>
                </p:txBody>
              </p:sp>
              <p:sp>
                <p:nvSpPr>
                  <p:cNvPr id="34850" name="TextBox 64"/>
                  <p:cNvSpPr txBox="1">
                    <a:spLocks noChangeArrowheads="1"/>
                  </p:cNvSpPr>
                  <p:nvPr/>
                </p:nvSpPr>
                <p:spPr bwMode="auto">
                  <a:xfrm>
                    <a:off x="12492" y="5114"/>
                    <a:ext cx="612"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200" b="1" dirty="0"/>
                      <a:t>假</a:t>
                    </a:r>
                    <a:endParaRPr lang="zh-CN" altLang="en-US" sz="1200" b="1" dirty="0"/>
                  </a:p>
                </p:txBody>
              </p:sp>
              <p:sp>
                <p:nvSpPr>
                  <p:cNvPr id="11" name="菱形 10"/>
                  <p:cNvSpPr/>
                  <p:nvPr/>
                </p:nvSpPr>
                <p:spPr bwMode="auto">
                  <a:xfrm>
                    <a:off x="7394" y="3682"/>
                    <a:ext cx="1677" cy="855"/>
                  </a:xfrm>
                  <a:prstGeom prst="diamond">
                    <a:avLst/>
                  </a:prstGeom>
                  <a:solidFill>
                    <a:srgbClr val="E4FCE4"/>
                  </a:solidFill>
                  <a:ln w="9525" algn="ctr">
                    <a:solidFill>
                      <a:schemeClr val="accent1">
                        <a:lumMod val="75000"/>
                      </a:schemeClr>
                    </a:solidFill>
                    <a:round/>
                  </a:ln>
                  <a:effectLst>
                    <a:outerShdw blurRad="50800" dist="12700" dir="5400000" algn="t" rotWithShape="0">
                      <a:prstClr val="black">
                        <a:alpha val="40000"/>
                      </a:prstClr>
                    </a:outerShdw>
                  </a:effectLst>
                </p:spPr>
                <p:txBody>
                  <a:bodyPr anchor="ctr" anchorCtr="1"/>
                  <a:lstStyle/>
                  <a:p>
                    <a:pPr>
                      <a:defRPr/>
                    </a:pPr>
                    <a:r>
                      <a:rPr lang="zh-CN" altLang="en-US" sz="1200" b="1" dirty="0">
                        <a:ea typeface="宋体" panose="02010600030101010101" pitchFamily="2" charset="-122"/>
                      </a:rPr>
                      <a:t>成绩</a:t>
                    </a:r>
                    <a:r>
                      <a:rPr lang="en-US" altLang="zh-CN" sz="1200" b="1" dirty="0">
                        <a:ea typeface="宋体" panose="02010600030101010101" pitchFamily="2" charset="-122"/>
                      </a:rPr>
                      <a:t>&gt;=80</a:t>
                    </a:r>
                    <a:endParaRPr lang="zh-CN" altLang="en-US" sz="1200" b="1" dirty="0">
                      <a:ea typeface="宋体" panose="02010600030101010101" pitchFamily="2" charset="-122"/>
                    </a:endParaRPr>
                  </a:p>
                </p:txBody>
              </p:sp>
              <p:sp>
                <p:nvSpPr>
                  <p:cNvPr id="31" name="菱形 30"/>
                  <p:cNvSpPr/>
                  <p:nvPr/>
                </p:nvSpPr>
                <p:spPr bwMode="auto">
                  <a:xfrm>
                    <a:off x="9092" y="4500"/>
                    <a:ext cx="1677" cy="855"/>
                  </a:xfrm>
                  <a:prstGeom prst="diamond">
                    <a:avLst/>
                  </a:prstGeom>
                  <a:solidFill>
                    <a:srgbClr val="E4FCE4"/>
                  </a:solidFill>
                  <a:ln w="9525" algn="ctr">
                    <a:solidFill>
                      <a:schemeClr val="accent1">
                        <a:lumMod val="75000"/>
                      </a:schemeClr>
                    </a:solidFill>
                    <a:round/>
                  </a:ln>
                  <a:effectLst>
                    <a:outerShdw blurRad="50800" dist="12700" dir="5400000" algn="t" rotWithShape="0">
                      <a:prstClr val="black">
                        <a:alpha val="40000"/>
                      </a:prstClr>
                    </a:outerShdw>
                  </a:effectLst>
                </p:spPr>
                <p:txBody>
                  <a:bodyPr anchor="ctr" anchorCtr="1"/>
                  <a:lstStyle/>
                  <a:p>
                    <a:pPr>
                      <a:defRPr/>
                    </a:pPr>
                    <a:r>
                      <a:rPr lang="zh-CN" altLang="en-US" sz="1200" b="1" dirty="0">
                        <a:ea typeface="宋体" panose="02010600030101010101" pitchFamily="2" charset="-122"/>
                      </a:rPr>
                      <a:t>成绩</a:t>
                    </a:r>
                    <a:r>
                      <a:rPr lang="en-US" altLang="zh-CN" sz="1200" b="1" dirty="0">
                        <a:ea typeface="宋体" panose="02010600030101010101" pitchFamily="2" charset="-122"/>
                      </a:rPr>
                      <a:t>&gt;=70</a:t>
                    </a:r>
                    <a:endParaRPr lang="zh-CN" altLang="en-US" sz="1200" b="1" dirty="0">
                      <a:ea typeface="宋体" panose="02010600030101010101" pitchFamily="2" charset="-122"/>
                    </a:endParaRPr>
                  </a:p>
                </p:txBody>
              </p:sp>
              <p:cxnSp>
                <p:nvCxnSpPr>
                  <p:cNvPr id="33" name="直接箭头连接符 32"/>
                  <p:cNvCxnSpPr>
                    <a:stCxn id="39" idx="2"/>
                  </p:cNvCxnSpPr>
                  <p:nvPr/>
                </p:nvCxnSpPr>
                <p:spPr>
                  <a:xfrm>
                    <a:off x="9913" y="6288"/>
                    <a:ext cx="7" cy="1267"/>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35" name="直接箭头连接符 34"/>
                  <p:cNvCxnSpPr/>
                  <p:nvPr/>
                </p:nvCxnSpPr>
                <p:spPr>
                  <a:xfrm rot="5400000">
                    <a:off x="9724" y="5561"/>
                    <a:ext cx="413" cy="1"/>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
                <p:nvSpPr>
                  <p:cNvPr id="40" name="TextBox 63"/>
                  <p:cNvSpPr txBox="1">
                    <a:spLocks noChangeArrowheads="1"/>
                  </p:cNvSpPr>
                  <p:nvPr/>
                </p:nvSpPr>
                <p:spPr bwMode="auto">
                  <a:xfrm>
                    <a:off x="10877" y="4305"/>
                    <a:ext cx="612"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200" b="1" dirty="0"/>
                      <a:t>假</a:t>
                    </a:r>
                    <a:endParaRPr lang="zh-CN" altLang="en-US" b="1"/>
                  </a:p>
                </p:txBody>
              </p:sp>
              <p:sp>
                <p:nvSpPr>
                  <p:cNvPr id="41" name="任意多边形 40"/>
                  <p:cNvSpPr/>
                  <p:nvPr/>
                </p:nvSpPr>
                <p:spPr bwMode="auto">
                  <a:xfrm>
                    <a:off x="10761" y="4940"/>
                    <a:ext cx="826" cy="452"/>
                  </a:xfrm>
                  <a:custGeom>
                    <a:avLst/>
                    <a:gdLst>
                      <a:gd name="connsiteX0" fmla="*/ 0 w 1207698"/>
                      <a:gd name="connsiteY0" fmla="*/ 0 h 595223"/>
                      <a:gd name="connsiteX1" fmla="*/ 1207698 w 1207698"/>
                      <a:gd name="connsiteY1" fmla="*/ 0 h 595223"/>
                      <a:gd name="connsiteX2" fmla="*/ 1207698 w 1207698"/>
                      <a:gd name="connsiteY2" fmla="*/ 595223 h 595223"/>
                    </a:gdLst>
                    <a:ahLst/>
                    <a:cxnLst>
                      <a:cxn ang="0">
                        <a:pos x="connsiteX0" y="connsiteY0"/>
                      </a:cxn>
                      <a:cxn ang="0">
                        <a:pos x="connsiteX1" y="connsiteY1"/>
                      </a:cxn>
                      <a:cxn ang="0">
                        <a:pos x="connsiteX2" y="connsiteY2"/>
                      </a:cxn>
                    </a:cxnLst>
                    <a:rect l="l" t="t" r="r" b="b"/>
                    <a:pathLst>
                      <a:path w="1207698" h="595223">
                        <a:moveTo>
                          <a:pt x="0" y="0"/>
                        </a:moveTo>
                        <a:lnTo>
                          <a:pt x="1207698" y="0"/>
                        </a:lnTo>
                        <a:lnTo>
                          <a:pt x="1207698" y="595223"/>
                        </a:lnTo>
                      </a:path>
                    </a:pathLst>
                  </a:cu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b"/>
                  <a:lstStyle/>
                  <a:p>
                    <a:pPr>
                      <a:defRPr/>
                    </a:pPr>
                    <a:endParaRPr lang="zh-CN" altLang="en-US"/>
                  </a:p>
                </p:txBody>
              </p:sp>
              <p:sp>
                <p:nvSpPr>
                  <p:cNvPr id="44" name="菱形 43"/>
                  <p:cNvSpPr/>
                  <p:nvPr/>
                </p:nvSpPr>
                <p:spPr bwMode="auto">
                  <a:xfrm>
                    <a:off x="10761" y="5265"/>
                    <a:ext cx="1677" cy="855"/>
                  </a:xfrm>
                  <a:prstGeom prst="diamond">
                    <a:avLst/>
                  </a:prstGeom>
                  <a:solidFill>
                    <a:srgbClr val="E4FCE4"/>
                  </a:solidFill>
                  <a:ln w="9525" algn="ctr">
                    <a:solidFill>
                      <a:schemeClr val="accent1">
                        <a:lumMod val="75000"/>
                      </a:schemeClr>
                    </a:solidFill>
                    <a:round/>
                  </a:ln>
                  <a:effectLst>
                    <a:outerShdw blurRad="50800" dist="12700" dir="5400000" algn="t" rotWithShape="0">
                      <a:prstClr val="black">
                        <a:alpha val="40000"/>
                      </a:prstClr>
                    </a:outerShdw>
                  </a:effectLst>
                </p:spPr>
                <p:txBody>
                  <a:bodyPr anchor="ctr" anchorCtr="1"/>
                  <a:lstStyle/>
                  <a:p>
                    <a:pPr>
                      <a:defRPr/>
                    </a:pPr>
                    <a:r>
                      <a:rPr lang="zh-CN" altLang="en-US" sz="1200" b="1" dirty="0">
                        <a:ea typeface="宋体" panose="02010600030101010101" pitchFamily="2" charset="-122"/>
                      </a:rPr>
                      <a:t>成绩</a:t>
                    </a:r>
                    <a:r>
                      <a:rPr lang="en-US" altLang="zh-CN" sz="1200" b="1" dirty="0">
                        <a:ea typeface="宋体" panose="02010600030101010101" pitchFamily="2" charset="-122"/>
                      </a:rPr>
                      <a:t>&gt;=60</a:t>
                    </a:r>
                    <a:endParaRPr lang="zh-CN" altLang="en-US" sz="1200" b="1" dirty="0">
                      <a:ea typeface="宋体" panose="02010600030101010101" pitchFamily="2" charset="-122"/>
                    </a:endParaRPr>
                  </a:p>
                </p:txBody>
              </p:sp>
              <p:sp>
                <p:nvSpPr>
                  <p:cNvPr id="47" name="AutoShape 5"/>
                  <p:cNvSpPr>
                    <a:spLocks noChangeArrowheads="1"/>
                  </p:cNvSpPr>
                  <p:nvPr/>
                </p:nvSpPr>
                <p:spPr bwMode="auto">
                  <a:xfrm>
                    <a:off x="10841" y="6533"/>
                    <a:ext cx="1481" cy="520"/>
                  </a:xfrm>
                  <a:prstGeom prst="roundRect">
                    <a:avLst>
                      <a:gd name="adj" fmla="val 4064"/>
                    </a:avLst>
                  </a:prstGeom>
                  <a:solidFill>
                    <a:schemeClr val="accent1">
                      <a:lumMod val="20000"/>
                      <a:lumOff val="80000"/>
                    </a:schemeClr>
                  </a:solidFill>
                  <a:ln w="12700" cap="flat" cmpd="sng" algn="ctr">
                    <a:solidFill>
                      <a:schemeClr val="accent1">
                        <a:lumMod val="75000"/>
                      </a:schemeClr>
                    </a:solidFill>
                    <a:prstDash val="solid"/>
                    <a:round/>
                    <a:headEnd type="none" w="med" len="med"/>
                    <a:tailEnd type="none" w="med" len="med"/>
                  </a:ln>
                  <a:effectLst>
                    <a:outerShdw blurRad="50800" dist="25400" dir="5400000" algn="t" rotWithShape="0">
                      <a:prstClr val="black">
                        <a:alpha val="40000"/>
                      </a:prstClr>
                    </a:outerShdw>
                  </a:effectLst>
                </p:spPr>
                <p:txBody>
                  <a:bodyPr/>
                  <a:lstStyle/>
                  <a:p>
                    <a:pPr algn="ctr">
                      <a:lnSpc>
                        <a:spcPct val="100000"/>
                      </a:lnSpc>
                      <a:defRPr/>
                    </a:pPr>
                    <a:r>
                      <a:rPr lang="zh-CN" altLang="en-US" sz="1200" b="1" dirty="0">
                        <a:ea typeface="宋体" panose="02010600030101010101" pitchFamily="2" charset="-122"/>
                      </a:rPr>
                      <a:t>代码块</a:t>
                    </a:r>
                    <a:r>
                      <a:rPr lang="en-US" altLang="zh-CN" sz="1200" b="1" dirty="0">
                        <a:ea typeface="宋体" panose="02010600030101010101" pitchFamily="2" charset="-122"/>
                      </a:rPr>
                      <a:t>4</a:t>
                    </a:r>
                    <a:endParaRPr lang="en-US" altLang="zh-CN" sz="1200" b="1" dirty="0">
                      <a:ea typeface="宋体" panose="02010600030101010101" pitchFamily="2" charset="-122"/>
                    </a:endParaRPr>
                  </a:p>
                </p:txBody>
              </p:sp>
              <p:sp>
                <p:nvSpPr>
                  <p:cNvPr id="49" name="AutoShape 5"/>
                  <p:cNvSpPr>
                    <a:spLocks noChangeArrowheads="1"/>
                  </p:cNvSpPr>
                  <p:nvPr/>
                </p:nvSpPr>
                <p:spPr bwMode="auto">
                  <a:xfrm>
                    <a:off x="12735" y="6533"/>
                    <a:ext cx="1481" cy="520"/>
                  </a:xfrm>
                  <a:prstGeom prst="roundRect">
                    <a:avLst>
                      <a:gd name="adj" fmla="val 4064"/>
                    </a:avLst>
                  </a:prstGeom>
                  <a:solidFill>
                    <a:schemeClr val="accent1">
                      <a:lumMod val="20000"/>
                      <a:lumOff val="80000"/>
                    </a:schemeClr>
                  </a:solidFill>
                  <a:ln w="12700" cap="flat" cmpd="sng" algn="ctr">
                    <a:solidFill>
                      <a:schemeClr val="accent1">
                        <a:lumMod val="75000"/>
                      </a:schemeClr>
                    </a:solidFill>
                    <a:prstDash val="solid"/>
                    <a:round/>
                    <a:headEnd type="none" w="med" len="med"/>
                    <a:tailEnd type="none" w="med" len="med"/>
                  </a:ln>
                  <a:effectLst>
                    <a:outerShdw blurRad="50800" dist="25400" dir="5400000" algn="t" rotWithShape="0">
                      <a:prstClr val="black">
                        <a:alpha val="40000"/>
                      </a:prstClr>
                    </a:outerShdw>
                  </a:effectLst>
                </p:spPr>
                <p:txBody>
                  <a:bodyPr/>
                  <a:lstStyle/>
                  <a:p>
                    <a:pPr algn="ctr">
                      <a:lnSpc>
                        <a:spcPct val="100000"/>
                      </a:lnSpc>
                      <a:defRPr/>
                    </a:pPr>
                    <a:r>
                      <a:rPr lang="zh-CN" altLang="en-US" sz="1200" b="1" dirty="0">
                        <a:ea typeface="宋体" panose="02010600030101010101" pitchFamily="2" charset="-122"/>
                      </a:rPr>
                      <a:t>代码块</a:t>
                    </a:r>
                    <a:r>
                      <a:rPr lang="en-US" altLang="zh-CN" sz="1200" b="1" dirty="0">
                        <a:ea typeface="宋体" panose="02010600030101010101" pitchFamily="2" charset="-122"/>
                      </a:rPr>
                      <a:t>5</a:t>
                    </a:r>
                    <a:endParaRPr lang="en-US" altLang="zh-CN" sz="1200" b="1" dirty="0">
                      <a:ea typeface="宋体" panose="02010600030101010101" pitchFamily="2" charset="-122"/>
                    </a:endParaRPr>
                  </a:p>
                </p:txBody>
              </p:sp>
              <p:cxnSp>
                <p:nvCxnSpPr>
                  <p:cNvPr id="51" name="直接箭头连接符 50"/>
                  <p:cNvCxnSpPr/>
                  <p:nvPr/>
                </p:nvCxnSpPr>
                <p:spPr>
                  <a:xfrm rot="5400000">
                    <a:off x="11343" y="7284"/>
                    <a:ext cx="516" cy="2"/>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
                <p:nvSpPr>
                  <p:cNvPr id="54" name="TextBox 61"/>
                  <p:cNvSpPr txBox="1">
                    <a:spLocks noChangeArrowheads="1"/>
                  </p:cNvSpPr>
                  <p:nvPr/>
                </p:nvSpPr>
                <p:spPr bwMode="auto">
                  <a:xfrm>
                    <a:off x="6011" y="3689"/>
                    <a:ext cx="612"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200" b="1" dirty="0"/>
                      <a:t>真</a:t>
                    </a:r>
                    <a:endParaRPr lang="zh-CN" altLang="en-US" sz="1200" b="1" dirty="0"/>
                  </a:p>
                </p:txBody>
              </p:sp>
              <p:cxnSp>
                <p:nvCxnSpPr>
                  <p:cNvPr id="55" name="直接箭头连接符 54"/>
                  <p:cNvCxnSpPr/>
                  <p:nvPr/>
                </p:nvCxnSpPr>
                <p:spPr>
                  <a:xfrm rot="5400000">
                    <a:off x="6202" y="2555"/>
                    <a:ext cx="618" cy="1"/>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59" name="直接箭头连接符 58"/>
                  <p:cNvCxnSpPr/>
                  <p:nvPr/>
                </p:nvCxnSpPr>
                <p:spPr>
                  <a:xfrm>
                    <a:off x="6511" y="4668"/>
                    <a:ext cx="9" cy="2887"/>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
                <p:nvSpPr>
                  <p:cNvPr id="60" name="AutoShape 5"/>
                  <p:cNvSpPr>
                    <a:spLocks noChangeArrowheads="1"/>
                  </p:cNvSpPr>
                  <p:nvPr/>
                </p:nvSpPr>
                <p:spPr bwMode="auto">
                  <a:xfrm>
                    <a:off x="5786" y="4141"/>
                    <a:ext cx="1481" cy="520"/>
                  </a:xfrm>
                  <a:prstGeom prst="roundRect">
                    <a:avLst>
                      <a:gd name="adj" fmla="val 4064"/>
                    </a:avLst>
                  </a:prstGeom>
                  <a:solidFill>
                    <a:schemeClr val="accent1">
                      <a:lumMod val="20000"/>
                      <a:lumOff val="80000"/>
                    </a:schemeClr>
                  </a:solidFill>
                  <a:ln w="12700" cap="flat" cmpd="sng" algn="ctr">
                    <a:solidFill>
                      <a:schemeClr val="accent1">
                        <a:lumMod val="75000"/>
                      </a:schemeClr>
                    </a:solidFill>
                    <a:prstDash val="solid"/>
                    <a:round/>
                    <a:headEnd type="none" w="med" len="med"/>
                    <a:tailEnd type="none" w="med" len="med"/>
                  </a:ln>
                  <a:effectLst>
                    <a:outerShdw blurRad="50800" dist="25400" dir="5400000" algn="t" rotWithShape="0">
                      <a:prstClr val="black">
                        <a:alpha val="40000"/>
                      </a:prstClr>
                    </a:outerShdw>
                  </a:effectLst>
                </p:spPr>
                <p:txBody>
                  <a:bodyPr/>
                  <a:lstStyle/>
                  <a:p>
                    <a:pPr algn="ctr">
                      <a:lnSpc>
                        <a:spcPct val="100000"/>
                      </a:lnSpc>
                      <a:defRPr/>
                    </a:pPr>
                    <a:r>
                      <a:rPr lang="zh-CN" altLang="en-US" sz="1200" b="1" dirty="0">
                        <a:ea typeface="宋体" panose="02010600030101010101" pitchFamily="2" charset="-122"/>
                      </a:rPr>
                      <a:t>代码块1</a:t>
                    </a:r>
                    <a:endParaRPr lang="zh-CN" altLang="en-US" sz="1200" b="1" dirty="0">
                      <a:ea typeface="宋体" panose="02010600030101010101" pitchFamily="2" charset="-122"/>
                    </a:endParaRPr>
                  </a:p>
                </p:txBody>
              </p:sp>
              <p:sp>
                <p:nvSpPr>
                  <p:cNvPr id="61" name="任意多边形 60"/>
                  <p:cNvSpPr/>
                  <p:nvPr/>
                </p:nvSpPr>
                <p:spPr bwMode="auto">
                  <a:xfrm>
                    <a:off x="7273" y="3268"/>
                    <a:ext cx="932" cy="452"/>
                  </a:xfrm>
                  <a:custGeom>
                    <a:avLst/>
                    <a:gdLst>
                      <a:gd name="connsiteX0" fmla="*/ 0 w 1207698"/>
                      <a:gd name="connsiteY0" fmla="*/ 0 h 595223"/>
                      <a:gd name="connsiteX1" fmla="*/ 1207698 w 1207698"/>
                      <a:gd name="connsiteY1" fmla="*/ 0 h 595223"/>
                      <a:gd name="connsiteX2" fmla="*/ 1207698 w 1207698"/>
                      <a:gd name="connsiteY2" fmla="*/ 595223 h 595223"/>
                    </a:gdLst>
                    <a:ahLst/>
                    <a:cxnLst>
                      <a:cxn ang="0">
                        <a:pos x="connsiteX0" y="connsiteY0"/>
                      </a:cxn>
                      <a:cxn ang="0">
                        <a:pos x="connsiteX1" y="connsiteY1"/>
                      </a:cxn>
                      <a:cxn ang="0">
                        <a:pos x="connsiteX2" y="connsiteY2"/>
                      </a:cxn>
                    </a:cxnLst>
                    <a:rect l="l" t="t" r="r" b="b"/>
                    <a:pathLst>
                      <a:path w="1207698" h="595223">
                        <a:moveTo>
                          <a:pt x="0" y="0"/>
                        </a:moveTo>
                        <a:lnTo>
                          <a:pt x="1207698" y="0"/>
                        </a:lnTo>
                        <a:lnTo>
                          <a:pt x="1207698" y="595223"/>
                        </a:lnTo>
                      </a:path>
                    </a:pathLst>
                  </a:cu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b"/>
                  <a:lstStyle/>
                  <a:p>
                    <a:pPr>
                      <a:defRPr/>
                    </a:pPr>
                    <a:endParaRPr lang="zh-CN" altLang="en-US"/>
                  </a:p>
                </p:txBody>
              </p:sp>
              <p:sp>
                <p:nvSpPr>
                  <p:cNvPr id="62" name="菱形 61"/>
                  <p:cNvSpPr/>
                  <p:nvPr/>
                </p:nvSpPr>
                <p:spPr bwMode="auto">
                  <a:xfrm>
                    <a:off x="5673" y="2865"/>
                    <a:ext cx="1677" cy="855"/>
                  </a:xfrm>
                  <a:prstGeom prst="diamond">
                    <a:avLst/>
                  </a:prstGeom>
                  <a:solidFill>
                    <a:srgbClr val="E4FCE4"/>
                  </a:solidFill>
                  <a:ln w="9525" algn="ctr">
                    <a:solidFill>
                      <a:schemeClr val="accent1">
                        <a:lumMod val="75000"/>
                      </a:schemeClr>
                    </a:solidFill>
                    <a:round/>
                  </a:ln>
                  <a:effectLst>
                    <a:outerShdw blurRad="50800" dist="12700" dir="5400000" algn="t" rotWithShape="0">
                      <a:prstClr val="black">
                        <a:alpha val="40000"/>
                      </a:prstClr>
                    </a:outerShdw>
                  </a:effectLst>
                </p:spPr>
                <p:txBody>
                  <a:bodyPr anchor="ctr" anchorCtr="1"/>
                  <a:lstStyle/>
                  <a:p>
                    <a:pPr>
                      <a:defRPr/>
                    </a:pPr>
                    <a:r>
                      <a:rPr lang="zh-CN" altLang="en-US" sz="1200" b="1" dirty="0">
                        <a:ea typeface="宋体" panose="02010600030101010101" pitchFamily="2" charset="-122"/>
                      </a:rPr>
                      <a:t>成绩</a:t>
                    </a:r>
                    <a:r>
                      <a:rPr lang="en-US" altLang="zh-CN" sz="1200" b="1" dirty="0">
                        <a:ea typeface="宋体" panose="02010600030101010101" pitchFamily="2" charset="-122"/>
                      </a:rPr>
                      <a:t>&gt;=90</a:t>
                    </a:r>
                    <a:endParaRPr lang="zh-CN" altLang="en-US" sz="1200" b="1" dirty="0">
                      <a:ea typeface="宋体" panose="02010600030101010101" pitchFamily="2" charset="-122"/>
                    </a:endParaRPr>
                  </a:p>
                </p:txBody>
              </p:sp>
              <p:sp>
                <p:nvSpPr>
                  <p:cNvPr id="63" name="TextBox 63"/>
                  <p:cNvSpPr txBox="1">
                    <a:spLocks noChangeArrowheads="1"/>
                  </p:cNvSpPr>
                  <p:nvPr/>
                </p:nvSpPr>
                <p:spPr bwMode="auto">
                  <a:xfrm>
                    <a:off x="7374" y="2723"/>
                    <a:ext cx="612"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200" b="1" dirty="0"/>
                      <a:t>假</a:t>
                    </a:r>
                    <a:endParaRPr lang="zh-CN" altLang="en-US" b="1"/>
                  </a:p>
                </p:txBody>
              </p:sp>
              <p:cxnSp>
                <p:nvCxnSpPr>
                  <p:cNvPr id="66" name="直接箭头连接符 65"/>
                  <p:cNvCxnSpPr/>
                  <p:nvPr/>
                </p:nvCxnSpPr>
                <p:spPr>
                  <a:xfrm>
                    <a:off x="9913" y="7508"/>
                    <a:ext cx="9" cy="614"/>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grpSp>
          </p:grpSp>
        </p:grpSp>
      </p:grpSp>
      <p:sp>
        <p:nvSpPr>
          <p:cNvPr id="89" name="Freeform 102"/>
          <p:cNvSpPr>
            <a:spLocks noEditPoints="1"/>
          </p:cNvSpPr>
          <p:nvPr/>
        </p:nvSpPr>
        <p:spPr bwMode="auto">
          <a:xfrm>
            <a:off x="214282" y="785800"/>
            <a:ext cx="288032" cy="288032"/>
          </a:xfrm>
          <a:custGeom>
            <a:avLst/>
            <a:gdLst/>
            <a:ahLst/>
            <a:cxnLst>
              <a:cxn ang="0">
                <a:pos x="183" y="123"/>
              </a:cxn>
              <a:cxn ang="0">
                <a:pos x="92" y="32"/>
              </a:cxn>
              <a:cxn ang="0">
                <a:pos x="0" y="123"/>
              </a:cxn>
              <a:cxn ang="0">
                <a:pos x="25" y="187"/>
              </a:cxn>
              <a:cxn ang="0">
                <a:pos x="19" y="244"/>
              </a:cxn>
              <a:cxn ang="0">
                <a:pos x="133" y="449"/>
              </a:cxn>
              <a:cxn ang="0">
                <a:pos x="152" y="373"/>
              </a:cxn>
              <a:cxn ang="0">
                <a:pos x="92" y="244"/>
              </a:cxn>
              <a:cxn ang="0">
                <a:pos x="95" y="215"/>
              </a:cxn>
              <a:cxn ang="0">
                <a:pos x="183" y="123"/>
              </a:cxn>
              <a:cxn ang="0">
                <a:pos x="263" y="73"/>
              </a:cxn>
              <a:cxn ang="0">
                <a:pos x="348" y="95"/>
              </a:cxn>
              <a:cxn ang="0">
                <a:pos x="342" y="127"/>
              </a:cxn>
              <a:cxn ang="0">
                <a:pos x="433" y="218"/>
              </a:cxn>
              <a:cxn ang="0">
                <a:pos x="525" y="127"/>
              </a:cxn>
              <a:cxn ang="0">
                <a:pos x="433" y="35"/>
              </a:cxn>
              <a:cxn ang="0">
                <a:pos x="399" y="41"/>
              </a:cxn>
              <a:cxn ang="0">
                <a:pos x="263" y="0"/>
              </a:cxn>
              <a:cxn ang="0">
                <a:pos x="165" y="22"/>
              </a:cxn>
              <a:cxn ang="0">
                <a:pos x="206" y="82"/>
              </a:cxn>
              <a:cxn ang="0">
                <a:pos x="263" y="73"/>
              </a:cxn>
              <a:cxn ang="0">
                <a:pos x="433" y="250"/>
              </a:cxn>
              <a:cxn ang="0">
                <a:pos x="342" y="392"/>
              </a:cxn>
              <a:cxn ang="0">
                <a:pos x="259" y="342"/>
              </a:cxn>
              <a:cxn ang="0">
                <a:pos x="168" y="433"/>
              </a:cxn>
              <a:cxn ang="0">
                <a:pos x="259" y="525"/>
              </a:cxn>
              <a:cxn ang="0">
                <a:pos x="345" y="468"/>
              </a:cxn>
              <a:cxn ang="0">
                <a:pos x="506" y="240"/>
              </a:cxn>
              <a:cxn ang="0">
                <a:pos x="506" y="225"/>
              </a:cxn>
              <a:cxn ang="0">
                <a:pos x="433" y="250"/>
              </a:cxn>
              <a:cxn ang="0">
                <a:pos x="433" y="250"/>
              </a:cxn>
              <a:cxn ang="0">
                <a:pos x="433" y="250"/>
              </a:cxn>
            </a:cxnLst>
            <a:rect l="0" t="0" r="r" b="b"/>
            <a:pathLst>
              <a:path w="525" h="525">
                <a:moveTo>
                  <a:pt x="183" y="123"/>
                </a:moveTo>
                <a:cubicBezTo>
                  <a:pt x="183" y="73"/>
                  <a:pt x="142" y="32"/>
                  <a:pt x="92" y="32"/>
                </a:cubicBezTo>
                <a:cubicBezTo>
                  <a:pt x="41" y="32"/>
                  <a:pt x="0" y="73"/>
                  <a:pt x="0" y="123"/>
                </a:cubicBezTo>
                <a:cubicBezTo>
                  <a:pt x="0" y="149"/>
                  <a:pt x="9" y="171"/>
                  <a:pt x="25" y="187"/>
                </a:cubicBezTo>
                <a:cubicBezTo>
                  <a:pt x="22" y="206"/>
                  <a:pt x="19" y="225"/>
                  <a:pt x="19" y="244"/>
                </a:cubicBezTo>
                <a:cubicBezTo>
                  <a:pt x="19" y="332"/>
                  <a:pt x="66" y="408"/>
                  <a:pt x="133" y="449"/>
                </a:cubicBezTo>
                <a:cubicBezTo>
                  <a:pt x="152" y="373"/>
                  <a:pt x="152" y="373"/>
                  <a:pt x="152" y="373"/>
                </a:cubicBezTo>
                <a:cubicBezTo>
                  <a:pt x="114" y="342"/>
                  <a:pt x="92" y="294"/>
                  <a:pt x="92" y="244"/>
                </a:cubicBezTo>
                <a:cubicBezTo>
                  <a:pt x="92" y="234"/>
                  <a:pt x="92" y="225"/>
                  <a:pt x="95" y="215"/>
                </a:cubicBezTo>
                <a:cubicBezTo>
                  <a:pt x="142" y="215"/>
                  <a:pt x="183" y="174"/>
                  <a:pt x="183" y="123"/>
                </a:cubicBezTo>
                <a:close/>
                <a:moveTo>
                  <a:pt x="263" y="73"/>
                </a:moveTo>
                <a:cubicBezTo>
                  <a:pt x="294" y="73"/>
                  <a:pt x="323" y="82"/>
                  <a:pt x="348" y="95"/>
                </a:cubicBezTo>
                <a:cubicBezTo>
                  <a:pt x="345" y="104"/>
                  <a:pt x="342" y="117"/>
                  <a:pt x="342" y="127"/>
                </a:cubicBezTo>
                <a:cubicBezTo>
                  <a:pt x="342" y="177"/>
                  <a:pt x="383" y="218"/>
                  <a:pt x="433" y="218"/>
                </a:cubicBezTo>
                <a:cubicBezTo>
                  <a:pt x="484" y="218"/>
                  <a:pt x="525" y="177"/>
                  <a:pt x="525" y="127"/>
                </a:cubicBezTo>
                <a:cubicBezTo>
                  <a:pt x="525" y="76"/>
                  <a:pt x="484" y="35"/>
                  <a:pt x="433" y="35"/>
                </a:cubicBezTo>
                <a:cubicBezTo>
                  <a:pt x="421" y="35"/>
                  <a:pt x="411" y="38"/>
                  <a:pt x="399" y="41"/>
                </a:cubicBezTo>
                <a:cubicBezTo>
                  <a:pt x="361" y="16"/>
                  <a:pt x="313" y="0"/>
                  <a:pt x="263" y="0"/>
                </a:cubicBezTo>
                <a:cubicBezTo>
                  <a:pt x="228" y="0"/>
                  <a:pt x="193" y="6"/>
                  <a:pt x="165" y="22"/>
                </a:cubicBezTo>
                <a:cubicBezTo>
                  <a:pt x="206" y="82"/>
                  <a:pt x="206" y="82"/>
                  <a:pt x="206" y="82"/>
                </a:cubicBezTo>
                <a:cubicBezTo>
                  <a:pt x="225" y="76"/>
                  <a:pt x="244" y="73"/>
                  <a:pt x="263" y="73"/>
                </a:cubicBezTo>
                <a:close/>
                <a:moveTo>
                  <a:pt x="433" y="250"/>
                </a:moveTo>
                <a:cubicBezTo>
                  <a:pt x="430" y="313"/>
                  <a:pt x="395" y="367"/>
                  <a:pt x="342" y="392"/>
                </a:cubicBezTo>
                <a:cubicBezTo>
                  <a:pt x="326" y="364"/>
                  <a:pt x="294" y="342"/>
                  <a:pt x="259" y="342"/>
                </a:cubicBezTo>
                <a:cubicBezTo>
                  <a:pt x="209" y="342"/>
                  <a:pt x="168" y="383"/>
                  <a:pt x="168" y="433"/>
                </a:cubicBezTo>
                <a:cubicBezTo>
                  <a:pt x="168" y="484"/>
                  <a:pt x="209" y="525"/>
                  <a:pt x="259" y="525"/>
                </a:cubicBezTo>
                <a:cubicBezTo>
                  <a:pt x="297" y="525"/>
                  <a:pt x="329" y="503"/>
                  <a:pt x="345" y="468"/>
                </a:cubicBezTo>
                <a:cubicBezTo>
                  <a:pt x="440" y="433"/>
                  <a:pt x="506" y="345"/>
                  <a:pt x="506" y="240"/>
                </a:cubicBezTo>
                <a:cubicBezTo>
                  <a:pt x="506" y="225"/>
                  <a:pt x="506" y="225"/>
                  <a:pt x="506" y="225"/>
                </a:cubicBezTo>
                <a:cubicBezTo>
                  <a:pt x="503" y="228"/>
                  <a:pt x="433" y="250"/>
                  <a:pt x="433" y="250"/>
                </a:cubicBezTo>
                <a:close/>
                <a:moveTo>
                  <a:pt x="433" y="250"/>
                </a:moveTo>
                <a:cubicBezTo>
                  <a:pt x="433" y="250"/>
                  <a:pt x="433" y="250"/>
                  <a:pt x="433" y="250"/>
                </a:cubicBezTo>
              </a:path>
            </a:pathLst>
          </a:custGeom>
          <a:solidFill>
            <a:srgbClr val="0070C0"/>
          </a:solidFill>
          <a:ln w="9525">
            <a:noFill/>
            <a:round/>
          </a:ln>
        </p:spPr>
        <p:txBody>
          <a:bodyPr vert="horz" wrap="square" lIns="91440" tIns="45720" rIns="91440" bIns="45720" numCol="1" anchor="t" anchorCtr="0" compatLnSpc="1"/>
          <a:lstStyle/>
          <a:p>
            <a:endParaRPr lang="zh-CN" altLang="en-US"/>
          </a:p>
        </p:txBody>
      </p:sp>
      <p:cxnSp>
        <p:nvCxnSpPr>
          <p:cNvPr id="48" name="直接连接符 47"/>
          <p:cNvCxnSpPr/>
          <p:nvPr/>
        </p:nvCxnSpPr>
        <p:spPr bwMode="auto">
          <a:xfrm>
            <a:off x="2411760" y="4227934"/>
            <a:ext cx="4464496" cy="0"/>
          </a:xfrm>
          <a:prstGeom prst="line">
            <a:avLst/>
          </a:prstGeom>
          <a:ln cmpd="sng">
            <a:solidFill>
              <a:schemeClr val="accent5">
                <a:lumMod val="50000"/>
              </a:schemeClr>
            </a:solidFill>
            <a:headEnd type="none"/>
            <a:tailEnd type="non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57" name="Rectangle 25"/>
          <p:cNvSpPr>
            <a:spLocks noGrp="1" noChangeArrowheads="1"/>
          </p:cNvSpPr>
          <p:nvPr>
            <p:ph type="title"/>
          </p:nvPr>
        </p:nvSpPr>
        <p:spPr>
          <a:xfrm>
            <a:off x="2195739" y="141482"/>
            <a:ext cx="6768877" cy="368300"/>
          </a:xfrm>
          <a:noFill/>
        </p:spPr>
        <p:txBody>
          <a:bodyPr wrap="square">
            <a:spAutoFit/>
          </a:bodyPr>
          <a:lstStyle/>
          <a:p>
            <a:r>
              <a:rPr lang="zh-CN" altLang="en-US" dirty="0">
                <a:latin typeface="+mj-ea"/>
                <a:sym typeface="+mn-ea"/>
              </a:rPr>
              <a:t>如何使用</a:t>
            </a:r>
            <a:r>
              <a:rPr lang="en-US" altLang="zh-CN" dirty="0">
                <a:latin typeface="+mj-ea"/>
                <a:sym typeface="+mn-ea"/>
              </a:rPr>
              <a:t>if-</a:t>
            </a:r>
            <a:r>
              <a:rPr lang="en-US" altLang="zh-CN" dirty="0" err="1">
                <a:latin typeface="+mj-ea"/>
                <a:sym typeface="+mn-ea"/>
              </a:rPr>
              <a:t>elif</a:t>
            </a:r>
            <a:r>
              <a:rPr lang="en-US" altLang="zh-CN" dirty="0">
                <a:latin typeface="+mj-ea"/>
                <a:sym typeface="+mn-ea"/>
              </a:rPr>
              <a:t>-</a:t>
            </a:r>
            <a:r>
              <a:rPr lang="en-US" altLang="zh-CN" dirty="0" err="1">
                <a:latin typeface="+mj-ea"/>
                <a:sym typeface="+mn-ea"/>
              </a:rPr>
              <a:t>elif</a:t>
            </a:r>
            <a:r>
              <a:rPr lang="en-US" altLang="zh-CN" dirty="0">
                <a:latin typeface="+mj-ea"/>
                <a:sym typeface="+mn-ea"/>
              </a:rPr>
              <a:t>-[else]</a:t>
            </a:r>
            <a:r>
              <a:rPr lang="zh-CN" altLang="en-US" dirty="0">
                <a:latin typeface="+mj-ea"/>
                <a:sym typeface="+mn-ea"/>
              </a:rPr>
              <a:t>多分支选择结构</a:t>
            </a:r>
            <a:endParaRPr lang="zh-CN" altLang="en-US" dirty="0">
              <a:latin typeface="+mj-ea"/>
              <a:sym typeface="+mn-ea"/>
            </a:endParaRPr>
          </a:p>
        </p:txBody>
      </p:sp>
      <p:sp>
        <p:nvSpPr>
          <p:cNvPr id="5" name="内容占位符 4"/>
          <p:cNvSpPr>
            <a:spLocks noGrp="1"/>
          </p:cNvSpPr>
          <p:nvPr>
            <p:ph idx="1"/>
          </p:nvPr>
        </p:nvSpPr>
        <p:spPr/>
        <p:txBody>
          <a:bodyPr/>
          <a:lstStyle/>
          <a:p>
            <a:pPr>
              <a:defRPr/>
            </a:pPr>
            <a:r>
              <a:rPr lang="zh-CN" altLang="en-US" dirty="0"/>
              <a:t>多条件选择结构</a:t>
            </a:r>
            <a:endParaRPr lang="zh-CN" altLang="en-US" dirty="0"/>
          </a:p>
          <a:p>
            <a:pPr>
              <a:defRPr/>
            </a:pPr>
            <a:endParaRPr lang="zh-CN" altLang="en-US" dirty="0"/>
          </a:p>
        </p:txBody>
      </p:sp>
      <p:sp>
        <p:nvSpPr>
          <p:cNvPr id="18" name="副标题 17"/>
          <p:cNvSpPr>
            <a:spLocks noGrp="1"/>
          </p:cNvSpPr>
          <p:nvPr>
            <p:ph type="subTitle" idx="10"/>
          </p:nvPr>
        </p:nvSpPr>
        <p:spPr/>
        <p:txBody>
          <a:bodyPr/>
          <a:lstStyle/>
          <a:p>
            <a:r>
              <a:rPr lang="zh-CN" altLang="en-US" dirty="0"/>
              <a:t>语法分析</a:t>
            </a:r>
            <a:endParaRPr lang="zh-CN" altLang="en-US" dirty="0"/>
          </a:p>
        </p:txBody>
      </p:sp>
      <p:sp>
        <p:nvSpPr>
          <p:cNvPr id="581636" name="AutoShape 4"/>
          <p:cNvSpPr>
            <a:spLocks noChangeArrowheads="1"/>
          </p:cNvSpPr>
          <p:nvPr/>
        </p:nvSpPr>
        <p:spPr bwMode="auto">
          <a:xfrm>
            <a:off x="785786" y="1571618"/>
            <a:ext cx="2476500" cy="3672732"/>
          </a:xfrm>
          <a:prstGeom prst="roundRect">
            <a:avLst>
              <a:gd name="adj" fmla="val 1831"/>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if </a:t>
            </a:r>
            <a:r>
              <a:rPr lang="zh-CN" altLang="en-US" sz="1400" dirty="0">
                <a:solidFill>
                  <a:srgbClr val="FF0000"/>
                </a:solidFill>
                <a:latin typeface="+mn-ea"/>
                <a:ea typeface="+mn-ea"/>
              </a:rPr>
              <a:t>条件</a:t>
            </a:r>
            <a:r>
              <a:rPr lang="en-US" altLang="zh-CN" sz="1400" dirty="0">
                <a:solidFill>
                  <a:srgbClr val="FF0000"/>
                </a:solidFill>
                <a:latin typeface="+mn-ea"/>
                <a:ea typeface="+mn-ea"/>
              </a:rPr>
              <a:t>1</a:t>
            </a:r>
            <a:r>
              <a:rPr lang="zh-CN" altLang="en-US" sz="1400" dirty="0">
                <a:solidFill>
                  <a:schemeClr val="tx1">
                    <a:lumMod val="75000"/>
                    <a:lumOff val="25000"/>
                  </a:schemeClr>
                </a:solidFill>
                <a:latin typeface="+mn-ea"/>
                <a:ea typeface="+mn-ea"/>
              </a:rPr>
              <a:t>：</a:t>
            </a:r>
            <a:endParaRPr lang="zh-CN" altLang="en-US"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en-US" sz="1400" dirty="0">
                <a:solidFill>
                  <a:srgbClr val="00B050"/>
                </a:solidFill>
                <a:latin typeface="+mn-ea"/>
                <a:ea typeface="+mn-ea"/>
              </a:rPr>
              <a:t>代码块</a:t>
            </a:r>
            <a:r>
              <a:rPr lang="en-US" altLang="zh-CN" sz="1400" dirty="0">
                <a:solidFill>
                  <a:srgbClr val="00B050"/>
                </a:solidFill>
                <a:latin typeface="+mn-ea"/>
                <a:ea typeface="+mn-ea"/>
              </a:rPr>
              <a:t>1</a:t>
            </a:r>
            <a:endParaRPr lang="zh-CN" altLang="en-US"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elif </a:t>
            </a:r>
            <a:r>
              <a:rPr lang="zh-CN" altLang="en-US" sz="1400" dirty="0">
                <a:solidFill>
                  <a:srgbClr val="FF0000"/>
                </a:solidFill>
                <a:latin typeface="+mn-ea"/>
                <a:ea typeface="+mn-ea"/>
              </a:rPr>
              <a:t>条件</a:t>
            </a:r>
            <a:r>
              <a:rPr lang="en-US" altLang="zh-CN" sz="1400" dirty="0">
                <a:solidFill>
                  <a:srgbClr val="FF0000"/>
                </a:solidFill>
                <a:latin typeface="+mn-ea"/>
                <a:ea typeface="+mn-ea"/>
              </a:rPr>
              <a:t>2</a:t>
            </a:r>
            <a:r>
              <a:rPr lang="en-US" altLang="zh-CN" sz="1400" dirty="0">
                <a:solidFill>
                  <a:schemeClr val="tx1">
                    <a:lumMod val="75000"/>
                    <a:lumOff val="25000"/>
                  </a:schemeClr>
                </a:solidFill>
                <a:latin typeface="+mn-ea"/>
                <a:ea typeface="+mn-ea"/>
              </a:rPr>
              <a:t> :</a:t>
            </a:r>
            <a:endParaRPr lang="zh-CN" altLang="en-US"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en-US" sz="1400" dirty="0">
                <a:solidFill>
                  <a:srgbClr val="00B050"/>
                </a:solidFill>
                <a:latin typeface="+mn-ea"/>
                <a:ea typeface="+mn-ea"/>
              </a:rPr>
              <a:t>代码块</a:t>
            </a:r>
            <a:r>
              <a:rPr lang="en-US" altLang="zh-CN" sz="1400" dirty="0">
                <a:solidFill>
                  <a:srgbClr val="00B050"/>
                </a:solidFill>
                <a:latin typeface="+mn-ea"/>
                <a:ea typeface="+mn-ea"/>
              </a:rPr>
              <a:t>2</a:t>
            </a:r>
            <a:endParaRPr lang="zh-CN" altLang="en-US"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elif </a:t>
            </a:r>
            <a:r>
              <a:rPr lang="zh-CN" altLang="en-US" sz="1400" dirty="0">
                <a:solidFill>
                  <a:srgbClr val="FF0000"/>
                </a:solidFill>
                <a:latin typeface="+mn-ea"/>
                <a:ea typeface="+mn-ea"/>
              </a:rPr>
              <a:t>条件</a:t>
            </a:r>
            <a:r>
              <a:rPr lang="en-US" altLang="zh-CN" sz="1400" dirty="0">
                <a:solidFill>
                  <a:srgbClr val="FF0000"/>
                </a:solidFill>
                <a:latin typeface="+mn-ea"/>
                <a:ea typeface="+mn-ea"/>
              </a:rPr>
              <a:t>3</a:t>
            </a:r>
            <a:r>
              <a:rPr lang="en-US" altLang="zh-CN" sz="1400" dirty="0">
                <a:solidFill>
                  <a:schemeClr val="tx1">
                    <a:lumMod val="75000"/>
                    <a:lumOff val="25000"/>
                  </a:schemeClr>
                </a:solidFill>
                <a:latin typeface="+mn-ea"/>
                <a:ea typeface="+mn-ea"/>
              </a:rPr>
              <a:t>:</a:t>
            </a:r>
            <a:endParaRPr lang="zh-CN" altLang="en-US"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en-US" sz="1400" dirty="0">
                <a:solidFill>
                  <a:srgbClr val="00B050"/>
                </a:solidFill>
                <a:latin typeface="+mn-ea"/>
                <a:ea typeface="+mn-ea"/>
              </a:rPr>
              <a:t>代码块</a:t>
            </a:r>
            <a:r>
              <a:rPr lang="en-US" altLang="zh-CN" sz="1400" dirty="0">
                <a:solidFill>
                  <a:srgbClr val="00B050"/>
                </a:solidFill>
                <a:latin typeface="+mn-ea"/>
                <a:ea typeface="+mn-ea"/>
              </a:rPr>
              <a:t>3 </a:t>
            </a:r>
            <a:endParaRPr lang="zh-CN" altLang="en-US" sz="1400" dirty="0">
              <a:solidFill>
                <a:srgbClr val="00B050"/>
              </a:solidFill>
              <a:latin typeface="+mn-ea"/>
              <a:ea typeface="+mn-ea"/>
            </a:endParaRPr>
          </a:p>
          <a:p>
            <a:pPr marL="224155" lvl="1" indent="-224155" algn="l" defTabSz="381000">
              <a:lnSpc>
                <a:spcPct val="150000"/>
              </a:lnSpc>
              <a:buClr>
                <a:schemeClr val="folHlink"/>
              </a:buClr>
              <a:buSzPct val="60000"/>
              <a:tabLst>
                <a:tab pos="444500" algn="l"/>
              </a:tabLst>
              <a:defRPr/>
            </a:pPr>
            <a:endParaRPr lang="zh-CN" altLang="en-US"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 </a:t>
            </a:r>
            <a:endParaRPr lang="zh-CN" altLang="en-US"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else:</a:t>
            </a:r>
            <a:endParaRPr lang="zh-CN" altLang="en-US"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en-US" sz="1400" dirty="0">
                <a:solidFill>
                  <a:srgbClr val="00B050"/>
                </a:solidFill>
                <a:latin typeface="+mn-ea"/>
                <a:ea typeface="+mn-ea"/>
              </a:rPr>
              <a:t>代码块</a:t>
            </a:r>
            <a:r>
              <a:rPr lang="en-US" altLang="zh-CN" sz="1400" dirty="0">
                <a:solidFill>
                  <a:srgbClr val="00B050"/>
                </a:solidFill>
                <a:latin typeface="+mn-ea"/>
                <a:ea typeface="+mn-ea"/>
              </a:rPr>
              <a:t>n </a:t>
            </a:r>
            <a:endParaRPr lang="zh-CN" altLang="en-US" sz="1400" dirty="0">
              <a:solidFill>
                <a:srgbClr val="00B050"/>
              </a:solidFill>
              <a:latin typeface="+mn-ea"/>
              <a:ea typeface="+mn-ea"/>
            </a:endParaRPr>
          </a:p>
          <a:p>
            <a:pPr marL="224155" lvl="1" indent="-224155" algn="l" defTabSz="381000">
              <a:lnSpc>
                <a:spcPct val="150000"/>
              </a:lnSpc>
              <a:buClr>
                <a:schemeClr val="folHlink"/>
              </a:buClr>
              <a:buSzPct val="60000"/>
              <a:tabLst>
                <a:tab pos="444500" algn="l"/>
              </a:tabLst>
              <a:defRPr/>
            </a:pPr>
            <a:endParaRPr lang="en-US" altLang="zh-CN" sz="1400" dirty="0">
              <a:solidFill>
                <a:schemeClr val="tx1">
                  <a:lumMod val="75000"/>
                  <a:lumOff val="25000"/>
                </a:schemeClr>
              </a:solidFill>
              <a:latin typeface="+mn-ea"/>
              <a:ea typeface="+mn-ea"/>
            </a:endParaRPr>
          </a:p>
        </p:txBody>
      </p:sp>
      <p:sp>
        <p:nvSpPr>
          <p:cNvPr id="26632" name="Rectangle 28"/>
          <p:cNvSpPr>
            <a:spLocks noChangeArrowheads="1"/>
          </p:cNvSpPr>
          <p:nvPr/>
        </p:nvSpPr>
        <p:spPr bwMode="auto">
          <a:xfrm>
            <a:off x="0" y="1871663"/>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26634" name="Rectangle 30"/>
          <p:cNvSpPr>
            <a:spLocks noChangeArrowheads="1"/>
          </p:cNvSpPr>
          <p:nvPr/>
        </p:nvSpPr>
        <p:spPr bwMode="auto">
          <a:xfrm>
            <a:off x="0" y="127516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l"/>
            <a:endParaRPr lang="zh-CN" altLang="en-US"/>
          </a:p>
        </p:txBody>
      </p:sp>
      <p:sp>
        <p:nvSpPr>
          <p:cNvPr id="21" name="AutoShape 6"/>
          <p:cNvSpPr>
            <a:spLocks noChangeArrowheads="1"/>
          </p:cNvSpPr>
          <p:nvPr/>
        </p:nvSpPr>
        <p:spPr bwMode="auto">
          <a:xfrm>
            <a:off x="2143108" y="4000963"/>
            <a:ext cx="2571768" cy="373665"/>
          </a:xfrm>
          <a:prstGeom prst="roundRect">
            <a:avLst>
              <a:gd name="adj"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en-US" altLang="zh-CN" sz="1600" kern="0" dirty="0">
                <a:solidFill>
                  <a:schemeClr val="bg1"/>
                </a:solidFill>
                <a:latin typeface="+mn-ea"/>
                <a:ea typeface="+mn-ea"/>
              </a:rPr>
              <a:t>elif</a:t>
            </a:r>
            <a:r>
              <a:rPr lang="zh-CN" altLang="en-US" sz="1600" kern="0" dirty="0">
                <a:solidFill>
                  <a:schemeClr val="bg1"/>
                </a:solidFill>
                <a:latin typeface="+mn-ea"/>
                <a:ea typeface="+mn-ea"/>
              </a:rPr>
              <a:t>的数目</a:t>
            </a:r>
            <a:r>
              <a:rPr lang="zh-CN" altLang="en-US" sz="1600" kern="0" dirty="0">
                <a:solidFill>
                  <a:srgbClr val="FF0000"/>
                </a:solidFill>
                <a:latin typeface="+mn-ea"/>
                <a:ea typeface="+mn-ea"/>
              </a:rPr>
              <a:t>任意</a:t>
            </a:r>
            <a:endParaRPr lang="zh-CN" altLang="en-US" sz="1600" kern="0" dirty="0">
              <a:solidFill>
                <a:srgbClr val="FF0000"/>
              </a:solidFill>
              <a:latin typeface="+mn-ea"/>
              <a:ea typeface="+mn-ea"/>
            </a:endParaRPr>
          </a:p>
        </p:txBody>
      </p:sp>
      <p:sp>
        <p:nvSpPr>
          <p:cNvPr id="22" name="AutoShape 7"/>
          <p:cNvSpPr>
            <a:spLocks noChangeArrowheads="1"/>
          </p:cNvSpPr>
          <p:nvPr/>
        </p:nvSpPr>
        <p:spPr bwMode="auto">
          <a:xfrm>
            <a:off x="4071934" y="2786354"/>
            <a:ext cx="2643206" cy="700888"/>
          </a:xfrm>
          <a:prstGeom prst="roundRect">
            <a:avLst>
              <a:gd name="adj"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rPr>
              <a:t>最后一个</a:t>
            </a:r>
            <a:r>
              <a:rPr lang="en-US" altLang="zh-CN" sz="1600" kern="0" dirty="0">
                <a:solidFill>
                  <a:schemeClr val="bg1"/>
                </a:solidFill>
                <a:latin typeface="+mn-ea"/>
                <a:ea typeface="+mn-ea"/>
              </a:rPr>
              <a:t>else</a:t>
            </a:r>
            <a:r>
              <a:rPr lang="zh-CN" altLang="en-US" sz="1600" kern="0" dirty="0">
                <a:solidFill>
                  <a:srgbClr val="FF0000"/>
                </a:solidFill>
                <a:latin typeface="+mn-ea"/>
                <a:ea typeface="+mn-ea"/>
              </a:rPr>
              <a:t>可以省略</a:t>
            </a:r>
            <a:endParaRPr lang="en-US" altLang="zh-CN" sz="1600" kern="0" dirty="0">
              <a:solidFill>
                <a:srgbClr val="FF0000"/>
              </a:solidFill>
              <a:latin typeface="+mn-ea"/>
              <a:ea typeface="+mn-ea"/>
            </a:endParaRPr>
          </a:p>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rPr>
              <a:t>有则必须放在</a:t>
            </a:r>
            <a:r>
              <a:rPr lang="en-US" altLang="zh-CN" sz="1600" kern="0" dirty="0">
                <a:solidFill>
                  <a:schemeClr val="bg1"/>
                </a:solidFill>
                <a:latin typeface="+mn-ea"/>
                <a:ea typeface="+mn-ea"/>
              </a:rPr>
              <a:t>elif</a:t>
            </a:r>
            <a:r>
              <a:rPr lang="zh-CN" altLang="en-US" sz="1600" kern="0" dirty="0">
                <a:solidFill>
                  <a:srgbClr val="FF0000"/>
                </a:solidFill>
                <a:latin typeface="+mn-ea"/>
                <a:ea typeface="+mn-ea"/>
              </a:rPr>
              <a:t>后面</a:t>
            </a:r>
            <a:endParaRPr lang="zh-CN" altLang="en-US" sz="1600" kern="0" dirty="0">
              <a:solidFill>
                <a:srgbClr val="FF0000"/>
              </a:solidFill>
              <a:latin typeface="+mn-ea"/>
              <a:ea typeface="+mn-ea"/>
            </a:endParaRPr>
          </a:p>
        </p:txBody>
      </p:sp>
      <p:pic>
        <p:nvPicPr>
          <p:cNvPr id="23" name="图片 22" descr="图3.26 if多选择流程图.bmp"/>
          <p:cNvPicPr>
            <a:picLocks noChangeAspect="1"/>
          </p:cNvPicPr>
          <p:nvPr/>
        </p:nvPicPr>
        <p:blipFill>
          <a:blip r:embed="rId1" cstate="print"/>
          <a:stretch>
            <a:fillRect/>
          </a:stretch>
        </p:blipFill>
        <p:spPr>
          <a:xfrm>
            <a:off x="5201921" y="874389"/>
            <a:ext cx="3763158" cy="2488717"/>
          </a:xfrm>
          <a:prstGeom prst="rect">
            <a:avLst/>
          </a:prstGeom>
        </p:spPr>
      </p:pic>
      <p:sp>
        <p:nvSpPr>
          <p:cNvPr id="27" name="AutoShape 6"/>
          <p:cNvSpPr>
            <a:spLocks noChangeArrowheads="1"/>
          </p:cNvSpPr>
          <p:nvPr/>
        </p:nvSpPr>
        <p:spPr bwMode="auto">
          <a:xfrm>
            <a:off x="2143108" y="1643056"/>
            <a:ext cx="1643074" cy="374571"/>
          </a:xfrm>
          <a:prstGeom prst="roundRect">
            <a:avLst>
              <a:gd name="adj"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rPr>
              <a:t>满足条件</a:t>
            </a:r>
            <a:r>
              <a:rPr lang="en-US" altLang="zh-CN" sz="1600" kern="0" dirty="0">
                <a:solidFill>
                  <a:schemeClr val="bg1"/>
                </a:solidFill>
                <a:latin typeface="+mn-ea"/>
                <a:ea typeface="+mn-ea"/>
              </a:rPr>
              <a:t>1</a:t>
            </a:r>
            <a:r>
              <a:rPr lang="zh-CN" altLang="en-US" sz="1600" kern="0" dirty="0">
                <a:solidFill>
                  <a:schemeClr val="bg1"/>
                </a:solidFill>
                <a:latin typeface="+mn-ea"/>
                <a:ea typeface="+mn-ea"/>
              </a:rPr>
              <a:t>执行</a:t>
            </a:r>
            <a:endParaRPr lang="zh-CN" altLang="en-US" sz="1600" kern="0" dirty="0">
              <a:solidFill>
                <a:schemeClr val="bg1"/>
              </a:solidFill>
              <a:latin typeface="+mn-ea"/>
              <a:ea typeface="+mn-ea"/>
            </a:endParaRPr>
          </a:p>
        </p:txBody>
      </p:sp>
      <p:sp>
        <p:nvSpPr>
          <p:cNvPr id="28" name="AutoShape 6"/>
          <p:cNvSpPr>
            <a:spLocks noChangeArrowheads="1"/>
          </p:cNvSpPr>
          <p:nvPr/>
        </p:nvSpPr>
        <p:spPr bwMode="auto">
          <a:xfrm>
            <a:off x="2143108" y="2143122"/>
            <a:ext cx="1714512" cy="646986"/>
          </a:xfrm>
          <a:prstGeom prst="roundRect">
            <a:avLst>
              <a:gd name="adj"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rPr>
              <a:t>不满足条件</a:t>
            </a:r>
            <a:r>
              <a:rPr lang="en-US" altLang="zh-CN" sz="1600" kern="0" dirty="0">
                <a:solidFill>
                  <a:schemeClr val="bg1"/>
                </a:solidFill>
                <a:latin typeface="+mn-ea"/>
                <a:ea typeface="+mn-ea"/>
              </a:rPr>
              <a:t>1</a:t>
            </a:r>
            <a:r>
              <a:rPr lang="zh-CN" altLang="en-US" sz="1600" kern="0" dirty="0">
                <a:solidFill>
                  <a:schemeClr val="bg1"/>
                </a:solidFill>
                <a:latin typeface="+mn-ea"/>
                <a:ea typeface="+mn-ea"/>
              </a:rPr>
              <a:t>，满足条件</a:t>
            </a:r>
            <a:r>
              <a:rPr lang="en-US" altLang="zh-CN" sz="1600" kern="0" dirty="0">
                <a:solidFill>
                  <a:schemeClr val="bg1"/>
                </a:solidFill>
                <a:latin typeface="+mn-ea"/>
                <a:ea typeface="+mn-ea"/>
              </a:rPr>
              <a:t>2</a:t>
            </a:r>
            <a:r>
              <a:rPr lang="zh-CN" altLang="en-US" sz="1600" kern="0" dirty="0">
                <a:solidFill>
                  <a:schemeClr val="bg1"/>
                </a:solidFill>
                <a:latin typeface="+mn-ea"/>
                <a:ea typeface="+mn-ea"/>
              </a:rPr>
              <a:t>执行</a:t>
            </a:r>
            <a:endParaRPr lang="zh-CN" altLang="en-US" sz="1600" kern="0" dirty="0">
              <a:solidFill>
                <a:schemeClr val="bg1"/>
              </a:solidFill>
              <a:latin typeface="+mn-ea"/>
              <a:ea typeface="+mn-ea"/>
            </a:endParaRPr>
          </a:p>
        </p:txBody>
      </p:sp>
      <p:sp>
        <p:nvSpPr>
          <p:cNvPr id="29" name="AutoShape 6"/>
          <p:cNvSpPr>
            <a:spLocks noChangeArrowheads="1"/>
          </p:cNvSpPr>
          <p:nvPr/>
        </p:nvSpPr>
        <p:spPr bwMode="auto">
          <a:xfrm>
            <a:off x="2143108" y="2857502"/>
            <a:ext cx="1643074" cy="1028367"/>
          </a:xfrm>
          <a:prstGeom prst="roundRect">
            <a:avLst>
              <a:gd name="adj"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rPr>
              <a:t>不满足条件</a:t>
            </a:r>
            <a:r>
              <a:rPr lang="en-US" altLang="zh-CN" sz="1600" kern="0" dirty="0">
                <a:solidFill>
                  <a:schemeClr val="bg1"/>
                </a:solidFill>
                <a:latin typeface="+mn-ea"/>
              </a:rPr>
              <a:t>1</a:t>
            </a:r>
            <a:r>
              <a:rPr lang="zh-CN" altLang="en-US" sz="1600" kern="0" dirty="0">
                <a:solidFill>
                  <a:schemeClr val="bg1"/>
                </a:solidFill>
                <a:latin typeface="+mn-ea"/>
              </a:rPr>
              <a:t>，</a:t>
            </a:r>
            <a:endParaRPr lang="en-US" altLang="zh-CN" sz="1600" kern="0" dirty="0">
              <a:solidFill>
                <a:schemeClr val="bg1"/>
              </a:solidFill>
              <a:latin typeface="+mn-ea"/>
            </a:endParaRPr>
          </a:p>
          <a:p>
            <a:pPr marL="0" lvl="1" indent="-285750" algn="l" eaLnBrk="0" hangingPunct="0">
              <a:spcBef>
                <a:spcPct val="20000"/>
              </a:spcBef>
              <a:buClr>
                <a:srgbClr val="233DA9"/>
              </a:buClr>
              <a:buSzPct val="80000"/>
              <a:defRPr/>
            </a:pPr>
            <a:r>
              <a:rPr lang="zh-CN" altLang="en-US" sz="1600" kern="0" dirty="0">
                <a:solidFill>
                  <a:schemeClr val="bg1"/>
                </a:solidFill>
                <a:latin typeface="+mn-ea"/>
              </a:rPr>
              <a:t>不满足条件</a:t>
            </a:r>
            <a:r>
              <a:rPr lang="en-US" altLang="zh-CN" sz="1600" kern="0" dirty="0">
                <a:solidFill>
                  <a:schemeClr val="bg1"/>
                </a:solidFill>
                <a:latin typeface="+mn-ea"/>
              </a:rPr>
              <a:t>2</a:t>
            </a:r>
            <a:r>
              <a:rPr lang="zh-CN" altLang="en-US" sz="1600" kern="0" dirty="0">
                <a:solidFill>
                  <a:schemeClr val="bg1"/>
                </a:solidFill>
                <a:latin typeface="+mn-ea"/>
              </a:rPr>
              <a:t>，</a:t>
            </a:r>
            <a:endParaRPr lang="en-US" altLang="zh-CN" sz="1600" kern="0" dirty="0">
              <a:solidFill>
                <a:schemeClr val="bg1"/>
              </a:solidFill>
              <a:latin typeface="+mn-ea"/>
            </a:endParaRPr>
          </a:p>
          <a:p>
            <a:pPr marL="0" lvl="1" indent="-285750" algn="l" eaLnBrk="0" hangingPunct="0">
              <a:spcBef>
                <a:spcPct val="20000"/>
              </a:spcBef>
              <a:buClr>
                <a:srgbClr val="233DA9"/>
              </a:buClr>
              <a:buSzPct val="80000"/>
              <a:defRPr/>
            </a:pPr>
            <a:r>
              <a:rPr lang="zh-CN" altLang="en-US" sz="1600" kern="0" dirty="0">
                <a:solidFill>
                  <a:schemeClr val="bg1"/>
                </a:solidFill>
                <a:latin typeface="+mn-ea"/>
              </a:rPr>
              <a:t>满足条件</a:t>
            </a:r>
            <a:r>
              <a:rPr lang="en-US" altLang="zh-CN" sz="1600" kern="0" dirty="0">
                <a:solidFill>
                  <a:schemeClr val="bg1"/>
                </a:solidFill>
                <a:latin typeface="+mn-ea"/>
              </a:rPr>
              <a:t>3</a:t>
            </a:r>
            <a:r>
              <a:rPr lang="zh-CN" altLang="en-US" sz="1600" kern="0" dirty="0">
                <a:solidFill>
                  <a:schemeClr val="bg1"/>
                </a:solidFill>
                <a:latin typeface="+mn-ea"/>
              </a:rPr>
              <a:t>执行</a:t>
            </a:r>
            <a:endParaRPr lang="zh-CN" altLang="en-US" sz="1600" kern="0" dirty="0">
              <a:solidFill>
                <a:schemeClr val="bg1"/>
              </a:solidFill>
              <a:latin typeface="+mn-ea"/>
            </a:endParaRPr>
          </a:p>
        </p:txBody>
      </p:sp>
      <p:sp>
        <p:nvSpPr>
          <p:cNvPr id="30" name="AutoShape 6"/>
          <p:cNvSpPr>
            <a:spLocks noChangeArrowheads="1"/>
          </p:cNvSpPr>
          <p:nvPr/>
        </p:nvSpPr>
        <p:spPr bwMode="auto">
          <a:xfrm>
            <a:off x="2143125" y="4501368"/>
            <a:ext cx="2861310" cy="373675"/>
          </a:xfrm>
          <a:prstGeom prst="roundRect">
            <a:avLst>
              <a:gd name="adj"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rPr>
              <a:t>最后一个条件也不满足才执行</a:t>
            </a:r>
            <a:endParaRPr lang="zh-CN" altLang="en-US" sz="1600" kern="0" dirty="0">
              <a:solidFill>
                <a:schemeClr val="bg1"/>
              </a:solidFill>
              <a:latin typeface="+mn-ea"/>
              <a:ea typeface="+mn-ea"/>
            </a:endParaRPr>
          </a:p>
        </p:txBody>
      </p:sp>
      <p:sp>
        <p:nvSpPr>
          <p:cNvPr id="31" name="AutoShape 6"/>
          <p:cNvSpPr>
            <a:spLocks noChangeArrowheads="1"/>
          </p:cNvSpPr>
          <p:nvPr/>
        </p:nvSpPr>
        <p:spPr bwMode="auto">
          <a:xfrm>
            <a:off x="1000100" y="3214692"/>
            <a:ext cx="714380" cy="357190"/>
          </a:xfrm>
          <a:prstGeom prst="flowChartProcess">
            <a:avLst/>
          </a:prstGeom>
          <a:noFill/>
          <a:ln w="19050" algn="ctr">
            <a:solidFill>
              <a:srgbClr val="C0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sp>
        <p:nvSpPr>
          <p:cNvPr id="32" name="AutoShape 6"/>
          <p:cNvSpPr>
            <a:spLocks noChangeArrowheads="1"/>
          </p:cNvSpPr>
          <p:nvPr/>
        </p:nvSpPr>
        <p:spPr bwMode="auto">
          <a:xfrm>
            <a:off x="1000100" y="1928808"/>
            <a:ext cx="785818" cy="357190"/>
          </a:xfrm>
          <a:prstGeom prst="flowChartProcess">
            <a:avLst/>
          </a:prstGeom>
          <a:noFill/>
          <a:ln w="19050" algn="ctr">
            <a:solidFill>
              <a:srgbClr val="C0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sp>
        <p:nvSpPr>
          <p:cNvPr id="33" name="AutoShape 6"/>
          <p:cNvSpPr>
            <a:spLocks noChangeArrowheads="1"/>
          </p:cNvSpPr>
          <p:nvPr/>
        </p:nvSpPr>
        <p:spPr bwMode="auto">
          <a:xfrm>
            <a:off x="1000100" y="2571750"/>
            <a:ext cx="714380" cy="357190"/>
          </a:xfrm>
          <a:prstGeom prst="flowChartProcess">
            <a:avLst/>
          </a:prstGeom>
          <a:noFill/>
          <a:ln w="19050" algn="ctr">
            <a:solidFill>
              <a:srgbClr val="C0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cxnSp>
        <p:nvCxnSpPr>
          <p:cNvPr id="35" name="直接箭头连接符 34"/>
          <p:cNvCxnSpPr>
            <a:stCxn id="32" idx="3"/>
            <a:endCxn id="27" idx="1"/>
          </p:cNvCxnSpPr>
          <p:nvPr/>
        </p:nvCxnSpPr>
        <p:spPr bwMode="auto">
          <a:xfrm flipV="1">
            <a:off x="1785918" y="1830342"/>
            <a:ext cx="357190" cy="277061"/>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37" name="直接箭头连接符 36"/>
          <p:cNvCxnSpPr>
            <a:stCxn id="33" idx="3"/>
            <a:endCxn id="28" idx="1"/>
          </p:cNvCxnSpPr>
          <p:nvPr/>
        </p:nvCxnSpPr>
        <p:spPr bwMode="auto">
          <a:xfrm flipV="1">
            <a:off x="1714480" y="2466615"/>
            <a:ext cx="428628" cy="283730"/>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39" name="直接箭头连接符 38"/>
          <p:cNvCxnSpPr>
            <a:stCxn id="31" idx="3"/>
            <a:endCxn id="29" idx="1"/>
          </p:cNvCxnSpPr>
          <p:nvPr/>
        </p:nvCxnSpPr>
        <p:spPr bwMode="auto">
          <a:xfrm flipV="1">
            <a:off x="1714480" y="3371686"/>
            <a:ext cx="428628" cy="21601"/>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
        <p:nvSpPr>
          <p:cNvPr id="40" name="AutoShape 6"/>
          <p:cNvSpPr>
            <a:spLocks noChangeArrowheads="1"/>
          </p:cNvSpPr>
          <p:nvPr/>
        </p:nvSpPr>
        <p:spPr bwMode="auto">
          <a:xfrm>
            <a:off x="1000100" y="4500576"/>
            <a:ext cx="714380" cy="357190"/>
          </a:xfrm>
          <a:prstGeom prst="flowChartProcess">
            <a:avLst/>
          </a:prstGeom>
          <a:noFill/>
          <a:ln w="19050" algn="ctr">
            <a:solidFill>
              <a:srgbClr val="C0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cxnSp>
        <p:nvCxnSpPr>
          <p:cNvPr id="41" name="直接箭头连接符 40"/>
          <p:cNvCxnSpPr>
            <a:stCxn id="40" idx="3"/>
            <a:endCxn id="30" idx="1"/>
          </p:cNvCxnSpPr>
          <p:nvPr/>
        </p:nvCxnSpPr>
        <p:spPr bwMode="auto">
          <a:xfrm>
            <a:off x="1714480" y="4679806"/>
            <a:ext cx="428625" cy="8255"/>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
        <p:nvSpPr>
          <p:cNvPr id="44" name="AutoShape 6"/>
          <p:cNvSpPr>
            <a:spLocks noChangeArrowheads="1"/>
          </p:cNvSpPr>
          <p:nvPr/>
        </p:nvSpPr>
        <p:spPr bwMode="auto">
          <a:xfrm>
            <a:off x="1000100" y="3857634"/>
            <a:ext cx="714380" cy="357190"/>
          </a:xfrm>
          <a:prstGeom prst="flowChartProcess">
            <a:avLst/>
          </a:prstGeom>
          <a:noFill/>
          <a:ln w="19050" algn="ctr">
            <a:solidFill>
              <a:srgbClr val="C0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cxnSp>
        <p:nvCxnSpPr>
          <p:cNvPr id="45" name="直接箭头连接符 44"/>
          <p:cNvCxnSpPr>
            <a:stCxn id="44" idx="3"/>
            <a:endCxn id="21" idx="1"/>
          </p:cNvCxnSpPr>
          <p:nvPr/>
        </p:nvCxnSpPr>
        <p:spPr bwMode="auto">
          <a:xfrm>
            <a:off x="1714480" y="4036864"/>
            <a:ext cx="428625" cy="151130"/>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grpSp>
        <p:nvGrpSpPr>
          <p:cNvPr id="2" name="组合 25"/>
          <p:cNvGrpSpPr/>
          <p:nvPr/>
        </p:nvGrpSpPr>
        <p:grpSpPr>
          <a:xfrm>
            <a:off x="263049" y="785800"/>
            <a:ext cx="234950" cy="212725"/>
            <a:chOff x="436488" y="2332038"/>
            <a:chExt cx="234950" cy="212725"/>
          </a:xfrm>
        </p:grpSpPr>
        <p:grpSp>
          <p:nvGrpSpPr>
            <p:cNvPr id="3" name="组合 1080"/>
            <p:cNvGrpSpPr/>
            <p:nvPr/>
          </p:nvGrpSpPr>
          <p:grpSpPr>
            <a:xfrm>
              <a:off x="436488" y="2420938"/>
              <a:ext cx="228600" cy="123825"/>
              <a:chOff x="436488" y="2420938"/>
              <a:chExt cx="228600" cy="123825"/>
            </a:xfrm>
          </p:grpSpPr>
          <p:sp>
            <p:nvSpPr>
              <p:cNvPr id="38" name="Freeform 81"/>
              <p:cNvSpPr/>
              <p:nvPr/>
            </p:nvSpPr>
            <p:spPr bwMode="auto">
              <a:xfrm>
                <a:off x="436488" y="2420938"/>
                <a:ext cx="228600" cy="82550"/>
              </a:xfrm>
              <a:custGeom>
                <a:avLst/>
                <a:gdLst>
                  <a:gd name="T0" fmla="*/ 0 w 144"/>
                  <a:gd name="T1" fmla="*/ 10 h 52"/>
                  <a:gd name="T2" fmla="*/ 11 w 144"/>
                  <a:gd name="T3" fmla="*/ 0 h 52"/>
                  <a:gd name="T4" fmla="*/ 73 w 144"/>
                  <a:gd name="T5" fmla="*/ 38 h 52"/>
                  <a:gd name="T6" fmla="*/ 134 w 144"/>
                  <a:gd name="T7" fmla="*/ 5 h 52"/>
                  <a:gd name="T8" fmla="*/ 144 w 144"/>
                  <a:gd name="T9" fmla="*/ 15 h 52"/>
                  <a:gd name="T10" fmla="*/ 73 w 144"/>
                  <a:gd name="T11" fmla="*/ 52 h 52"/>
                  <a:gd name="T12" fmla="*/ 0 w 144"/>
                  <a:gd name="T13" fmla="*/ 10 h 52"/>
                </a:gdLst>
                <a:ahLst/>
                <a:cxnLst>
                  <a:cxn ang="0">
                    <a:pos x="T0" y="T1"/>
                  </a:cxn>
                  <a:cxn ang="0">
                    <a:pos x="T2" y="T3"/>
                  </a:cxn>
                  <a:cxn ang="0">
                    <a:pos x="T4" y="T5"/>
                  </a:cxn>
                  <a:cxn ang="0">
                    <a:pos x="T6" y="T7"/>
                  </a:cxn>
                  <a:cxn ang="0">
                    <a:pos x="T8" y="T9"/>
                  </a:cxn>
                  <a:cxn ang="0">
                    <a:pos x="T10" y="T11"/>
                  </a:cxn>
                  <a:cxn ang="0">
                    <a:pos x="T12" y="T13"/>
                  </a:cxn>
                </a:cxnLst>
                <a:rect l="0" t="0" r="r" b="b"/>
                <a:pathLst>
                  <a:path w="144" h="52">
                    <a:moveTo>
                      <a:pt x="0" y="10"/>
                    </a:moveTo>
                    <a:lnTo>
                      <a:pt x="11" y="0"/>
                    </a:lnTo>
                    <a:lnTo>
                      <a:pt x="73" y="38"/>
                    </a:lnTo>
                    <a:lnTo>
                      <a:pt x="134" y="5"/>
                    </a:lnTo>
                    <a:lnTo>
                      <a:pt x="144" y="15"/>
                    </a:lnTo>
                    <a:lnTo>
                      <a:pt x="73" y="52"/>
                    </a:lnTo>
                    <a:lnTo>
                      <a:pt x="0" y="1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82"/>
              <p:cNvSpPr/>
              <p:nvPr/>
            </p:nvSpPr>
            <p:spPr bwMode="auto">
              <a:xfrm>
                <a:off x="436488" y="2462213"/>
                <a:ext cx="228600" cy="82550"/>
              </a:xfrm>
              <a:custGeom>
                <a:avLst/>
                <a:gdLst>
                  <a:gd name="T0" fmla="*/ 0 w 144"/>
                  <a:gd name="T1" fmla="*/ 10 h 52"/>
                  <a:gd name="T2" fmla="*/ 11 w 144"/>
                  <a:gd name="T3" fmla="*/ 0 h 52"/>
                  <a:gd name="T4" fmla="*/ 73 w 144"/>
                  <a:gd name="T5" fmla="*/ 38 h 52"/>
                  <a:gd name="T6" fmla="*/ 134 w 144"/>
                  <a:gd name="T7" fmla="*/ 5 h 52"/>
                  <a:gd name="T8" fmla="*/ 144 w 144"/>
                  <a:gd name="T9" fmla="*/ 15 h 52"/>
                  <a:gd name="T10" fmla="*/ 73 w 144"/>
                  <a:gd name="T11" fmla="*/ 52 h 52"/>
                  <a:gd name="T12" fmla="*/ 0 w 144"/>
                  <a:gd name="T13" fmla="*/ 10 h 52"/>
                </a:gdLst>
                <a:ahLst/>
                <a:cxnLst>
                  <a:cxn ang="0">
                    <a:pos x="T0" y="T1"/>
                  </a:cxn>
                  <a:cxn ang="0">
                    <a:pos x="T2" y="T3"/>
                  </a:cxn>
                  <a:cxn ang="0">
                    <a:pos x="T4" y="T5"/>
                  </a:cxn>
                  <a:cxn ang="0">
                    <a:pos x="T6" y="T7"/>
                  </a:cxn>
                  <a:cxn ang="0">
                    <a:pos x="T8" y="T9"/>
                  </a:cxn>
                  <a:cxn ang="0">
                    <a:pos x="T10" y="T11"/>
                  </a:cxn>
                  <a:cxn ang="0">
                    <a:pos x="T12" y="T13"/>
                  </a:cxn>
                </a:cxnLst>
                <a:rect l="0" t="0" r="r" b="b"/>
                <a:pathLst>
                  <a:path w="144" h="52">
                    <a:moveTo>
                      <a:pt x="0" y="10"/>
                    </a:moveTo>
                    <a:lnTo>
                      <a:pt x="11" y="0"/>
                    </a:lnTo>
                    <a:lnTo>
                      <a:pt x="73" y="38"/>
                    </a:lnTo>
                    <a:lnTo>
                      <a:pt x="134" y="5"/>
                    </a:lnTo>
                    <a:lnTo>
                      <a:pt x="144" y="15"/>
                    </a:lnTo>
                    <a:lnTo>
                      <a:pt x="73" y="52"/>
                    </a:lnTo>
                    <a:lnTo>
                      <a:pt x="0" y="1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36" name="Freeform 83"/>
            <p:cNvSpPr/>
            <p:nvPr/>
          </p:nvSpPr>
          <p:spPr bwMode="auto">
            <a:xfrm>
              <a:off x="436488" y="2332038"/>
              <a:ext cx="234950" cy="130175"/>
            </a:xfrm>
            <a:custGeom>
              <a:avLst/>
              <a:gdLst>
                <a:gd name="T0" fmla="*/ 0 w 148"/>
                <a:gd name="T1" fmla="*/ 40 h 82"/>
                <a:gd name="T2" fmla="*/ 75 w 148"/>
                <a:gd name="T3" fmla="*/ 0 h 82"/>
                <a:gd name="T4" fmla="*/ 148 w 148"/>
                <a:gd name="T5" fmla="*/ 45 h 82"/>
                <a:gd name="T6" fmla="*/ 73 w 148"/>
                <a:gd name="T7" fmla="*/ 82 h 82"/>
                <a:gd name="T8" fmla="*/ 0 w 148"/>
                <a:gd name="T9" fmla="*/ 40 h 82"/>
              </a:gdLst>
              <a:ahLst/>
              <a:cxnLst>
                <a:cxn ang="0">
                  <a:pos x="T0" y="T1"/>
                </a:cxn>
                <a:cxn ang="0">
                  <a:pos x="T2" y="T3"/>
                </a:cxn>
                <a:cxn ang="0">
                  <a:pos x="T4" y="T5"/>
                </a:cxn>
                <a:cxn ang="0">
                  <a:pos x="T6" y="T7"/>
                </a:cxn>
                <a:cxn ang="0">
                  <a:pos x="T8" y="T9"/>
                </a:cxn>
              </a:cxnLst>
              <a:rect l="0" t="0" r="r" b="b"/>
              <a:pathLst>
                <a:path w="148" h="82">
                  <a:moveTo>
                    <a:pt x="0" y="40"/>
                  </a:moveTo>
                  <a:lnTo>
                    <a:pt x="75" y="0"/>
                  </a:lnTo>
                  <a:lnTo>
                    <a:pt x="148" y="45"/>
                  </a:lnTo>
                  <a:lnTo>
                    <a:pt x="73" y="82"/>
                  </a:lnTo>
                  <a:lnTo>
                    <a:pt x="0" y="4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par>
                                <p:cTn id="8" presetID="22" presetClass="entr" presetSubtype="8" fill="hold"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wipe(left)">
                                      <p:cBhvr>
                                        <p:cTn id="10" dur="500"/>
                                        <p:tgtEl>
                                          <p:spTgt spid="3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wipe(left)">
                                      <p:cBhvr>
                                        <p:cTn id="13" dur="500"/>
                                        <p:tgtEl>
                                          <p:spTgt spid="27"/>
                                        </p:tgtEl>
                                      </p:cBhvr>
                                    </p:animEffect>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left)">
                                      <p:cBhvr>
                                        <p:cTn id="17" dur="500"/>
                                        <p:tgtEl>
                                          <p:spTgt spid="33"/>
                                        </p:tgtEl>
                                      </p:cBhvr>
                                    </p:animEffect>
                                  </p:childTnLst>
                                </p:cTn>
                              </p:par>
                              <p:par>
                                <p:cTn id="18" presetID="22" presetClass="entr" presetSubtype="8" fill="hold" nodeType="with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wipe(left)">
                                      <p:cBhvr>
                                        <p:cTn id="20" dur="500"/>
                                        <p:tgtEl>
                                          <p:spTgt spid="37"/>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left)">
                                      <p:cBhvr>
                                        <p:cTn id="23" dur="500"/>
                                        <p:tgtEl>
                                          <p:spTgt spid="28"/>
                                        </p:tgtEl>
                                      </p:cBhvr>
                                    </p:animEffect>
                                  </p:childTnLst>
                                </p:cTn>
                              </p:par>
                            </p:childTnLst>
                          </p:cTn>
                        </p:par>
                        <p:par>
                          <p:cTn id="24" fill="hold">
                            <p:stCondLst>
                              <p:cond delay="1000"/>
                            </p:stCondLst>
                            <p:childTnLst>
                              <p:par>
                                <p:cTn id="25" presetID="22" presetClass="entr" presetSubtype="8" fill="hold" grpId="0" nodeType="after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left)">
                                      <p:cBhvr>
                                        <p:cTn id="27" dur="500"/>
                                        <p:tgtEl>
                                          <p:spTgt spid="31"/>
                                        </p:tgtEl>
                                      </p:cBhvr>
                                    </p:animEffect>
                                  </p:childTnLst>
                                </p:cTn>
                              </p:par>
                              <p:par>
                                <p:cTn id="28" presetID="22" presetClass="entr" presetSubtype="8" fill="hold"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wipe(left)">
                                      <p:cBhvr>
                                        <p:cTn id="30" dur="500"/>
                                        <p:tgtEl>
                                          <p:spTgt spid="39"/>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wipe(left)">
                                      <p:cBhvr>
                                        <p:cTn id="33" dur="500"/>
                                        <p:tgtEl>
                                          <p:spTgt spid="29"/>
                                        </p:tgtEl>
                                      </p:cBhvr>
                                    </p:animEffect>
                                  </p:childTnLst>
                                </p:cTn>
                              </p:par>
                            </p:childTnLst>
                          </p:cTn>
                        </p:par>
                        <p:par>
                          <p:cTn id="34" fill="hold">
                            <p:stCondLst>
                              <p:cond delay="1500"/>
                            </p:stCondLst>
                            <p:childTnLst>
                              <p:par>
                                <p:cTn id="35" presetID="22" presetClass="entr" presetSubtype="8" fill="hold" grpId="0" nodeType="after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wipe(left)">
                                      <p:cBhvr>
                                        <p:cTn id="37" dur="500"/>
                                        <p:tgtEl>
                                          <p:spTgt spid="44"/>
                                        </p:tgtEl>
                                      </p:cBhvr>
                                    </p:animEffect>
                                  </p:childTnLst>
                                </p:cTn>
                              </p:par>
                              <p:par>
                                <p:cTn id="38" presetID="22" presetClass="entr" presetSubtype="8" fill="hold" nodeType="with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wipe(left)">
                                      <p:cBhvr>
                                        <p:cTn id="40" dur="500"/>
                                        <p:tgtEl>
                                          <p:spTgt spid="45"/>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wipe(left)">
                                      <p:cBhvr>
                                        <p:cTn id="43" dur="500"/>
                                        <p:tgtEl>
                                          <p:spTgt spid="21"/>
                                        </p:tgtEl>
                                      </p:cBhvr>
                                    </p:animEffect>
                                  </p:childTnLst>
                                </p:cTn>
                              </p:par>
                            </p:childTnLst>
                          </p:cTn>
                        </p:par>
                        <p:par>
                          <p:cTn id="44" fill="hold">
                            <p:stCondLst>
                              <p:cond delay="2000"/>
                            </p:stCondLst>
                            <p:childTnLst>
                              <p:par>
                                <p:cTn id="45" presetID="22" presetClass="entr" presetSubtype="8" fill="hold" grpId="0" nodeType="after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wipe(left)">
                                      <p:cBhvr>
                                        <p:cTn id="47" dur="500"/>
                                        <p:tgtEl>
                                          <p:spTgt spid="40"/>
                                        </p:tgtEl>
                                      </p:cBhvr>
                                    </p:animEffect>
                                  </p:childTnLst>
                                </p:cTn>
                              </p:par>
                              <p:par>
                                <p:cTn id="48" presetID="22" presetClass="entr" presetSubtype="8" fill="hold" nodeType="withEffect">
                                  <p:stCondLst>
                                    <p:cond delay="0"/>
                                  </p:stCondLst>
                                  <p:childTnLst>
                                    <p:set>
                                      <p:cBhvr>
                                        <p:cTn id="49" dur="1" fill="hold">
                                          <p:stCondLst>
                                            <p:cond delay="0"/>
                                          </p:stCondLst>
                                        </p:cTn>
                                        <p:tgtEl>
                                          <p:spTgt spid="41"/>
                                        </p:tgtEl>
                                        <p:attrNameLst>
                                          <p:attrName>style.visibility</p:attrName>
                                        </p:attrNameLst>
                                      </p:cBhvr>
                                      <p:to>
                                        <p:strVal val="visible"/>
                                      </p:to>
                                    </p:set>
                                    <p:animEffect transition="in" filter="wipe(left)">
                                      <p:cBhvr>
                                        <p:cTn id="50" dur="500"/>
                                        <p:tgtEl>
                                          <p:spTgt spid="41"/>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wipe(left)">
                                      <p:cBhvr>
                                        <p:cTn id="53" dur="500"/>
                                        <p:tgtEl>
                                          <p:spTgt spid="3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wipe(left)">
                                      <p:cBhvr>
                                        <p:cTn id="58" dur="50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nodeType="clickEffect">
                                  <p:stCondLst>
                                    <p:cond delay="0"/>
                                  </p:stCondLst>
                                  <p:childTnLst>
                                    <p:set>
                                      <p:cBhvr>
                                        <p:cTn id="62" dur="1" fill="hold">
                                          <p:stCondLst>
                                            <p:cond delay="0"/>
                                          </p:stCondLst>
                                        </p:cTn>
                                        <p:tgtEl>
                                          <p:spTgt spid="23"/>
                                        </p:tgtEl>
                                        <p:attrNameLst>
                                          <p:attrName>style.visibility</p:attrName>
                                        </p:attrNameLst>
                                      </p:cBhvr>
                                      <p:to>
                                        <p:strVal val="hidden"/>
                                      </p:to>
                                    </p:set>
                                  </p:childTnLst>
                                </p:cTn>
                              </p:par>
                              <p:par>
                                <p:cTn id="63" presetID="22" presetClass="entr" presetSubtype="8"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wipe(left)">
                                      <p:cBhvr>
                                        <p:cTn id="6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P spid="22" grpId="0" bldLvl="0" animBg="1"/>
      <p:bldP spid="27" grpId="0" animBg="1"/>
      <p:bldP spid="28" grpId="0" animBg="1"/>
      <p:bldP spid="29" grpId="0" animBg="1"/>
      <p:bldP spid="30" grpId="0" bldLvl="0" animBg="1"/>
      <p:bldP spid="31" grpId="0" animBg="1"/>
      <p:bldP spid="32" grpId="0" animBg="1"/>
      <p:bldP spid="33" grpId="0" animBg="1"/>
      <p:bldP spid="40" grpId="0" animBg="1"/>
      <p:bldP spid="4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内容占位符 2"/>
          <p:cNvSpPr>
            <a:spLocks noGrp="1"/>
          </p:cNvSpPr>
          <p:nvPr>
            <p:ph idx="1"/>
          </p:nvPr>
        </p:nvSpPr>
        <p:spPr/>
        <p:txBody>
          <a:bodyPr/>
          <a:lstStyle/>
          <a:p>
            <a:pPr>
              <a:defRPr/>
            </a:pPr>
            <a:r>
              <a:rPr lang="zh-CN" altLang="en-US" dirty="0"/>
              <a:t>使用多重</a:t>
            </a:r>
            <a:r>
              <a:rPr lang="en-US" altLang="zh-CN" dirty="0"/>
              <a:t>if</a:t>
            </a:r>
            <a:r>
              <a:rPr lang="zh-CN" altLang="en-US" dirty="0"/>
              <a:t>实现考试</a:t>
            </a:r>
            <a:r>
              <a:rPr lang="zh-CN" altLang="en-US" dirty="0">
                <a:sym typeface="+mn-ea"/>
              </a:rPr>
              <a:t>分级评测</a:t>
            </a:r>
            <a:endParaRPr lang="zh-CN" altLang="en-US" dirty="0"/>
          </a:p>
        </p:txBody>
      </p:sp>
      <p:sp>
        <p:nvSpPr>
          <p:cNvPr id="5" name="AutoShape 4"/>
          <p:cNvSpPr>
            <a:spLocks noChangeArrowheads="1"/>
          </p:cNvSpPr>
          <p:nvPr/>
        </p:nvSpPr>
        <p:spPr bwMode="auto">
          <a:xfrm>
            <a:off x="642910" y="1131590"/>
            <a:ext cx="8162925" cy="3725544"/>
          </a:xfrm>
          <a:prstGeom prst="roundRect">
            <a:avLst>
              <a:gd name="adj" fmla="val 0"/>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lvl="1" indent="-224155" algn="l" defTabSz="381000" eaLnBrk="1" latinLnBrk="0" hangingPunct="1">
              <a:lnSpc>
                <a:spcPct val="130000"/>
              </a:lnSpc>
              <a:buClr>
                <a:schemeClr val="folHlink"/>
              </a:buClr>
              <a:buSzPct val="60000"/>
              <a:tabLst>
                <a:tab pos="444500" algn="l"/>
              </a:tabLst>
              <a:defRPr/>
            </a:pPr>
            <a:r>
              <a:rPr lang="zh-CN" altLang="zh-CN" sz="1400" dirty="0">
                <a:solidFill>
                  <a:schemeClr val="tx1">
                    <a:lumMod val="75000"/>
                    <a:lumOff val="25000"/>
                  </a:schemeClr>
                </a:solidFill>
                <a:latin typeface="+mn-ea"/>
                <a:ea typeface="+mn-ea"/>
              </a:rPr>
              <a:t>	</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zh-CN" altLang="zh-CN"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ea typeface="+mn-ea"/>
              </a:rPr>
              <a:t>score = int(input</a:t>
            </a:r>
            <a:r>
              <a:rPr lang="zh-CN" altLang="zh-CN" sz="1400" dirty="0">
                <a:solidFill>
                  <a:schemeClr val="tx1">
                    <a:lumMod val="75000"/>
                    <a:lumOff val="25000"/>
                  </a:schemeClr>
                </a:solidFill>
                <a:latin typeface="+mn-ea"/>
                <a:ea typeface="+mn-ea"/>
              </a:rPr>
              <a:t>("请输入一个成绩:")</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zh-CN" sz="1400" dirty="0">
                <a:solidFill>
                  <a:schemeClr val="tx1">
                    <a:lumMod val="75000"/>
                    <a:lumOff val="25000"/>
                  </a:schemeClr>
                </a:solidFill>
                <a:latin typeface="+mn-ea"/>
                <a:ea typeface="+mn-ea"/>
              </a:rPr>
              <a:t>if </a:t>
            </a:r>
            <a:r>
              <a:rPr lang="zh-CN" altLang="zh-CN" sz="1400" dirty="0">
                <a:solidFill>
                  <a:srgbClr val="FF0000"/>
                </a:solidFill>
                <a:latin typeface="+mn-ea"/>
                <a:ea typeface="+mn-ea"/>
              </a:rPr>
              <a:t>score &gt;= 90</a:t>
            </a:r>
            <a:r>
              <a:rPr lang="en-US" altLang="zh-CN" sz="1400" dirty="0">
                <a:solidFill>
                  <a:schemeClr val="tx1">
                    <a:lumMod val="75000"/>
                    <a:lumOff val="25000"/>
                  </a:schemeClr>
                </a:solidFill>
                <a:latin typeface="+mn-ea"/>
                <a:ea typeface="+mn-ea"/>
              </a:rPr>
              <a:t>:</a:t>
            </a:r>
            <a:r>
              <a:rPr lang="zh-CN" altLang="zh-CN" sz="1400" dirty="0">
                <a:solidFill>
                  <a:schemeClr val="tx1">
                    <a:lumMod val="75000"/>
                    <a:lumOff val="25000"/>
                  </a:schemeClr>
                </a:solidFill>
                <a:latin typeface="+mn-ea"/>
                <a:ea typeface="+mn-ea"/>
              </a:rPr>
              <a:t>        </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zh-CN" sz="1400" dirty="0">
                <a:solidFill>
                  <a:schemeClr val="tx1">
                    <a:lumMod val="75000"/>
                    <a:lumOff val="25000"/>
                  </a:schemeClr>
                </a:solidFill>
                <a:latin typeface="+mn-ea"/>
                <a:ea typeface="+mn-ea"/>
              </a:rPr>
              <a:t>print("成绩等级为A 恭喜你考试通关"); </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zh-CN" altLang="zh-CN"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ea typeface="+mn-ea"/>
              </a:rPr>
              <a:t>	</a:t>
            </a:r>
            <a:r>
              <a:rPr lang="zh-CN" altLang="zh-CN" sz="1400" dirty="0">
                <a:solidFill>
                  <a:schemeClr val="tx1">
                    <a:lumMod val="75000"/>
                    <a:lumOff val="25000"/>
                  </a:schemeClr>
                </a:solidFill>
                <a:latin typeface="+mn-ea"/>
                <a:ea typeface="+mn-ea"/>
              </a:rPr>
              <a:t>elif </a:t>
            </a:r>
            <a:r>
              <a:rPr lang="en-US" altLang="zh-CN" sz="1400" dirty="0">
                <a:solidFill>
                  <a:schemeClr val="tx1">
                    <a:lumMod val="75000"/>
                    <a:lumOff val="25000"/>
                  </a:schemeClr>
                </a:solidFill>
                <a:latin typeface="+mn-ea"/>
                <a:ea typeface="+mn-ea"/>
              </a:rPr>
              <a:t>90 &gt;</a:t>
            </a:r>
            <a:r>
              <a:rPr lang="zh-CN" altLang="zh-CN" sz="1400" dirty="0">
                <a:solidFill>
                  <a:srgbClr val="FF0000"/>
                </a:solidFill>
                <a:latin typeface="+mn-ea"/>
                <a:ea typeface="+mn-ea"/>
              </a:rPr>
              <a:t>score&gt;=80</a:t>
            </a:r>
            <a:r>
              <a:rPr lang="en-US" altLang="zh-CN" sz="1400" dirty="0">
                <a:solidFill>
                  <a:schemeClr val="tx1">
                    <a:lumMod val="75000"/>
                    <a:lumOff val="25000"/>
                  </a:schemeClr>
                </a:solidFill>
                <a:latin typeface="+mn-ea"/>
                <a:ea typeface="+mn-ea"/>
              </a:rPr>
              <a:t>:</a:t>
            </a:r>
            <a:r>
              <a:rPr lang="zh-CN" altLang="zh-CN" sz="1400" dirty="0">
                <a:solidFill>
                  <a:schemeClr val="tx1">
                    <a:lumMod val="75000"/>
                    <a:lumOff val="25000"/>
                  </a:schemeClr>
                </a:solidFill>
                <a:latin typeface="+mn-ea"/>
                <a:ea typeface="+mn-ea"/>
              </a:rPr>
              <a:t>     </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zh-CN" sz="1400" dirty="0">
                <a:solidFill>
                  <a:schemeClr val="tx1">
                    <a:lumMod val="75000"/>
                    <a:lumOff val="25000"/>
                  </a:schemeClr>
                </a:solidFill>
                <a:latin typeface="+mn-ea"/>
                <a:ea typeface="+mn-ea"/>
              </a:rPr>
              <a:t>print("成绩等级为B");</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zh-CN" altLang="zh-CN"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ea typeface="+mn-ea"/>
              </a:rPr>
              <a:t>	</a:t>
            </a:r>
            <a:r>
              <a:rPr lang="zh-CN" altLang="zh-CN" sz="1400" dirty="0">
                <a:solidFill>
                  <a:schemeClr val="tx1">
                    <a:lumMod val="75000"/>
                    <a:lumOff val="25000"/>
                  </a:schemeClr>
                </a:solidFill>
                <a:latin typeface="+mn-ea"/>
                <a:ea typeface="+mn-ea"/>
              </a:rPr>
              <a:t>elif </a:t>
            </a:r>
            <a:r>
              <a:rPr lang="en-US" altLang="zh-CN" sz="1400" dirty="0">
                <a:solidFill>
                  <a:schemeClr val="tx1">
                    <a:lumMod val="75000"/>
                    <a:lumOff val="25000"/>
                  </a:schemeClr>
                </a:solidFill>
                <a:latin typeface="+mn-ea"/>
                <a:ea typeface="+mn-ea"/>
              </a:rPr>
              <a:t>80 &gt; </a:t>
            </a:r>
            <a:r>
              <a:rPr lang="zh-CN" altLang="zh-CN" sz="1400" dirty="0">
                <a:solidFill>
                  <a:srgbClr val="FF0000"/>
                </a:solidFill>
                <a:latin typeface="+mn-ea"/>
                <a:ea typeface="+mn-ea"/>
              </a:rPr>
              <a:t>score&gt;=70</a:t>
            </a:r>
            <a:r>
              <a:rPr lang="en-US" altLang="zh-CN" sz="1400" dirty="0">
                <a:solidFill>
                  <a:schemeClr val="tx1">
                    <a:lumMod val="75000"/>
                    <a:lumOff val="25000"/>
                  </a:schemeClr>
                </a:solidFill>
                <a:latin typeface="+mn-ea"/>
                <a:ea typeface="+mn-ea"/>
              </a:rPr>
              <a:t>:</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zh-CN" altLang="zh-CN"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ea typeface="+mn-ea"/>
              </a:rPr>
              <a:t>			</a:t>
            </a:r>
            <a:r>
              <a:rPr lang="zh-CN" altLang="zh-CN" sz="1400" dirty="0">
                <a:solidFill>
                  <a:schemeClr val="tx1">
                    <a:lumMod val="75000"/>
                    <a:lumOff val="25000"/>
                  </a:schemeClr>
                </a:solidFill>
                <a:latin typeface="+mn-ea"/>
                <a:ea typeface="+mn-ea"/>
              </a:rPr>
              <a:t>print("成绩等级为C");</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zh-CN" altLang="zh-CN"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ea typeface="+mn-ea"/>
              </a:rPr>
              <a:t>	</a:t>
            </a:r>
            <a:r>
              <a:rPr lang="zh-CN" altLang="zh-CN" sz="1400" dirty="0">
                <a:solidFill>
                  <a:schemeClr val="tx1">
                    <a:lumMod val="75000"/>
                    <a:lumOff val="25000"/>
                  </a:schemeClr>
                </a:solidFill>
                <a:latin typeface="+mn-ea"/>
                <a:ea typeface="+mn-ea"/>
              </a:rPr>
              <a:t>elif </a:t>
            </a:r>
            <a:r>
              <a:rPr lang="en-US" altLang="zh-CN" sz="1400" dirty="0">
                <a:solidFill>
                  <a:schemeClr val="tx1">
                    <a:lumMod val="75000"/>
                    <a:lumOff val="25000"/>
                  </a:schemeClr>
                </a:solidFill>
                <a:latin typeface="+mn-ea"/>
                <a:ea typeface="+mn-ea"/>
              </a:rPr>
              <a:t>70 &gt;</a:t>
            </a:r>
            <a:r>
              <a:rPr lang="zh-CN" altLang="zh-CN" sz="1400" dirty="0">
                <a:solidFill>
                  <a:srgbClr val="FF0000"/>
                </a:solidFill>
                <a:latin typeface="+mn-ea"/>
                <a:ea typeface="+mn-ea"/>
              </a:rPr>
              <a:t>score&gt;=60</a:t>
            </a:r>
            <a:r>
              <a:rPr lang="en-US" altLang="zh-CN" sz="1400" dirty="0">
                <a:solidFill>
                  <a:schemeClr val="tx1">
                    <a:lumMod val="75000"/>
                    <a:lumOff val="25000"/>
                  </a:schemeClr>
                </a:solidFill>
                <a:latin typeface="+mn-ea"/>
                <a:ea typeface="+mn-ea"/>
              </a:rPr>
              <a:t>:</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zh-CN" altLang="zh-CN"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ea typeface="+mn-ea"/>
              </a:rPr>
              <a:t>			</a:t>
            </a:r>
            <a:r>
              <a:rPr lang="zh-CN" altLang="zh-CN" sz="1400" dirty="0">
                <a:solidFill>
                  <a:schemeClr val="tx1">
                    <a:lumMod val="75000"/>
                    <a:lumOff val="25000"/>
                  </a:schemeClr>
                </a:solidFill>
                <a:latin typeface="+mn-ea"/>
                <a:ea typeface="+mn-ea"/>
              </a:rPr>
              <a:t>print("成绩等级为D");</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zh-CN" altLang="zh-CN"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ea typeface="+mn-ea"/>
              </a:rPr>
              <a:t>	</a:t>
            </a:r>
            <a:r>
              <a:rPr lang="zh-CN" altLang="zh-CN" sz="1400" dirty="0">
                <a:solidFill>
                  <a:schemeClr val="tx1">
                    <a:lumMod val="75000"/>
                    <a:lumOff val="25000"/>
                  </a:schemeClr>
                </a:solidFill>
                <a:latin typeface="+mn-ea"/>
                <a:ea typeface="+mn-ea"/>
              </a:rPr>
              <a:t>else</a:t>
            </a:r>
            <a:r>
              <a:rPr lang="en-US" altLang="zh-CN" sz="1400" dirty="0">
                <a:solidFill>
                  <a:schemeClr val="tx1">
                    <a:lumMod val="75000"/>
                    <a:lumOff val="25000"/>
                  </a:schemeClr>
                </a:solidFill>
                <a:latin typeface="+mn-ea"/>
                <a:ea typeface="+mn-ea"/>
              </a:rPr>
              <a:t>:</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zh-CN" altLang="zh-CN"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ea typeface="+mn-ea"/>
              </a:rPr>
              <a:t>			</a:t>
            </a:r>
            <a:r>
              <a:rPr lang="zh-CN" altLang="zh-CN" sz="1400" dirty="0">
                <a:solidFill>
                  <a:schemeClr val="tx1">
                    <a:lumMod val="75000"/>
                    <a:lumOff val="25000"/>
                  </a:schemeClr>
                </a:solidFill>
                <a:latin typeface="+mn-ea"/>
                <a:ea typeface="+mn-ea"/>
              </a:rPr>
              <a:t>print("成绩等级为E");</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zh-CN" altLang="zh-CN"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ea typeface="+mn-ea"/>
              </a:rPr>
              <a:t>	</a:t>
            </a:r>
            <a:endParaRPr lang="zh-CN" altLang="zh-CN" sz="1400" dirty="0">
              <a:solidFill>
                <a:schemeClr val="tx1">
                  <a:lumMod val="75000"/>
                  <a:lumOff val="25000"/>
                </a:schemeClr>
              </a:solidFill>
              <a:latin typeface="+mn-ea"/>
              <a:ea typeface="+mn-ea"/>
            </a:endParaRPr>
          </a:p>
        </p:txBody>
      </p:sp>
      <p:sp>
        <p:nvSpPr>
          <p:cNvPr id="20482" name="标题 1"/>
          <p:cNvSpPr>
            <a:spLocks noGrp="1"/>
          </p:cNvSpPr>
          <p:nvPr>
            <p:ph type="title"/>
          </p:nvPr>
        </p:nvSpPr>
        <p:spPr>
          <a:xfrm>
            <a:off x="2195739" y="141482"/>
            <a:ext cx="6768877" cy="368300"/>
          </a:xfrm>
          <a:noFill/>
        </p:spPr>
        <p:txBody>
          <a:bodyPr wrap="square">
            <a:spAutoFit/>
          </a:bodyPr>
          <a:lstStyle/>
          <a:p>
            <a:r>
              <a:rPr lang="en-US" altLang="zh-CN" dirty="0">
                <a:latin typeface="+mj-ea"/>
                <a:sym typeface="+mn-ea"/>
              </a:rPr>
              <a:t>if-</a:t>
            </a:r>
            <a:r>
              <a:rPr lang="en-US" altLang="zh-CN" dirty="0" err="1">
                <a:latin typeface="+mj-ea"/>
                <a:sym typeface="+mn-ea"/>
              </a:rPr>
              <a:t>elif</a:t>
            </a:r>
            <a:r>
              <a:rPr lang="en-US" altLang="zh-CN" dirty="0">
                <a:latin typeface="+mj-ea"/>
                <a:sym typeface="+mn-ea"/>
              </a:rPr>
              <a:t>-</a:t>
            </a:r>
            <a:r>
              <a:rPr lang="en-US" altLang="zh-CN" dirty="0" err="1">
                <a:latin typeface="+mj-ea"/>
                <a:sym typeface="+mn-ea"/>
              </a:rPr>
              <a:t>elif</a:t>
            </a:r>
            <a:r>
              <a:rPr lang="en-US" altLang="zh-CN" dirty="0">
                <a:latin typeface="+mj-ea"/>
                <a:sym typeface="+mn-ea"/>
              </a:rPr>
              <a:t>-[else]</a:t>
            </a:r>
            <a:r>
              <a:rPr lang="zh-CN" altLang="en-US" dirty="0">
                <a:latin typeface="+mj-ea"/>
                <a:sym typeface="+mn-ea"/>
              </a:rPr>
              <a:t>多分支选择结构</a:t>
            </a:r>
            <a:r>
              <a:rPr lang="zh-CN" dirty="0">
                <a:latin typeface="+mj-ea"/>
                <a:sym typeface="+mn-ea"/>
              </a:rPr>
              <a:t>应用</a:t>
            </a:r>
            <a:endParaRPr dirty="0">
              <a:latin typeface="+mj-ea"/>
            </a:endParaRPr>
          </a:p>
        </p:txBody>
      </p:sp>
      <p:sp>
        <p:nvSpPr>
          <p:cNvPr id="29" name="副标题 28"/>
          <p:cNvSpPr>
            <a:spLocks noGrp="1"/>
          </p:cNvSpPr>
          <p:nvPr>
            <p:ph type="subTitle" idx="10"/>
          </p:nvPr>
        </p:nvSpPr>
        <p:spPr/>
        <p:txBody>
          <a:bodyPr/>
          <a:lstStyle/>
          <a:p>
            <a:r>
              <a:rPr lang="zh-CN" altLang="en-US" dirty="0"/>
              <a:t>实现代码</a:t>
            </a:r>
            <a:endParaRPr lang="zh-CN" altLang="en-US" dirty="0"/>
          </a:p>
        </p:txBody>
      </p:sp>
      <p:sp>
        <p:nvSpPr>
          <p:cNvPr id="11" name="AutoShape 5"/>
          <p:cNvSpPr>
            <a:spLocks noChangeArrowheads="1"/>
          </p:cNvSpPr>
          <p:nvPr/>
        </p:nvSpPr>
        <p:spPr bwMode="auto">
          <a:xfrm>
            <a:off x="4427984" y="2499742"/>
            <a:ext cx="2536522" cy="374571"/>
          </a:xfrm>
          <a:prstGeom prst="roundRect">
            <a:avLst>
              <a:gd name="adj"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sym typeface="+mn-ea"/>
              </a:rPr>
              <a:t>大于等于</a:t>
            </a:r>
            <a:r>
              <a:rPr lang="en-US" altLang="zh-CN" sz="1600" kern="0" dirty="0">
                <a:solidFill>
                  <a:schemeClr val="bg1"/>
                </a:solidFill>
                <a:latin typeface="+mn-ea"/>
                <a:ea typeface="+mn-ea"/>
                <a:sym typeface="+mn-ea"/>
              </a:rPr>
              <a:t>80</a:t>
            </a:r>
            <a:r>
              <a:rPr lang="zh-CN" altLang="en-US" sz="1600" kern="0" dirty="0">
                <a:solidFill>
                  <a:schemeClr val="bg1"/>
                </a:solidFill>
                <a:latin typeface="+mn-ea"/>
                <a:ea typeface="+mn-ea"/>
                <a:sym typeface="+mn-ea"/>
              </a:rPr>
              <a:t>分，小于</a:t>
            </a:r>
            <a:r>
              <a:rPr lang="en-US" altLang="zh-CN" sz="1600" kern="0" dirty="0">
                <a:solidFill>
                  <a:schemeClr val="bg1"/>
                </a:solidFill>
                <a:latin typeface="+mn-ea"/>
                <a:ea typeface="+mn-ea"/>
                <a:sym typeface="+mn-ea"/>
              </a:rPr>
              <a:t>90</a:t>
            </a:r>
            <a:r>
              <a:rPr lang="zh-CN" altLang="en-US" sz="1600" kern="0" dirty="0">
                <a:solidFill>
                  <a:schemeClr val="bg1"/>
                </a:solidFill>
                <a:latin typeface="+mn-ea"/>
                <a:ea typeface="+mn-ea"/>
                <a:sym typeface="+mn-ea"/>
              </a:rPr>
              <a:t>分</a:t>
            </a:r>
            <a:endParaRPr lang="zh-CN" altLang="en-US" sz="1600" kern="0" dirty="0">
              <a:solidFill>
                <a:schemeClr val="bg1"/>
              </a:solidFill>
              <a:latin typeface="+mn-ea"/>
              <a:ea typeface="+mn-ea"/>
            </a:endParaRPr>
          </a:p>
        </p:txBody>
      </p:sp>
      <p:sp>
        <p:nvSpPr>
          <p:cNvPr id="12" name="AutoShape 6"/>
          <p:cNvSpPr>
            <a:spLocks noChangeArrowheads="1"/>
          </p:cNvSpPr>
          <p:nvPr/>
        </p:nvSpPr>
        <p:spPr bwMode="auto">
          <a:xfrm>
            <a:off x="4411742" y="3003798"/>
            <a:ext cx="2536522" cy="374571"/>
          </a:xfrm>
          <a:prstGeom prst="roundRect">
            <a:avLst>
              <a:gd name="adj"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rPr>
              <a:t>大于等于</a:t>
            </a:r>
            <a:r>
              <a:rPr lang="en-US" altLang="zh-CN" sz="1600" kern="0" dirty="0">
                <a:solidFill>
                  <a:schemeClr val="bg1"/>
                </a:solidFill>
                <a:latin typeface="+mn-ea"/>
                <a:ea typeface="+mn-ea"/>
              </a:rPr>
              <a:t>70</a:t>
            </a:r>
            <a:r>
              <a:rPr lang="zh-CN" altLang="en-US" sz="1600" kern="0" dirty="0">
                <a:solidFill>
                  <a:schemeClr val="bg1"/>
                </a:solidFill>
                <a:latin typeface="+mn-ea"/>
                <a:ea typeface="+mn-ea"/>
              </a:rPr>
              <a:t>分，小于</a:t>
            </a:r>
            <a:r>
              <a:rPr lang="en-US" altLang="zh-CN" sz="1600" kern="0" dirty="0">
                <a:solidFill>
                  <a:schemeClr val="bg1"/>
                </a:solidFill>
                <a:latin typeface="+mn-ea"/>
                <a:ea typeface="+mn-ea"/>
              </a:rPr>
              <a:t>80</a:t>
            </a:r>
            <a:r>
              <a:rPr lang="zh-CN" altLang="en-US" sz="1600" kern="0" dirty="0">
                <a:solidFill>
                  <a:schemeClr val="bg1"/>
                </a:solidFill>
                <a:latin typeface="+mn-ea"/>
                <a:ea typeface="+mn-ea"/>
              </a:rPr>
              <a:t>分</a:t>
            </a:r>
            <a:endParaRPr lang="zh-CN" altLang="en-US" sz="1600" kern="0" dirty="0">
              <a:solidFill>
                <a:schemeClr val="bg1"/>
              </a:solidFill>
              <a:latin typeface="+mn-ea"/>
              <a:ea typeface="+mn-ea"/>
            </a:endParaRPr>
          </a:p>
        </p:txBody>
      </p:sp>
      <p:sp>
        <p:nvSpPr>
          <p:cNvPr id="13" name="AutoShape 7"/>
          <p:cNvSpPr>
            <a:spLocks noChangeArrowheads="1"/>
          </p:cNvSpPr>
          <p:nvPr/>
        </p:nvSpPr>
        <p:spPr bwMode="auto">
          <a:xfrm>
            <a:off x="4427984" y="4155926"/>
            <a:ext cx="1070863" cy="374571"/>
          </a:xfrm>
          <a:prstGeom prst="roundRect">
            <a:avLst>
              <a:gd name="adj"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rPr>
              <a:t>小于</a:t>
            </a:r>
            <a:r>
              <a:rPr lang="en-US" altLang="zh-CN" sz="1600" kern="0" dirty="0">
                <a:solidFill>
                  <a:schemeClr val="bg1"/>
                </a:solidFill>
                <a:latin typeface="+mn-ea"/>
                <a:ea typeface="+mn-ea"/>
              </a:rPr>
              <a:t>60</a:t>
            </a:r>
            <a:r>
              <a:rPr lang="zh-CN" altLang="en-US" sz="1600" kern="0" dirty="0">
                <a:solidFill>
                  <a:schemeClr val="bg1"/>
                </a:solidFill>
                <a:latin typeface="+mn-ea"/>
                <a:ea typeface="+mn-ea"/>
              </a:rPr>
              <a:t>分</a:t>
            </a:r>
            <a:endParaRPr lang="zh-CN" altLang="en-US" sz="1600" kern="0" dirty="0">
              <a:solidFill>
                <a:schemeClr val="bg1"/>
              </a:solidFill>
              <a:latin typeface="+mn-ea"/>
              <a:ea typeface="+mn-ea"/>
            </a:endParaRPr>
          </a:p>
        </p:txBody>
      </p:sp>
      <p:cxnSp>
        <p:nvCxnSpPr>
          <p:cNvPr id="18" name="直接箭头连接符 17"/>
          <p:cNvCxnSpPr>
            <a:endCxn id="11" idx="1"/>
          </p:cNvCxnSpPr>
          <p:nvPr/>
        </p:nvCxnSpPr>
        <p:spPr bwMode="auto">
          <a:xfrm>
            <a:off x="2843808" y="2643758"/>
            <a:ext cx="1584176" cy="43270"/>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22" name="直接箭头连接符 21"/>
          <p:cNvCxnSpPr>
            <a:endCxn id="12" idx="1"/>
          </p:cNvCxnSpPr>
          <p:nvPr/>
        </p:nvCxnSpPr>
        <p:spPr bwMode="auto">
          <a:xfrm flipV="1">
            <a:off x="2843808" y="3191084"/>
            <a:ext cx="1567934" cy="28738"/>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
        <p:nvSpPr>
          <p:cNvPr id="2" name="AutoShape 6"/>
          <p:cNvSpPr>
            <a:spLocks noChangeArrowheads="1"/>
          </p:cNvSpPr>
          <p:nvPr/>
        </p:nvSpPr>
        <p:spPr bwMode="auto">
          <a:xfrm>
            <a:off x="4427984" y="3579862"/>
            <a:ext cx="2536522" cy="374571"/>
          </a:xfrm>
          <a:prstGeom prst="roundRect">
            <a:avLst>
              <a:gd name="adj"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rPr>
              <a:t>大于等于</a:t>
            </a:r>
            <a:r>
              <a:rPr lang="en-US" altLang="zh-CN" sz="1600" kern="0" dirty="0">
                <a:solidFill>
                  <a:schemeClr val="bg1"/>
                </a:solidFill>
                <a:latin typeface="+mn-ea"/>
                <a:ea typeface="+mn-ea"/>
              </a:rPr>
              <a:t>60</a:t>
            </a:r>
            <a:r>
              <a:rPr lang="zh-CN" altLang="en-US" sz="1600" kern="0" dirty="0">
                <a:solidFill>
                  <a:schemeClr val="bg1"/>
                </a:solidFill>
                <a:latin typeface="+mn-ea"/>
                <a:ea typeface="+mn-ea"/>
              </a:rPr>
              <a:t>分，小于</a:t>
            </a:r>
            <a:r>
              <a:rPr lang="en-US" altLang="zh-CN" sz="1600" kern="0" dirty="0">
                <a:solidFill>
                  <a:schemeClr val="bg1"/>
                </a:solidFill>
                <a:latin typeface="+mn-ea"/>
                <a:ea typeface="+mn-ea"/>
              </a:rPr>
              <a:t>70</a:t>
            </a:r>
            <a:r>
              <a:rPr lang="zh-CN" altLang="en-US" sz="1600" kern="0" dirty="0">
                <a:solidFill>
                  <a:schemeClr val="bg1"/>
                </a:solidFill>
                <a:latin typeface="+mn-ea"/>
                <a:ea typeface="+mn-ea"/>
              </a:rPr>
              <a:t>分</a:t>
            </a:r>
            <a:endParaRPr lang="zh-CN" altLang="en-US" sz="1600" kern="0" dirty="0">
              <a:solidFill>
                <a:schemeClr val="bg1"/>
              </a:solidFill>
              <a:latin typeface="+mn-ea"/>
              <a:ea typeface="+mn-ea"/>
            </a:endParaRPr>
          </a:p>
        </p:txBody>
      </p:sp>
      <p:cxnSp>
        <p:nvCxnSpPr>
          <p:cNvPr id="4" name="直接箭头连接符 3"/>
          <p:cNvCxnSpPr>
            <a:endCxn id="2" idx="1"/>
          </p:cNvCxnSpPr>
          <p:nvPr/>
        </p:nvCxnSpPr>
        <p:spPr bwMode="auto">
          <a:xfrm flipV="1">
            <a:off x="2843808" y="3767148"/>
            <a:ext cx="1584176" cy="28738"/>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
        <p:nvSpPr>
          <p:cNvPr id="6" name="AutoShape 5"/>
          <p:cNvSpPr>
            <a:spLocks noChangeArrowheads="1"/>
          </p:cNvSpPr>
          <p:nvPr/>
        </p:nvSpPr>
        <p:spPr bwMode="auto">
          <a:xfrm>
            <a:off x="4427984" y="1851670"/>
            <a:ext cx="1479105" cy="374571"/>
          </a:xfrm>
          <a:prstGeom prst="roundRect">
            <a:avLst>
              <a:gd name="adj"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rPr>
              <a:t>大于等于</a:t>
            </a:r>
            <a:r>
              <a:rPr lang="en-US" altLang="zh-CN" sz="1600" kern="0" dirty="0">
                <a:solidFill>
                  <a:schemeClr val="bg1"/>
                </a:solidFill>
                <a:latin typeface="+mn-ea"/>
                <a:ea typeface="+mn-ea"/>
              </a:rPr>
              <a:t>90</a:t>
            </a:r>
            <a:r>
              <a:rPr lang="zh-CN" altLang="en-US" sz="1600" kern="0" dirty="0">
                <a:solidFill>
                  <a:schemeClr val="bg1"/>
                </a:solidFill>
                <a:latin typeface="+mn-ea"/>
                <a:ea typeface="+mn-ea"/>
              </a:rPr>
              <a:t>分</a:t>
            </a:r>
            <a:endParaRPr lang="zh-CN" altLang="en-US" sz="1600" kern="0" dirty="0">
              <a:solidFill>
                <a:schemeClr val="bg1"/>
              </a:solidFill>
              <a:latin typeface="+mn-ea"/>
              <a:ea typeface="+mn-ea"/>
            </a:endParaRPr>
          </a:p>
        </p:txBody>
      </p:sp>
      <p:cxnSp>
        <p:nvCxnSpPr>
          <p:cNvPr id="7" name="直接箭头连接符 6"/>
          <p:cNvCxnSpPr/>
          <p:nvPr/>
        </p:nvCxnSpPr>
        <p:spPr bwMode="auto">
          <a:xfrm flipV="1">
            <a:off x="2467893" y="1988791"/>
            <a:ext cx="1944216" cy="100746"/>
          </a:xfrm>
          <a:prstGeom prst="straightConnector1">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pic>
        <p:nvPicPr>
          <p:cNvPr id="10" name="图片 9" descr="图3.25示例8运行结果"/>
          <p:cNvPicPr>
            <a:picLocks noChangeAspect="1"/>
          </p:cNvPicPr>
          <p:nvPr/>
        </p:nvPicPr>
        <p:blipFill>
          <a:blip r:embed="rId1" cstate="print"/>
          <a:stretch>
            <a:fillRect/>
          </a:stretch>
        </p:blipFill>
        <p:spPr>
          <a:xfrm>
            <a:off x="4427984" y="2571750"/>
            <a:ext cx="4355976" cy="1243489"/>
          </a:xfrm>
          <a:prstGeom prst="rect">
            <a:avLst/>
          </a:prstGeom>
        </p:spPr>
      </p:pic>
      <p:grpSp>
        <p:nvGrpSpPr>
          <p:cNvPr id="3" name="组合 18"/>
          <p:cNvGrpSpPr/>
          <p:nvPr/>
        </p:nvGrpSpPr>
        <p:grpSpPr>
          <a:xfrm>
            <a:off x="285720" y="785800"/>
            <a:ext cx="236538" cy="236538"/>
            <a:chOff x="2527300" y="2946400"/>
            <a:chExt cx="236538" cy="236538"/>
          </a:xfrm>
        </p:grpSpPr>
        <p:sp>
          <p:nvSpPr>
            <p:cNvPr id="20" name="Freeform 52"/>
            <p:cNvSpPr>
              <a:spLocks noEditPoints="1"/>
            </p:cNvSpPr>
            <p:nvPr/>
          </p:nvSpPr>
          <p:spPr bwMode="auto">
            <a:xfrm>
              <a:off x="2659063" y="3055938"/>
              <a:ext cx="104775" cy="104775"/>
            </a:xfrm>
            <a:custGeom>
              <a:avLst/>
              <a:gdLst>
                <a:gd name="T0" fmla="*/ 38 w 66"/>
                <a:gd name="T1" fmla="*/ 9 h 66"/>
                <a:gd name="T2" fmla="*/ 56 w 66"/>
                <a:gd name="T3" fmla="*/ 28 h 66"/>
                <a:gd name="T4" fmla="*/ 23 w 66"/>
                <a:gd name="T5" fmla="*/ 61 h 66"/>
                <a:gd name="T6" fmla="*/ 0 w 66"/>
                <a:gd name="T7" fmla="*/ 66 h 66"/>
                <a:gd name="T8" fmla="*/ 4 w 66"/>
                <a:gd name="T9" fmla="*/ 42 h 66"/>
                <a:gd name="T10" fmla="*/ 38 w 66"/>
                <a:gd name="T11" fmla="*/ 9 h 66"/>
                <a:gd name="T12" fmla="*/ 59 w 66"/>
                <a:gd name="T13" fmla="*/ 26 h 66"/>
                <a:gd name="T14" fmla="*/ 40 w 66"/>
                <a:gd name="T15" fmla="*/ 7 h 66"/>
                <a:gd name="T16" fmla="*/ 45 w 66"/>
                <a:gd name="T17" fmla="*/ 0 h 66"/>
                <a:gd name="T18" fmla="*/ 66 w 66"/>
                <a:gd name="T19" fmla="*/ 19 h 66"/>
                <a:gd name="T20" fmla="*/ 59 w 66"/>
                <a:gd name="T21" fmla="*/ 26 h 66"/>
                <a:gd name="T22" fmla="*/ 59 w 66"/>
                <a:gd name="T23" fmla="*/ 26 h 66"/>
                <a:gd name="T24" fmla="*/ 59 w 66"/>
                <a:gd name="T25" fmla="*/ 2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6">
                  <a:moveTo>
                    <a:pt x="38" y="9"/>
                  </a:moveTo>
                  <a:lnTo>
                    <a:pt x="56" y="28"/>
                  </a:lnTo>
                  <a:lnTo>
                    <a:pt x="23" y="61"/>
                  </a:lnTo>
                  <a:lnTo>
                    <a:pt x="0" y="66"/>
                  </a:lnTo>
                  <a:lnTo>
                    <a:pt x="4" y="42"/>
                  </a:lnTo>
                  <a:lnTo>
                    <a:pt x="38" y="9"/>
                  </a:lnTo>
                  <a:close/>
                  <a:moveTo>
                    <a:pt x="59" y="26"/>
                  </a:moveTo>
                  <a:lnTo>
                    <a:pt x="40" y="7"/>
                  </a:lnTo>
                  <a:lnTo>
                    <a:pt x="45" y="0"/>
                  </a:lnTo>
                  <a:lnTo>
                    <a:pt x="66" y="19"/>
                  </a:lnTo>
                  <a:lnTo>
                    <a:pt x="59" y="26"/>
                  </a:lnTo>
                  <a:close/>
                  <a:moveTo>
                    <a:pt x="59" y="26"/>
                  </a:moveTo>
                  <a:lnTo>
                    <a:pt x="59" y="26"/>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53"/>
            <p:cNvSpPr>
              <a:spLocks noEditPoints="1"/>
            </p:cNvSpPr>
            <p:nvPr/>
          </p:nvSpPr>
          <p:spPr bwMode="auto">
            <a:xfrm>
              <a:off x="2659063" y="3055938"/>
              <a:ext cx="104775" cy="104775"/>
            </a:xfrm>
            <a:custGeom>
              <a:avLst/>
              <a:gdLst>
                <a:gd name="T0" fmla="*/ 38 w 66"/>
                <a:gd name="T1" fmla="*/ 9 h 66"/>
                <a:gd name="T2" fmla="*/ 56 w 66"/>
                <a:gd name="T3" fmla="*/ 28 h 66"/>
                <a:gd name="T4" fmla="*/ 23 w 66"/>
                <a:gd name="T5" fmla="*/ 61 h 66"/>
                <a:gd name="T6" fmla="*/ 0 w 66"/>
                <a:gd name="T7" fmla="*/ 66 h 66"/>
                <a:gd name="T8" fmla="*/ 4 w 66"/>
                <a:gd name="T9" fmla="*/ 42 h 66"/>
                <a:gd name="T10" fmla="*/ 38 w 66"/>
                <a:gd name="T11" fmla="*/ 9 h 66"/>
                <a:gd name="T12" fmla="*/ 59 w 66"/>
                <a:gd name="T13" fmla="*/ 26 h 66"/>
                <a:gd name="T14" fmla="*/ 40 w 66"/>
                <a:gd name="T15" fmla="*/ 7 h 66"/>
                <a:gd name="T16" fmla="*/ 45 w 66"/>
                <a:gd name="T17" fmla="*/ 0 h 66"/>
                <a:gd name="T18" fmla="*/ 66 w 66"/>
                <a:gd name="T19" fmla="*/ 19 h 66"/>
                <a:gd name="T20" fmla="*/ 59 w 66"/>
                <a:gd name="T21" fmla="*/ 26 h 66"/>
                <a:gd name="T22" fmla="*/ 59 w 66"/>
                <a:gd name="T23" fmla="*/ 26 h 66"/>
                <a:gd name="T24" fmla="*/ 59 w 66"/>
                <a:gd name="T25" fmla="*/ 2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6">
                  <a:moveTo>
                    <a:pt x="38" y="9"/>
                  </a:moveTo>
                  <a:lnTo>
                    <a:pt x="56" y="28"/>
                  </a:lnTo>
                  <a:lnTo>
                    <a:pt x="23" y="61"/>
                  </a:lnTo>
                  <a:lnTo>
                    <a:pt x="0" y="66"/>
                  </a:lnTo>
                  <a:lnTo>
                    <a:pt x="4" y="42"/>
                  </a:lnTo>
                  <a:lnTo>
                    <a:pt x="38" y="9"/>
                  </a:lnTo>
                  <a:moveTo>
                    <a:pt x="59" y="26"/>
                  </a:moveTo>
                  <a:lnTo>
                    <a:pt x="40" y="7"/>
                  </a:lnTo>
                  <a:lnTo>
                    <a:pt x="45" y="0"/>
                  </a:lnTo>
                  <a:lnTo>
                    <a:pt x="66" y="19"/>
                  </a:lnTo>
                  <a:lnTo>
                    <a:pt x="59" y="26"/>
                  </a:lnTo>
                  <a:moveTo>
                    <a:pt x="59" y="26"/>
                  </a:moveTo>
                  <a:lnTo>
                    <a:pt x="59" y="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54"/>
            <p:cNvSpPr>
              <a:spLocks noEditPoints="1"/>
            </p:cNvSpPr>
            <p:nvPr/>
          </p:nvSpPr>
          <p:spPr bwMode="auto">
            <a:xfrm>
              <a:off x="2527300" y="2946400"/>
              <a:ext cx="184150" cy="236538"/>
            </a:xfrm>
            <a:custGeom>
              <a:avLst/>
              <a:gdLst>
                <a:gd name="T0" fmla="*/ 28 w 49"/>
                <a:gd name="T1" fmla="*/ 0 h 63"/>
                <a:gd name="T2" fmla="*/ 33 w 49"/>
                <a:gd name="T3" fmla="*/ 3 h 63"/>
                <a:gd name="T4" fmla="*/ 38 w 49"/>
                <a:gd name="T5" fmla="*/ 9 h 63"/>
                <a:gd name="T6" fmla="*/ 39 w 49"/>
                <a:gd name="T7" fmla="*/ 19 h 63"/>
                <a:gd name="T8" fmla="*/ 40 w 49"/>
                <a:gd name="T9" fmla="*/ 21 h 63"/>
                <a:gd name="T10" fmla="*/ 39 w 49"/>
                <a:gd name="T11" fmla="*/ 25 h 63"/>
                <a:gd name="T12" fmla="*/ 38 w 49"/>
                <a:gd name="T13" fmla="*/ 27 h 63"/>
                <a:gd name="T14" fmla="*/ 36 w 49"/>
                <a:gd name="T15" fmla="*/ 30 h 63"/>
                <a:gd name="T16" fmla="*/ 33 w 49"/>
                <a:gd name="T17" fmla="*/ 33 h 63"/>
                <a:gd name="T18" fmla="*/ 33 w 49"/>
                <a:gd name="T19" fmla="*/ 37 h 63"/>
                <a:gd name="T20" fmla="*/ 34 w 49"/>
                <a:gd name="T21" fmla="*/ 41 h 63"/>
                <a:gd name="T22" fmla="*/ 33 w 49"/>
                <a:gd name="T23" fmla="*/ 46 h 63"/>
                <a:gd name="T24" fmla="*/ 47 w 49"/>
                <a:gd name="T25" fmla="*/ 59 h 63"/>
                <a:gd name="T26" fmla="*/ 49 w 49"/>
                <a:gd name="T27" fmla="*/ 58 h 63"/>
                <a:gd name="T28" fmla="*/ 46 w 49"/>
                <a:gd name="T29" fmla="*/ 61 h 63"/>
                <a:gd name="T30" fmla="*/ 38 w 49"/>
                <a:gd name="T31" fmla="*/ 62 h 63"/>
                <a:gd name="T32" fmla="*/ 28 w 49"/>
                <a:gd name="T33" fmla="*/ 63 h 63"/>
                <a:gd name="T34" fmla="*/ 20 w 49"/>
                <a:gd name="T35" fmla="*/ 63 h 63"/>
                <a:gd name="T36" fmla="*/ 11 w 49"/>
                <a:gd name="T37" fmla="*/ 62 h 63"/>
                <a:gd name="T38" fmla="*/ 3 w 49"/>
                <a:gd name="T39" fmla="*/ 61 h 63"/>
                <a:gd name="T40" fmla="*/ 0 w 49"/>
                <a:gd name="T41" fmla="*/ 57 h 63"/>
                <a:gd name="T42" fmla="*/ 3 w 49"/>
                <a:gd name="T43" fmla="*/ 47 h 63"/>
                <a:gd name="T44" fmla="*/ 10 w 49"/>
                <a:gd name="T45" fmla="*/ 44 h 63"/>
                <a:gd name="T46" fmla="*/ 16 w 49"/>
                <a:gd name="T47" fmla="*/ 41 h 63"/>
                <a:gd name="T48" fmla="*/ 17 w 49"/>
                <a:gd name="T49" fmla="*/ 38 h 63"/>
                <a:gd name="T50" fmla="*/ 16 w 49"/>
                <a:gd name="T51" fmla="*/ 33 h 63"/>
                <a:gd name="T52" fmla="*/ 13 w 49"/>
                <a:gd name="T53" fmla="*/ 30 h 63"/>
                <a:gd name="T54" fmla="*/ 12 w 49"/>
                <a:gd name="T55" fmla="*/ 27 h 63"/>
                <a:gd name="T56" fmla="*/ 10 w 49"/>
                <a:gd name="T57" fmla="*/ 26 h 63"/>
                <a:gd name="T58" fmla="*/ 9 w 49"/>
                <a:gd name="T59" fmla="*/ 22 h 63"/>
                <a:gd name="T60" fmla="*/ 10 w 49"/>
                <a:gd name="T61" fmla="*/ 19 h 63"/>
                <a:gd name="T62" fmla="*/ 11 w 49"/>
                <a:gd name="T63" fmla="*/ 10 h 63"/>
                <a:gd name="T64" fmla="*/ 16 w 49"/>
                <a:gd name="T65" fmla="*/ 3 h 63"/>
                <a:gd name="T66" fmla="*/ 21 w 49"/>
                <a:gd name="T67" fmla="*/ 0 h 63"/>
                <a:gd name="T68" fmla="*/ 24 w 49"/>
                <a:gd name="T69"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 h="63">
                  <a:moveTo>
                    <a:pt x="24" y="0"/>
                  </a:moveTo>
                  <a:cubicBezTo>
                    <a:pt x="26" y="0"/>
                    <a:pt x="27" y="0"/>
                    <a:pt x="28" y="0"/>
                  </a:cubicBezTo>
                  <a:cubicBezTo>
                    <a:pt x="29" y="0"/>
                    <a:pt x="30" y="1"/>
                    <a:pt x="31" y="1"/>
                  </a:cubicBezTo>
                  <a:cubicBezTo>
                    <a:pt x="32" y="2"/>
                    <a:pt x="33" y="2"/>
                    <a:pt x="33" y="3"/>
                  </a:cubicBezTo>
                  <a:cubicBezTo>
                    <a:pt x="34" y="4"/>
                    <a:pt x="35" y="4"/>
                    <a:pt x="35" y="5"/>
                  </a:cubicBezTo>
                  <a:cubicBezTo>
                    <a:pt x="36" y="6"/>
                    <a:pt x="37" y="8"/>
                    <a:pt x="38" y="9"/>
                  </a:cubicBezTo>
                  <a:cubicBezTo>
                    <a:pt x="38" y="11"/>
                    <a:pt x="38" y="12"/>
                    <a:pt x="39" y="14"/>
                  </a:cubicBezTo>
                  <a:cubicBezTo>
                    <a:pt x="39" y="16"/>
                    <a:pt x="39" y="17"/>
                    <a:pt x="39" y="19"/>
                  </a:cubicBezTo>
                  <a:cubicBezTo>
                    <a:pt x="39" y="19"/>
                    <a:pt x="39" y="20"/>
                    <a:pt x="40" y="20"/>
                  </a:cubicBezTo>
                  <a:cubicBezTo>
                    <a:pt x="40" y="20"/>
                    <a:pt x="40" y="21"/>
                    <a:pt x="40" y="21"/>
                  </a:cubicBezTo>
                  <a:cubicBezTo>
                    <a:pt x="40" y="22"/>
                    <a:pt x="40" y="22"/>
                    <a:pt x="40" y="23"/>
                  </a:cubicBezTo>
                  <a:cubicBezTo>
                    <a:pt x="40" y="23"/>
                    <a:pt x="40" y="24"/>
                    <a:pt x="39" y="25"/>
                  </a:cubicBezTo>
                  <a:cubicBezTo>
                    <a:pt x="39" y="25"/>
                    <a:pt x="39" y="26"/>
                    <a:pt x="39" y="26"/>
                  </a:cubicBezTo>
                  <a:cubicBezTo>
                    <a:pt x="38" y="26"/>
                    <a:pt x="38" y="27"/>
                    <a:pt x="38" y="27"/>
                  </a:cubicBezTo>
                  <a:cubicBezTo>
                    <a:pt x="37" y="28"/>
                    <a:pt x="37" y="28"/>
                    <a:pt x="37" y="29"/>
                  </a:cubicBezTo>
                  <a:cubicBezTo>
                    <a:pt x="37" y="29"/>
                    <a:pt x="37" y="30"/>
                    <a:pt x="36" y="30"/>
                  </a:cubicBezTo>
                  <a:cubicBezTo>
                    <a:pt x="36" y="31"/>
                    <a:pt x="36" y="31"/>
                    <a:pt x="35" y="32"/>
                  </a:cubicBezTo>
                  <a:cubicBezTo>
                    <a:pt x="35" y="32"/>
                    <a:pt x="34" y="33"/>
                    <a:pt x="33" y="33"/>
                  </a:cubicBezTo>
                  <a:cubicBezTo>
                    <a:pt x="33" y="34"/>
                    <a:pt x="33" y="35"/>
                    <a:pt x="33" y="35"/>
                  </a:cubicBezTo>
                  <a:cubicBezTo>
                    <a:pt x="33" y="36"/>
                    <a:pt x="33" y="37"/>
                    <a:pt x="33" y="37"/>
                  </a:cubicBezTo>
                  <a:cubicBezTo>
                    <a:pt x="33" y="38"/>
                    <a:pt x="33" y="39"/>
                    <a:pt x="33" y="39"/>
                  </a:cubicBezTo>
                  <a:cubicBezTo>
                    <a:pt x="33" y="40"/>
                    <a:pt x="34" y="41"/>
                    <a:pt x="34" y="41"/>
                  </a:cubicBezTo>
                  <a:cubicBezTo>
                    <a:pt x="35" y="42"/>
                    <a:pt x="36" y="42"/>
                    <a:pt x="36" y="43"/>
                  </a:cubicBezTo>
                  <a:cubicBezTo>
                    <a:pt x="33" y="46"/>
                    <a:pt x="33" y="46"/>
                    <a:pt x="33" y="46"/>
                  </a:cubicBezTo>
                  <a:cubicBezTo>
                    <a:pt x="32" y="61"/>
                    <a:pt x="32" y="61"/>
                    <a:pt x="32" y="61"/>
                  </a:cubicBezTo>
                  <a:cubicBezTo>
                    <a:pt x="32" y="61"/>
                    <a:pt x="44" y="59"/>
                    <a:pt x="47" y="59"/>
                  </a:cubicBezTo>
                  <a:cubicBezTo>
                    <a:pt x="49" y="57"/>
                    <a:pt x="49" y="57"/>
                    <a:pt x="49" y="57"/>
                  </a:cubicBezTo>
                  <a:cubicBezTo>
                    <a:pt x="49" y="57"/>
                    <a:pt x="49" y="57"/>
                    <a:pt x="49" y="58"/>
                  </a:cubicBezTo>
                  <a:cubicBezTo>
                    <a:pt x="49" y="59"/>
                    <a:pt x="48" y="59"/>
                    <a:pt x="48" y="60"/>
                  </a:cubicBezTo>
                  <a:cubicBezTo>
                    <a:pt x="48" y="60"/>
                    <a:pt x="47" y="61"/>
                    <a:pt x="46" y="61"/>
                  </a:cubicBezTo>
                  <a:cubicBezTo>
                    <a:pt x="45" y="61"/>
                    <a:pt x="44" y="62"/>
                    <a:pt x="43" y="62"/>
                  </a:cubicBezTo>
                  <a:cubicBezTo>
                    <a:pt x="42" y="62"/>
                    <a:pt x="40" y="62"/>
                    <a:pt x="38" y="62"/>
                  </a:cubicBezTo>
                  <a:cubicBezTo>
                    <a:pt x="37" y="63"/>
                    <a:pt x="35" y="63"/>
                    <a:pt x="33" y="63"/>
                  </a:cubicBezTo>
                  <a:cubicBezTo>
                    <a:pt x="32" y="63"/>
                    <a:pt x="30" y="63"/>
                    <a:pt x="28" y="63"/>
                  </a:cubicBezTo>
                  <a:cubicBezTo>
                    <a:pt x="27" y="63"/>
                    <a:pt x="26" y="63"/>
                    <a:pt x="24" y="63"/>
                  </a:cubicBezTo>
                  <a:cubicBezTo>
                    <a:pt x="23" y="63"/>
                    <a:pt x="22" y="63"/>
                    <a:pt x="20" y="63"/>
                  </a:cubicBezTo>
                  <a:cubicBezTo>
                    <a:pt x="19" y="63"/>
                    <a:pt x="17" y="63"/>
                    <a:pt x="16" y="63"/>
                  </a:cubicBezTo>
                  <a:cubicBezTo>
                    <a:pt x="14" y="63"/>
                    <a:pt x="12" y="63"/>
                    <a:pt x="11" y="62"/>
                  </a:cubicBezTo>
                  <a:cubicBezTo>
                    <a:pt x="9" y="62"/>
                    <a:pt x="8" y="62"/>
                    <a:pt x="6" y="62"/>
                  </a:cubicBezTo>
                  <a:cubicBezTo>
                    <a:pt x="5" y="62"/>
                    <a:pt x="4" y="62"/>
                    <a:pt x="3" y="61"/>
                  </a:cubicBezTo>
                  <a:cubicBezTo>
                    <a:pt x="3" y="61"/>
                    <a:pt x="2" y="61"/>
                    <a:pt x="1" y="61"/>
                  </a:cubicBezTo>
                  <a:cubicBezTo>
                    <a:pt x="1" y="60"/>
                    <a:pt x="0" y="59"/>
                    <a:pt x="0" y="57"/>
                  </a:cubicBezTo>
                  <a:cubicBezTo>
                    <a:pt x="0" y="55"/>
                    <a:pt x="0" y="53"/>
                    <a:pt x="1" y="51"/>
                  </a:cubicBezTo>
                  <a:cubicBezTo>
                    <a:pt x="1" y="49"/>
                    <a:pt x="2" y="48"/>
                    <a:pt x="3" y="47"/>
                  </a:cubicBezTo>
                  <a:cubicBezTo>
                    <a:pt x="4" y="46"/>
                    <a:pt x="5" y="46"/>
                    <a:pt x="6" y="45"/>
                  </a:cubicBezTo>
                  <a:cubicBezTo>
                    <a:pt x="7" y="45"/>
                    <a:pt x="9" y="44"/>
                    <a:pt x="10" y="44"/>
                  </a:cubicBezTo>
                  <a:cubicBezTo>
                    <a:pt x="11" y="44"/>
                    <a:pt x="12" y="43"/>
                    <a:pt x="14" y="42"/>
                  </a:cubicBezTo>
                  <a:cubicBezTo>
                    <a:pt x="14" y="42"/>
                    <a:pt x="15" y="41"/>
                    <a:pt x="16" y="41"/>
                  </a:cubicBezTo>
                  <a:cubicBezTo>
                    <a:pt x="16" y="40"/>
                    <a:pt x="16" y="40"/>
                    <a:pt x="16" y="39"/>
                  </a:cubicBezTo>
                  <a:cubicBezTo>
                    <a:pt x="17" y="39"/>
                    <a:pt x="17" y="38"/>
                    <a:pt x="17" y="38"/>
                  </a:cubicBezTo>
                  <a:cubicBezTo>
                    <a:pt x="17" y="37"/>
                    <a:pt x="17" y="36"/>
                    <a:pt x="17" y="36"/>
                  </a:cubicBezTo>
                  <a:cubicBezTo>
                    <a:pt x="17" y="35"/>
                    <a:pt x="16" y="34"/>
                    <a:pt x="16" y="33"/>
                  </a:cubicBezTo>
                  <a:cubicBezTo>
                    <a:pt x="15" y="33"/>
                    <a:pt x="15" y="32"/>
                    <a:pt x="14" y="32"/>
                  </a:cubicBezTo>
                  <a:cubicBezTo>
                    <a:pt x="14" y="31"/>
                    <a:pt x="13" y="31"/>
                    <a:pt x="13" y="30"/>
                  </a:cubicBezTo>
                  <a:cubicBezTo>
                    <a:pt x="13" y="30"/>
                    <a:pt x="13" y="29"/>
                    <a:pt x="12" y="29"/>
                  </a:cubicBezTo>
                  <a:cubicBezTo>
                    <a:pt x="12" y="28"/>
                    <a:pt x="12" y="28"/>
                    <a:pt x="12" y="27"/>
                  </a:cubicBezTo>
                  <a:cubicBezTo>
                    <a:pt x="11" y="27"/>
                    <a:pt x="11" y="27"/>
                    <a:pt x="11" y="26"/>
                  </a:cubicBezTo>
                  <a:cubicBezTo>
                    <a:pt x="11" y="26"/>
                    <a:pt x="10" y="26"/>
                    <a:pt x="10" y="26"/>
                  </a:cubicBezTo>
                  <a:cubicBezTo>
                    <a:pt x="10" y="25"/>
                    <a:pt x="10" y="24"/>
                    <a:pt x="10" y="24"/>
                  </a:cubicBezTo>
                  <a:cubicBezTo>
                    <a:pt x="9" y="23"/>
                    <a:pt x="9" y="22"/>
                    <a:pt x="9" y="22"/>
                  </a:cubicBezTo>
                  <a:cubicBezTo>
                    <a:pt x="9" y="21"/>
                    <a:pt x="9" y="21"/>
                    <a:pt x="10" y="20"/>
                  </a:cubicBezTo>
                  <a:cubicBezTo>
                    <a:pt x="10" y="20"/>
                    <a:pt x="10" y="19"/>
                    <a:pt x="10" y="19"/>
                  </a:cubicBezTo>
                  <a:cubicBezTo>
                    <a:pt x="10" y="17"/>
                    <a:pt x="10" y="16"/>
                    <a:pt x="10" y="14"/>
                  </a:cubicBezTo>
                  <a:cubicBezTo>
                    <a:pt x="11" y="13"/>
                    <a:pt x="11" y="11"/>
                    <a:pt x="11" y="10"/>
                  </a:cubicBezTo>
                  <a:cubicBezTo>
                    <a:pt x="12" y="8"/>
                    <a:pt x="12" y="7"/>
                    <a:pt x="13" y="6"/>
                  </a:cubicBezTo>
                  <a:cubicBezTo>
                    <a:pt x="14" y="5"/>
                    <a:pt x="15" y="4"/>
                    <a:pt x="16" y="3"/>
                  </a:cubicBezTo>
                  <a:cubicBezTo>
                    <a:pt x="17" y="2"/>
                    <a:pt x="18" y="1"/>
                    <a:pt x="19" y="1"/>
                  </a:cubicBezTo>
                  <a:cubicBezTo>
                    <a:pt x="20" y="0"/>
                    <a:pt x="21" y="0"/>
                    <a:pt x="21" y="0"/>
                  </a:cubicBezTo>
                  <a:cubicBezTo>
                    <a:pt x="22" y="0"/>
                    <a:pt x="23" y="0"/>
                    <a:pt x="24" y="0"/>
                  </a:cubicBezTo>
                  <a:close/>
                  <a:moveTo>
                    <a:pt x="24" y="0"/>
                  </a:moveTo>
                  <a:cubicBezTo>
                    <a:pt x="24" y="0"/>
                    <a:pt x="24" y="0"/>
                    <a:pt x="24" y="0"/>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wipe(left)">
                                      <p:cBhvr>
                                        <p:cTn id="18" dur="500"/>
                                        <p:tgtEl>
                                          <p:spTgt spid="18"/>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par>
                                <p:cTn id="23" presetID="22" presetClass="entr" presetSubtype="8"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500"/>
                                        <p:tgtEl>
                                          <p:spTgt spid="12"/>
                                        </p:tgtEl>
                                      </p:cBhvr>
                                    </p:animEffect>
                                  </p:childTnLst>
                                </p:cTn>
                              </p:par>
                              <p:par>
                                <p:cTn id="30" presetID="22" presetClass="entr" presetSubtype="8" fill="hold" nodeType="with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par>
                          <p:cTn id="33" fill="hold">
                            <p:stCondLst>
                              <p:cond delay="2500"/>
                            </p:stCondLst>
                            <p:childTnLst>
                              <p:par>
                                <p:cTn id="34" presetID="22" presetClass="entr" presetSubtype="8" fill="hold" grpId="0" nodeType="after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left)">
                                      <p:cBhvr>
                                        <p:cTn id="36" dur="500"/>
                                        <p:tgtEl>
                                          <p:spTgt spid="2"/>
                                        </p:tgtEl>
                                      </p:cBhvr>
                                    </p:animEffect>
                                  </p:childTnLst>
                                </p:cTn>
                              </p:par>
                            </p:childTnLst>
                          </p:cTn>
                        </p:par>
                        <p:par>
                          <p:cTn id="37" fill="hold">
                            <p:stCondLst>
                              <p:cond delay="3000"/>
                            </p:stCondLst>
                            <p:childTnLst>
                              <p:par>
                                <p:cTn id="38" presetID="22" presetClass="entr" presetSubtype="8"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11"/>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12"/>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13"/>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18"/>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22"/>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2"/>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4"/>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6"/>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7"/>
                                        </p:tgtEl>
                                        <p:attrNameLst>
                                          <p:attrName>style.visibility</p:attrName>
                                        </p:attrNameLst>
                                      </p:cBhvr>
                                      <p:to>
                                        <p:strVal val="hidden"/>
                                      </p:to>
                                    </p:set>
                                  </p:childTnLst>
                                </p:cTn>
                              </p:par>
                            </p:childTnLst>
                          </p:cTn>
                        </p:par>
                        <p:par>
                          <p:cTn id="61" fill="hold">
                            <p:stCondLst>
                              <p:cond delay="0"/>
                            </p:stCondLst>
                            <p:childTnLst>
                              <p:par>
                                <p:cTn id="62" presetID="22" presetClass="entr" presetSubtype="8" fill="hold" nodeType="afterEffect">
                                  <p:stCondLst>
                                    <p:cond delay="0"/>
                                  </p:stCondLst>
                                  <p:childTnLst>
                                    <p:set>
                                      <p:cBhvr>
                                        <p:cTn id="63" dur="1" fill="hold">
                                          <p:stCondLst>
                                            <p:cond delay="0"/>
                                          </p:stCondLst>
                                        </p:cTn>
                                        <p:tgtEl>
                                          <p:spTgt spid="10"/>
                                        </p:tgtEl>
                                        <p:attrNameLst>
                                          <p:attrName>style.visibility</p:attrName>
                                        </p:attrNameLst>
                                      </p:cBhvr>
                                      <p:to>
                                        <p:strVal val="visible"/>
                                      </p:to>
                                    </p:set>
                                    <p:animEffect transition="in" filter="wipe(left)">
                                      <p:cBhvr>
                                        <p:cTn id="6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11" grpId="0" animBg="1"/>
      <p:bldP spid="11" grpId="1" animBg="1"/>
      <p:bldP spid="12" grpId="0" animBg="1"/>
      <p:bldP spid="13" grpId="0" animBg="1"/>
      <p:bldP spid="2" grpId="0" animBg="1"/>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标题 1"/>
          <p:cNvSpPr>
            <a:spLocks noGrp="1"/>
          </p:cNvSpPr>
          <p:nvPr>
            <p:ph type="title"/>
          </p:nvPr>
        </p:nvSpPr>
        <p:spPr>
          <a:xfrm>
            <a:off x="2195513" y="141288"/>
            <a:ext cx="6769100" cy="368300"/>
          </a:xfrm>
          <a:ln>
            <a:noFill/>
          </a:ln>
        </p:spPr>
        <p:txBody>
          <a:bodyPr wrap="square" anchor="t">
            <a:spAutoFit/>
          </a:bodyPr>
          <a:lstStyle/>
          <a:p>
            <a:r>
              <a:rPr lang="en-US" altLang="zh-CN" dirty="0"/>
              <a:t>if</a:t>
            </a:r>
            <a:r>
              <a:rPr lang="zh-CN" altLang="en-US" dirty="0"/>
              <a:t>选择结构</a:t>
            </a:r>
            <a:r>
              <a:rPr lang="zh-CN" altLang="en-US" dirty="0">
                <a:sym typeface="微软雅黑" panose="020B0503020204020204" pitchFamily="34" charset="-122"/>
              </a:rPr>
              <a:t>的作用</a:t>
            </a:r>
            <a:endParaRPr lang="zh-CN" altLang="en-US" kern="1200" dirty="0">
              <a:solidFill>
                <a:srgbClr val="0070C0"/>
              </a:solidFill>
              <a:latin typeface="+mj-lt"/>
              <a:ea typeface="+mj-ea"/>
              <a:cs typeface="+mj-cs"/>
              <a:sym typeface="Browallia New" panose="020B0604020202020204" charset="0"/>
            </a:endParaRPr>
          </a:p>
        </p:txBody>
      </p:sp>
      <p:grpSp>
        <p:nvGrpSpPr>
          <p:cNvPr id="18" name="组合 17"/>
          <p:cNvGrpSpPr/>
          <p:nvPr/>
        </p:nvGrpSpPr>
        <p:grpSpPr>
          <a:xfrm>
            <a:off x="1619672" y="1397317"/>
            <a:ext cx="5796984" cy="1861799"/>
            <a:chOff x="4010116" y="3213754"/>
            <a:chExt cx="1799349" cy="1744511"/>
          </a:xfrm>
        </p:grpSpPr>
        <p:sp>
          <p:nvSpPr>
            <p:cNvPr id="19" name="矩形 18"/>
            <p:cNvSpPr/>
            <p:nvPr/>
          </p:nvSpPr>
          <p:spPr>
            <a:xfrm>
              <a:off x="4010116" y="3213754"/>
              <a:ext cx="1799349" cy="1744511"/>
            </a:xfrm>
            <a:prstGeom prst="rect">
              <a:avLst/>
            </a:prstGeom>
            <a:solidFill>
              <a:srgbClr val="55C1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0" name="任意多边形 9"/>
            <p:cNvSpPr/>
            <p:nvPr/>
          </p:nvSpPr>
          <p:spPr>
            <a:xfrm>
              <a:off x="4757470" y="3349914"/>
              <a:ext cx="263768" cy="273140"/>
            </a:xfrm>
            <a:custGeom>
              <a:avLst/>
              <a:gdLst>
                <a:gd name="connsiteX0" fmla="*/ 28591 w 722317"/>
                <a:gd name="connsiteY0" fmla="*/ 458082 h 565741"/>
                <a:gd name="connsiteX1" fmla="*/ 704373 w 722317"/>
                <a:gd name="connsiteY1" fmla="*/ 458082 h 565741"/>
                <a:gd name="connsiteX2" fmla="*/ 722317 w 722317"/>
                <a:gd name="connsiteY2" fmla="*/ 476026 h 565741"/>
                <a:gd name="connsiteX3" fmla="*/ 722317 w 722317"/>
                <a:gd name="connsiteY3" fmla="*/ 547797 h 565741"/>
                <a:gd name="connsiteX4" fmla="*/ 704373 w 722317"/>
                <a:gd name="connsiteY4" fmla="*/ 565741 h 565741"/>
                <a:gd name="connsiteX5" fmla="*/ 28591 w 722317"/>
                <a:gd name="connsiteY5" fmla="*/ 565741 h 565741"/>
                <a:gd name="connsiteX6" fmla="*/ 10647 w 722317"/>
                <a:gd name="connsiteY6" fmla="*/ 547797 h 565741"/>
                <a:gd name="connsiteX7" fmla="*/ 10647 w 722317"/>
                <a:gd name="connsiteY7" fmla="*/ 476026 h 565741"/>
                <a:gd name="connsiteX8" fmla="*/ 28591 w 722317"/>
                <a:gd name="connsiteY8" fmla="*/ 458082 h 565741"/>
                <a:gd name="connsiteX9" fmla="*/ 29128 w 722317"/>
                <a:gd name="connsiteY9" fmla="*/ 312754 h 565741"/>
                <a:gd name="connsiteX10" fmla="*/ 465132 w 722317"/>
                <a:gd name="connsiteY10" fmla="*/ 312754 h 565741"/>
                <a:gd name="connsiteX11" fmla="*/ 483613 w 722317"/>
                <a:gd name="connsiteY11" fmla="*/ 331235 h 565741"/>
                <a:gd name="connsiteX12" fmla="*/ 483613 w 722317"/>
                <a:gd name="connsiteY12" fmla="*/ 405156 h 565741"/>
                <a:gd name="connsiteX13" fmla="*/ 465132 w 722317"/>
                <a:gd name="connsiteY13" fmla="*/ 423637 h 565741"/>
                <a:gd name="connsiteX14" fmla="*/ 29128 w 722317"/>
                <a:gd name="connsiteY14" fmla="*/ 423637 h 565741"/>
                <a:gd name="connsiteX15" fmla="*/ 10647 w 722317"/>
                <a:gd name="connsiteY15" fmla="*/ 405156 h 565741"/>
                <a:gd name="connsiteX16" fmla="*/ 10647 w 722317"/>
                <a:gd name="connsiteY16" fmla="*/ 331235 h 565741"/>
                <a:gd name="connsiteX17" fmla="*/ 29128 w 722317"/>
                <a:gd name="connsiteY17" fmla="*/ 312754 h 565741"/>
                <a:gd name="connsiteX18" fmla="*/ 28591 w 722317"/>
                <a:gd name="connsiteY18" fmla="*/ 157989 h 565741"/>
                <a:gd name="connsiteX19" fmla="*/ 704373 w 722317"/>
                <a:gd name="connsiteY19" fmla="*/ 157989 h 565741"/>
                <a:gd name="connsiteX20" fmla="*/ 722317 w 722317"/>
                <a:gd name="connsiteY20" fmla="*/ 175933 h 565741"/>
                <a:gd name="connsiteX21" fmla="*/ 722317 w 722317"/>
                <a:gd name="connsiteY21" fmla="*/ 247704 h 565741"/>
                <a:gd name="connsiteX22" fmla="*/ 704373 w 722317"/>
                <a:gd name="connsiteY22" fmla="*/ 265648 h 565741"/>
                <a:gd name="connsiteX23" fmla="*/ 28591 w 722317"/>
                <a:gd name="connsiteY23" fmla="*/ 265648 h 565741"/>
                <a:gd name="connsiteX24" fmla="*/ 10647 w 722317"/>
                <a:gd name="connsiteY24" fmla="*/ 247704 h 565741"/>
                <a:gd name="connsiteX25" fmla="*/ 10647 w 722317"/>
                <a:gd name="connsiteY25" fmla="*/ 175933 h 565741"/>
                <a:gd name="connsiteX26" fmla="*/ 28591 w 722317"/>
                <a:gd name="connsiteY26" fmla="*/ 157989 h 565741"/>
                <a:gd name="connsiteX27" fmla="*/ 18481 w 722317"/>
                <a:gd name="connsiteY27" fmla="*/ 0 h 565741"/>
                <a:gd name="connsiteX28" fmla="*/ 454485 w 722317"/>
                <a:gd name="connsiteY28" fmla="*/ 0 h 565741"/>
                <a:gd name="connsiteX29" fmla="*/ 472966 w 722317"/>
                <a:gd name="connsiteY29" fmla="*/ 18481 h 565741"/>
                <a:gd name="connsiteX30" fmla="*/ 472966 w 722317"/>
                <a:gd name="connsiteY30" fmla="*/ 92402 h 565741"/>
                <a:gd name="connsiteX31" fmla="*/ 454485 w 722317"/>
                <a:gd name="connsiteY31" fmla="*/ 110883 h 565741"/>
                <a:gd name="connsiteX32" fmla="*/ 18481 w 722317"/>
                <a:gd name="connsiteY32" fmla="*/ 110883 h 565741"/>
                <a:gd name="connsiteX33" fmla="*/ 0 w 722317"/>
                <a:gd name="connsiteY33" fmla="*/ 92402 h 565741"/>
                <a:gd name="connsiteX34" fmla="*/ 0 w 722317"/>
                <a:gd name="connsiteY34" fmla="*/ 18481 h 565741"/>
                <a:gd name="connsiteX35" fmla="*/ 18481 w 722317"/>
                <a:gd name="connsiteY35" fmla="*/ 0 h 565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22317" h="565741">
                  <a:moveTo>
                    <a:pt x="28591" y="458082"/>
                  </a:moveTo>
                  <a:lnTo>
                    <a:pt x="704373" y="458082"/>
                  </a:lnTo>
                  <a:cubicBezTo>
                    <a:pt x="714283" y="458082"/>
                    <a:pt x="722317" y="466116"/>
                    <a:pt x="722317" y="476026"/>
                  </a:cubicBezTo>
                  <a:lnTo>
                    <a:pt x="722317" y="547797"/>
                  </a:lnTo>
                  <a:cubicBezTo>
                    <a:pt x="722317" y="557707"/>
                    <a:pt x="714283" y="565741"/>
                    <a:pt x="704373" y="565741"/>
                  </a:cubicBezTo>
                  <a:lnTo>
                    <a:pt x="28591" y="565741"/>
                  </a:lnTo>
                  <a:cubicBezTo>
                    <a:pt x="18681" y="565741"/>
                    <a:pt x="10647" y="557707"/>
                    <a:pt x="10647" y="547797"/>
                  </a:cubicBezTo>
                  <a:lnTo>
                    <a:pt x="10647" y="476026"/>
                  </a:lnTo>
                  <a:cubicBezTo>
                    <a:pt x="10647" y="466116"/>
                    <a:pt x="18681" y="458082"/>
                    <a:pt x="28591" y="458082"/>
                  </a:cubicBezTo>
                  <a:close/>
                  <a:moveTo>
                    <a:pt x="29128" y="312754"/>
                  </a:moveTo>
                  <a:lnTo>
                    <a:pt x="465132" y="312754"/>
                  </a:lnTo>
                  <a:cubicBezTo>
                    <a:pt x="475339" y="312754"/>
                    <a:pt x="483613" y="321028"/>
                    <a:pt x="483613" y="331235"/>
                  </a:cubicBezTo>
                  <a:lnTo>
                    <a:pt x="483613" y="405156"/>
                  </a:lnTo>
                  <a:cubicBezTo>
                    <a:pt x="483613" y="415363"/>
                    <a:pt x="475339" y="423637"/>
                    <a:pt x="465132" y="423637"/>
                  </a:cubicBezTo>
                  <a:lnTo>
                    <a:pt x="29128" y="423637"/>
                  </a:lnTo>
                  <a:cubicBezTo>
                    <a:pt x="18921" y="423637"/>
                    <a:pt x="10647" y="415363"/>
                    <a:pt x="10647" y="405156"/>
                  </a:cubicBezTo>
                  <a:lnTo>
                    <a:pt x="10647" y="331235"/>
                  </a:lnTo>
                  <a:cubicBezTo>
                    <a:pt x="10647" y="321028"/>
                    <a:pt x="18921" y="312754"/>
                    <a:pt x="29128" y="312754"/>
                  </a:cubicBezTo>
                  <a:close/>
                  <a:moveTo>
                    <a:pt x="28591" y="157989"/>
                  </a:moveTo>
                  <a:lnTo>
                    <a:pt x="704373" y="157989"/>
                  </a:lnTo>
                  <a:cubicBezTo>
                    <a:pt x="714283" y="157989"/>
                    <a:pt x="722317" y="166023"/>
                    <a:pt x="722317" y="175933"/>
                  </a:cubicBezTo>
                  <a:lnTo>
                    <a:pt x="722317" y="247704"/>
                  </a:lnTo>
                  <a:cubicBezTo>
                    <a:pt x="722317" y="257614"/>
                    <a:pt x="714283" y="265648"/>
                    <a:pt x="704373" y="265648"/>
                  </a:cubicBezTo>
                  <a:lnTo>
                    <a:pt x="28591" y="265648"/>
                  </a:lnTo>
                  <a:cubicBezTo>
                    <a:pt x="18681" y="265648"/>
                    <a:pt x="10647" y="257614"/>
                    <a:pt x="10647" y="247704"/>
                  </a:cubicBezTo>
                  <a:lnTo>
                    <a:pt x="10647" y="175933"/>
                  </a:lnTo>
                  <a:cubicBezTo>
                    <a:pt x="10647" y="166023"/>
                    <a:pt x="18681" y="157989"/>
                    <a:pt x="28591" y="157989"/>
                  </a:cubicBezTo>
                  <a:close/>
                  <a:moveTo>
                    <a:pt x="18481" y="0"/>
                  </a:moveTo>
                  <a:lnTo>
                    <a:pt x="454485" y="0"/>
                  </a:lnTo>
                  <a:cubicBezTo>
                    <a:pt x="464692" y="0"/>
                    <a:pt x="472966" y="8274"/>
                    <a:pt x="472966" y="18481"/>
                  </a:cubicBezTo>
                  <a:lnTo>
                    <a:pt x="472966" y="92402"/>
                  </a:lnTo>
                  <a:cubicBezTo>
                    <a:pt x="472966" y="102609"/>
                    <a:pt x="464692" y="110883"/>
                    <a:pt x="454485" y="110883"/>
                  </a:cubicBezTo>
                  <a:lnTo>
                    <a:pt x="18481" y="110883"/>
                  </a:lnTo>
                  <a:cubicBezTo>
                    <a:pt x="8274" y="110883"/>
                    <a:pt x="0" y="102609"/>
                    <a:pt x="0" y="92402"/>
                  </a:cubicBezTo>
                  <a:lnTo>
                    <a:pt x="0" y="18481"/>
                  </a:lnTo>
                  <a:cubicBezTo>
                    <a:pt x="0" y="8274"/>
                    <a:pt x="8274" y="0"/>
                    <a:pt x="184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28010" name="文本框 20"/>
            <p:cNvSpPr txBox="1"/>
            <p:nvPr/>
          </p:nvSpPr>
          <p:spPr>
            <a:xfrm>
              <a:off x="4010116" y="3633568"/>
              <a:ext cx="1780996" cy="413443"/>
            </a:xfrm>
            <a:prstGeom prst="rect">
              <a:avLst/>
            </a:prstGeom>
            <a:noFill/>
            <a:ln w="9525">
              <a:noFill/>
            </a:ln>
          </p:spPr>
          <p:txBody>
            <a:bodyPr wrap="square" anchor="t">
              <a:spAutoFit/>
            </a:bodyPr>
            <a:lstStyle/>
            <a:p>
              <a:r>
                <a:rPr lang="zh-CN" altLang="en-US" b="1" dirty="0">
                  <a:solidFill>
                    <a:schemeClr val="bg1"/>
                  </a:solidFill>
                  <a:latin typeface="微软雅黑" panose="020B0503020204020204" pitchFamily="34" charset="-122"/>
                  <a:ea typeface="微软雅黑" panose="020B0503020204020204" pitchFamily="34" charset="-122"/>
                </a:rPr>
                <a:t>作用</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28011" name="文本框 21"/>
            <p:cNvSpPr txBox="1"/>
            <p:nvPr/>
          </p:nvSpPr>
          <p:spPr>
            <a:xfrm>
              <a:off x="4091200" y="4025550"/>
              <a:ext cx="1662565" cy="547936"/>
            </a:xfrm>
            <a:prstGeom prst="rect">
              <a:avLst/>
            </a:prstGeom>
            <a:noFill/>
            <a:ln w="9525">
              <a:noFill/>
            </a:ln>
          </p:spPr>
          <p:txBody>
            <a:bodyPr wrap="square" anchor="t">
              <a:spAutoFit/>
            </a:bodyPr>
            <a:lstStyle/>
            <a:p>
              <a:pPr algn="l"/>
              <a:r>
                <a:rPr lang="zh-CN" altLang="en-US" sz="1600" dirty="0">
                  <a:solidFill>
                    <a:schemeClr val="bg1"/>
                  </a:solidFill>
                  <a:latin typeface="Arial" panose="020B0604020202020204" pitchFamily="34" charset="0"/>
                  <a:sym typeface="微软雅黑" panose="020B0503020204020204" pitchFamily="34" charset="-122"/>
                </a:rPr>
                <a:t>1、控制程序条件执行的逻辑</a:t>
              </a:r>
              <a:endParaRPr lang="en-US" altLang="zh-CN" sz="1600" dirty="0">
                <a:solidFill>
                  <a:schemeClr val="bg1"/>
                </a:solidFill>
                <a:latin typeface="Arial" panose="020B0604020202020204" pitchFamily="34" charset="0"/>
                <a:sym typeface="微软雅黑" panose="020B0503020204020204" pitchFamily="34" charset="-122"/>
              </a:endParaRPr>
            </a:p>
            <a:p>
              <a:pPr algn="l"/>
              <a:r>
                <a:rPr lang="en-US" altLang="zh-CN" sz="1600" dirty="0">
                  <a:solidFill>
                    <a:schemeClr val="bg1"/>
                  </a:solidFill>
                  <a:sym typeface="微软雅黑" panose="020B0503020204020204" pitchFamily="34" charset="-122"/>
                </a:rPr>
                <a:t>2</a:t>
              </a:r>
              <a:r>
                <a:rPr lang="zh-CN" altLang="en-US" sz="1600" dirty="0">
                  <a:solidFill>
                    <a:schemeClr val="bg1"/>
                  </a:solidFill>
                  <a:sym typeface="微软雅黑" panose="020B0503020204020204" pitchFamily="34" charset="-122"/>
                </a:rPr>
                <a:t>、针对不同的逻辑结构，采用不同的</a:t>
              </a:r>
              <a:r>
                <a:rPr lang="en-US" altLang="zh-CN" sz="1600" dirty="0">
                  <a:solidFill>
                    <a:schemeClr val="bg1"/>
                  </a:solidFill>
                  <a:sym typeface="微软雅黑" panose="020B0503020204020204" pitchFamily="34" charset="-122"/>
                </a:rPr>
                <a:t>if</a:t>
              </a:r>
              <a:r>
                <a:rPr lang="zh-CN" altLang="en-US" sz="1600" dirty="0">
                  <a:solidFill>
                    <a:schemeClr val="bg1"/>
                  </a:solidFill>
                  <a:sym typeface="微软雅黑" panose="020B0503020204020204" pitchFamily="34" charset="-122"/>
                </a:rPr>
                <a:t>选择结构</a:t>
              </a:r>
              <a:endParaRPr lang="zh-CN" altLang="en-US" sz="1600" dirty="0">
                <a:solidFill>
                  <a:schemeClr val="bg1"/>
                </a:solidFill>
                <a:latin typeface="Arial" panose="020B0604020202020204" pitchFamily="34" charset="0"/>
                <a:sym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500"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noFill/>
        </p:spPr>
        <p:txBody>
          <a:bodyPr anchor="ctr">
            <a:normAutofit/>
          </a:bodyPr>
          <a:lstStyle/>
          <a:p>
            <a:pPr marL="913130" indent="-913130"/>
            <a:r>
              <a:rPr lang="zh-CN" altLang="en-US" sz="4000" dirty="0">
                <a:solidFill>
                  <a:schemeClr val="accent5">
                    <a:lumMod val="50000"/>
                  </a:schemeClr>
                </a:solidFill>
              </a:rPr>
              <a:t>第四</a:t>
            </a:r>
            <a:r>
              <a:rPr lang="zh-CN" altLang="en-US" sz="4000" dirty="0">
                <a:solidFill>
                  <a:schemeClr val="accent5">
                    <a:lumMod val="50000"/>
                  </a:schemeClr>
                </a:solidFill>
              </a:rPr>
              <a:t>课时</a:t>
            </a:r>
            <a:endParaRPr lang="zh-CN" altLang="en-US" sz="4000" dirty="0">
              <a:solidFill>
                <a:schemeClr val="accent5">
                  <a:lumMod val="50000"/>
                </a:schemeClr>
              </a:solidFill>
            </a:endParaRPr>
          </a:p>
        </p:txBody>
      </p:sp>
      <p:sp>
        <p:nvSpPr>
          <p:cNvPr id="3" name="副标题 2"/>
          <p:cNvSpPr>
            <a:spLocks noGrp="1"/>
          </p:cNvSpPr>
          <p:nvPr>
            <p:ph type="subTitle" idx="1"/>
          </p:nvPr>
        </p:nvSpPr>
        <p:spPr/>
        <p:txBody>
          <a:bodyPr/>
          <a:lstStyle/>
          <a:p>
            <a:r>
              <a:rPr lang="zh-CN" altLang="en-US" dirty="0"/>
              <a:t>案例</a:t>
            </a:r>
            <a:endParaRPr lang="zh-CN" altLang="en-US" dirty="0"/>
          </a:p>
          <a:p>
            <a:endParaRPr lang="zh-CN" altLang="en-US" dirty="0">
              <a:solidFill>
                <a:schemeClr val="tx1">
                  <a:lumMod val="65000"/>
                  <a:lumOff val="35000"/>
                </a:schemeClr>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内容占位符 2"/>
          <p:cNvSpPr>
            <a:spLocks noGrp="1"/>
          </p:cNvSpPr>
          <p:nvPr>
            <p:ph idx="1"/>
          </p:nvPr>
        </p:nvSpPr>
        <p:spPr/>
        <p:txBody>
          <a:bodyPr/>
          <a:lstStyle/>
          <a:p>
            <a:pPr>
              <a:defRPr/>
            </a:pPr>
            <a:r>
              <a:rPr lang="zh-CN" altLang="en-US" dirty="0"/>
              <a:t>使用多重</a:t>
            </a:r>
            <a:r>
              <a:rPr lang="en-US" altLang="zh-CN" dirty="0"/>
              <a:t>if</a:t>
            </a:r>
            <a:r>
              <a:rPr lang="zh-CN" altLang="en-US" dirty="0"/>
              <a:t>实现考试</a:t>
            </a:r>
            <a:r>
              <a:rPr lang="zh-CN" altLang="en-US" dirty="0">
                <a:sym typeface="+mn-ea"/>
              </a:rPr>
              <a:t>分级评测</a:t>
            </a:r>
            <a:endParaRPr lang="zh-CN" altLang="en-US" dirty="0"/>
          </a:p>
        </p:txBody>
      </p:sp>
      <p:sp>
        <p:nvSpPr>
          <p:cNvPr id="5" name="AutoShape 4"/>
          <p:cNvSpPr>
            <a:spLocks noChangeArrowheads="1"/>
          </p:cNvSpPr>
          <p:nvPr/>
        </p:nvSpPr>
        <p:spPr bwMode="auto">
          <a:xfrm>
            <a:off x="642910" y="1131590"/>
            <a:ext cx="8162925" cy="3725545"/>
          </a:xfrm>
          <a:prstGeom prst="roundRect">
            <a:avLst>
              <a:gd name="adj" fmla="val 0"/>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lvl="1" indent="-224155" algn="l" defTabSz="381000" eaLnBrk="1" latinLnBrk="0" hangingPunct="1">
              <a:lnSpc>
                <a:spcPct val="130000"/>
              </a:lnSpc>
              <a:buClr>
                <a:schemeClr val="folHlink"/>
              </a:buClr>
              <a:buSzPct val="60000"/>
              <a:tabLst>
                <a:tab pos="444500" algn="l"/>
              </a:tabLst>
              <a:defRPr/>
            </a:pPr>
            <a:r>
              <a:rPr lang="zh-CN" altLang="zh-CN" sz="1400" dirty="0">
                <a:solidFill>
                  <a:schemeClr val="tx1">
                    <a:lumMod val="75000"/>
                    <a:lumOff val="25000"/>
                  </a:schemeClr>
                </a:solidFill>
                <a:latin typeface="+mn-ea"/>
                <a:ea typeface="+mn-ea"/>
              </a:rPr>
              <a:t>	</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zh-CN" altLang="zh-CN"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ea typeface="+mn-ea"/>
              </a:rPr>
              <a:t>score = int(input</a:t>
            </a:r>
            <a:r>
              <a:rPr lang="zh-CN" altLang="zh-CN" sz="1400" dirty="0">
                <a:solidFill>
                  <a:schemeClr val="tx1">
                    <a:lumMod val="75000"/>
                    <a:lumOff val="25000"/>
                  </a:schemeClr>
                </a:solidFill>
                <a:latin typeface="+mn-ea"/>
                <a:ea typeface="+mn-ea"/>
              </a:rPr>
              <a:t>("请输入一个成绩:")</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zh-CN" sz="1400" dirty="0">
                <a:solidFill>
                  <a:schemeClr val="tx1">
                    <a:lumMod val="75000"/>
                    <a:lumOff val="25000"/>
                  </a:schemeClr>
                </a:solidFill>
                <a:latin typeface="+mn-ea"/>
                <a:ea typeface="+mn-ea"/>
              </a:rPr>
              <a:t>if </a:t>
            </a:r>
            <a:r>
              <a:rPr lang="zh-CN" altLang="zh-CN" sz="1400" dirty="0">
                <a:solidFill>
                  <a:srgbClr val="FF0000"/>
                </a:solidFill>
                <a:latin typeface="+mn-ea"/>
                <a:ea typeface="+mn-ea"/>
              </a:rPr>
              <a:t>score &gt;= 90</a:t>
            </a:r>
            <a:r>
              <a:rPr lang="en-US" altLang="zh-CN" sz="1400" dirty="0">
                <a:solidFill>
                  <a:schemeClr val="tx1">
                    <a:lumMod val="75000"/>
                    <a:lumOff val="25000"/>
                  </a:schemeClr>
                </a:solidFill>
                <a:latin typeface="+mn-ea"/>
                <a:ea typeface="+mn-ea"/>
              </a:rPr>
              <a:t>:</a:t>
            </a:r>
            <a:r>
              <a:rPr lang="zh-CN" altLang="zh-CN" sz="1400" dirty="0">
                <a:solidFill>
                  <a:schemeClr val="tx1">
                    <a:lumMod val="75000"/>
                    <a:lumOff val="25000"/>
                  </a:schemeClr>
                </a:solidFill>
                <a:latin typeface="+mn-ea"/>
                <a:ea typeface="+mn-ea"/>
              </a:rPr>
              <a:t>        </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zh-CN" sz="1400" dirty="0">
                <a:solidFill>
                  <a:schemeClr val="tx1">
                    <a:lumMod val="75000"/>
                    <a:lumOff val="25000"/>
                  </a:schemeClr>
                </a:solidFill>
                <a:latin typeface="+mn-ea"/>
                <a:ea typeface="+mn-ea"/>
              </a:rPr>
              <a:t>print("成绩等级为A 恭喜你考试通关"); </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zh-CN" altLang="zh-CN"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ea typeface="+mn-ea"/>
              </a:rPr>
              <a:t>	</a:t>
            </a:r>
            <a:r>
              <a:rPr lang="zh-CN" altLang="zh-CN" sz="1400" dirty="0">
                <a:solidFill>
                  <a:schemeClr val="tx1">
                    <a:lumMod val="75000"/>
                    <a:lumOff val="25000"/>
                  </a:schemeClr>
                </a:solidFill>
                <a:latin typeface="+mn-ea"/>
                <a:ea typeface="+mn-ea"/>
              </a:rPr>
              <a:t>elif </a:t>
            </a:r>
            <a:r>
              <a:rPr lang="en-US" altLang="zh-CN" sz="1400" dirty="0">
                <a:solidFill>
                  <a:schemeClr val="tx1">
                    <a:lumMod val="75000"/>
                    <a:lumOff val="25000"/>
                  </a:schemeClr>
                </a:solidFill>
                <a:latin typeface="+mn-ea"/>
                <a:ea typeface="+mn-ea"/>
              </a:rPr>
              <a:t>90 &gt;</a:t>
            </a:r>
            <a:r>
              <a:rPr lang="zh-CN" altLang="zh-CN" sz="1400" dirty="0">
                <a:solidFill>
                  <a:srgbClr val="FF0000"/>
                </a:solidFill>
                <a:latin typeface="+mn-ea"/>
                <a:ea typeface="+mn-ea"/>
              </a:rPr>
              <a:t>score&gt;=80</a:t>
            </a:r>
            <a:r>
              <a:rPr lang="en-US" altLang="zh-CN" sz="1400" dirty="0">
                <a:solidFill>
                  <a:schemeClr val="tx1">
                    <a:lumMod val="75000"/>
                    <a:lumOff val="25000"/>
                  </a:schemeClr>
                </a:solidFill>
                <a:latin typeface="+mn-ea"/>
                <a:ea typeface="+mn-ea"/>
              </a:rPr>
              <a:t>:</a:t>
            </a:r>
            <a:r>
              <a:rPr lang="zh-CN" altLang="zh-CN" sz="1400" dirty="0">
                <a:solidFill>
                  <a:schemeClr val="tx1">
                    <a:lumMod val="75000"/>
                    <a:lumOff val="25000"/>
                  </a:schemeClr>
                </a:solidFill>
                <a:latin typeface="+mn-ea"/>
                <a:ea typeface="+mn-ea"/>
              </a:rPr>
              <a:t>     </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a:t>
            </a:r>
            <a:r>
              <a:rPr lang="zh-CN" altLang="zh-CN" sz="1400" dirty="0">
                <a:solidFill>
                  <a:schemeClr val="tx1">
                    <a:lumMod val="75000"/>
                    <a:lumOff val="25000"/>
                  </a:schemeClr>
                </a:solidFill>
                <a:latin typeface="+mn-ea"/>
                <a:ea typeface="+mn-ea"/>
              </a:rPr>
              <a:t>print("成绩等级为B");</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zh-CN" altLang="zh-CN"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ea typeface="+mn-ea"/>
              </a:rPr>
              <a:t>	</a:t>
            </a:r>
            <a:r>
              <a:rPr lang="zh-CN" altLang="zh-CN" sz="1400" dirty="0">
                <a:solidFill>
                  <a:schemeClr val="tx1">
                    <a:lumMod val="75000"/>
                    <a:lumOff val="25000"/>
                  </a:schemeClr>
                </a:solidFill>
                <a:latin typeface="+mn-ea"/>
                <a:ea typeface="+mn-ea"/>
              </a:rPr>
              <a:t>elif </a:t>
            </a:r>
            <a:r>
              <a:rPr lang="en-US" altLang="zh-CN" sz="1400" dirty="0">
                <a:solidFill>
                  <a:schemeClr val="tx1">
                    <a:lumMod val="75000"/>
                    <a:lumOff val="25000"/>
                  </a:schemeClr>
                </a:solidFill>
                <a:latin typeface="+mn-ea"/>
                <a:ea typeface="+mn-ea"/>
              </a:rPr>
              <a:t>80 &gt; </a:t>
            </a:r>
            <a:r>
              <a:rPr lang="zh-CN" altLang="zh-CN" sz="1400" dirty="0">
                <a:solidFill>
                  <a:srgbClr val="FF0000"/>
                </a:solidFill>
                <a:latin typeface="+mn-ea"/>
                <a:ea typeface="+mn-ea"/>
              </a:rPr>
              <a:t>score&gt;=70</a:t>
            </a:r>
            <a:r>
              <a:rPr lang="en-US" altLang="zh-CN" sz="1400" dirty="0">
                <a:solidFill>
                  <a:schemeClr val="tx1">
                    <a:lumMod val="75000"/>
                    <a:lumOff val="25000"/>
                  </a:schemeClr>
                </a:solidFill>
                <a:latin typeface="+mn-ea"/>
                <a:ea typeface="+mn-ea"/>
              </a:rPr>
              <a:t>:</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zh-CN" altLang="zh-CN"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ea typeface="+mn-ea"/>
              </a:rPr>
              <a:t>			</a:t>
            </a:r>
            <a:r>
              <a:rPr lang="zh-CN" altLang="zh-CN" sz="1400" dirty="0">
                <a:solidFill>
                  <a:schemeClr val="tx1">
                    <a:lumMod val="75000"/>
                    <a:lumOff val="25000"/>
                  </a:schemeClr>
                </a:solidFill>
                <a:latin typeface="+mn-ea"/>
                <a:ea typeface="+mn-ea"/>
              </a:rPr>
              <a:t>print("成绩等级为C");</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zh-CN" altLang="zh-CN"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ea typeface="+mn-ea"/>
              </a:rPr>
              <a:t>	</a:t>
            </a:r>
            <a:r>
              <a:rPr lang="zh-CN" altLang="zh-CN" sz="1400" dirty="0">
                <a:solidFill>
                  <a:schemeClr val="tx1">
                    <a:lumMod val="75000"/>
                    <a:lumOff val="25000"/>
                  </a:schemeClr>
                </a:solidFill>
                <a:latin typeface="+mn-ea"/>
                <a:ea typeface="+mn-ea"/>
              </a:rPr>
              <a:t>elif </a:t>
            </a:r>
            <a:r>
              <a:rPr lang="en-US" altLang="zh-CN" sz="1400" dirty="0">
                <a:solidFill>
                  <a:schemeClr val="tx1">
                    <a:lumMod val="75000"/>
                    <a:lumOff val="25000"/>
                  </a:schemeClr>
                </a:solidFill>
                <a:latin typeface="+mn-ea"/>
                <a:ea typeface="+mn-ea"/>
              </a:rPr>
              <a:t>70 &gt;</a:t>
            </a:r>
            <a:r>
              <a:rPr lang="zh-CN" altLang="zh-CN" sz="1400" dirty="0">
                <a:solidFill>
                  <a:srgbClr val="FF0000"/>
                </a:solidFill>
                <a:latin typeface="+mn-ea"/>
                <a:ea typeface="+mn-ea"/>
              </a:rPr>
              <a:t>score&gt;=60</a:t>
            </a:r>
            <a:r>
              <a:rPr lang="en-US" altLang="zh-CN" sz="1400" dirty="0">
                <a:solidFill>
                  <a:schemeClr val="tx1">
                    <a:lumMod val="75000"/>
                    <a:lumOff val="25000"/>
                  </a:schemeClr>
                </a:solidFill>
                <a:latin typeface="+mn-ea"/>
                <a:ea typeface="+mn-ea"/>
              </a:rPr>
              <a:t>:</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zh-CN" altLang="zh-CN"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ea typeface="+mn-ea"/>
              </a:rPr>
              <a:t>			</a:t>
            </a:r>
            <a:r>
              <a:rPr lang="zh-CN" altLang="zh-CN" sz="1400" dirty="0">
                <a:solidFill>
                  <a:schemeClr val="tx1">
                    <a:lumMod val="75000"/>
                    <a:lumOff val="25000"/>
                  </a:schemeClr>
                </a:solidFill>
                <a:latin typeface="+mn-ea"/>
                <a:ea typeface="+mn-ea"/>
              </a:rPr>
              <a:t>print("成绩等级为D");</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zh-CN" altLang="zh-CN"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ea typeface="+mn-ea"/>
              </a:rPr>
              <a:t>	</a:t>
            </a:r>
            <a:r>
              <a:rPr lang="zh-CN" altLang="zh-CN" sz="1400" dirty="0">
                <a:solidFill>
                  <a:schemeClr val="tx1">
                    <a:lumMod val="75000"/>
                    <a:lumOff val="25000"/>
                  </a:schemeClr>
                </a:solidFill>
                <a:latin typeface="+mn-ea"/>
                <a:ea typeface="+mn-ea"/>
              </a:rPr>
              <a:t>else</a:t>
            </a:r>
            <a:r>
              <a:rPr lang="en-US" altLang="zh-CN" sz="1400" dirty="0">
                <a:solidFill>
                  <a:schemeClr val="tx1">
                    <a:lumMod val="75000"/>
                    <a:lumOff val="25000"/>
                  </a:schemeClr>
                </a:solidFill>
                <a:latin typeface="+mn-ea"/>
                <a:ea typeface="+mn-ea"/>
              </a:rPr>
              <a:t>:</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zh-CN" altLang="zh-CN"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ea typeface="+mn-ea"/>
              </a:rPr>
              <a:t>			</a:t>
            </a:r>
            <a:r>
              <a:rPr lang="zh-CN" altLang="zh-CN" sz="1400" dirty="0">
                <a:solidFill>
                  <a:schemeClr val="tx1">
                    <a:lumMod val="75000"/>
                    <a:lumOff val="25000"/>
                  </a:schemeClr>
                </a:solidFill>
                <a:latin typeface="+mn-ea"/>
                <a:ea typeface="+mn-ea"/>
              </a:rPr>
              <a:t>print("成绩等级为E");</a:t>
            </a:r>
            <a:endParaRPr lang="zh-CN" altLang="zh-CN" sz="1400" dirty="0">
              <a:solidFill>
                <a:schemeClr val="tx1">
                  <a:lumMod val="75000"/>
                  <a:lumOff val="25000"/>
                </a:schemeClr>
              </a:solidFill>
              <a:latin typeface="+mn-ea"/>
              <a:ea typeface="+mn-ea"/>
            </a:endParaRPr>
          </a:p>
          <a:p>
            <a:pPr marL="224155" lvl="1" indent="-224155" algn="l" defTabSz="381000" eaLnBrk="1" latinLnBrk="0" hangingPunct="1">
              <a:lnSpc>
                <a:spcPct val="130000"/>
              </a:lnSpc>
              <a:buClr>
                <a:schemeClr val="folHlink"/>
              </a:buClr>
              <a:buSzPct val="60000"/>
              <a:tabLst>
                <a:tab pos="444500" algn="l"/>
              </a:tabLst>
              <a:defRPr/>
            </a:pPr>
            <a:r>
              <a:rPr lang="zh-CN" altLang="zh-CN" sz="1400" dirty="0">
                <a:solidFill>
                  <a:schemeClr val="tx1">
                    <a:lumMod val="75000"/>
                    <a:lumOff val="25000"/>
                  </a:schemeClr>
                </a:solidFill>
                <a:latin typeface="+mn-ea"/>
                <a:ea typeface="+mn-ea"/>
              </a:rPr>
              <a:t>        </a:t>
            </a:r>
            <a:r>
              <a:rPr lang="en-US" altLang="zh-CN" sz="1400" dirty="0">
                <a:solidFill>
                  <a:schemeClr val="tx1">
                    <a:lumMod val="75000"/>
                    <a:lumOff val="25000"/>
                  </a:schemeClr>
                </a:solidFill>
                <a:latin typeface="+mn-ea"/>
                <a:ea typeface="+mn-ea"/>
              </a:rPr>
              <a:t>	</a:t>
            </a:r>
            <a:endParaRPr lang="zh-CN" altLang="zh-CN" sz="1400" dirty="0">
              <a:solidFill>
                <a:schemeClr val="tx1">
                  <a:lumMod val="75000"/>
                  <a:lumOff val="25000"/>
                </a:schemeClr>
              </a:solidFill>
              <a:latin typeface="+mn-ea"/>
              <a:ea typeface="+mn-ea"/>
            </a:endParaRPr>
          </a:p>
        </p:txBody>
      </p:sp>
      <p:sp>
        <p:nvSpPr>
          <p:cNvPr id="20482" name="标题 1"/>
          <p:cNvSpPr>
            <a:spLocks noGrp="1"/>
          </p:cNvSpPr>
          <p:nvPr>
            <p:ph type="title"/>
          </p:nvPr>
        </p:nvSpPr>
        <p:spPr>
          <a:xfrm>
            <a:off x="2195739" y="141482"/>
            <a:ext cx="6768877" cy="368300"/>
          </a:xfrm>
          <a:noFill/>
        </p:spPr>
        <p:txBody>
          <a:bodyPr wrap="square">
            <a:spAutoFit/>
          </a:bodyPr>
          <a:lstStyle/>
          <a:p>
            <a:r>
              <a:rPr lang="en-US" altLang="zh-CN" dirty="0">
                <a:latin typeface="+mj-ea"/>
                <a:sym typeface="+mn-ea"/>
              </a:rPr>
              <a:t>if-</a:t>
            </a:r>
            <a:r>
              <a:rPr lang="en-US" altLang="zh-CN" dirty="0" err="1">
                <a:latin typeface="+mj-ea"/>
                <a:sym typeface="+mn-ea"/>
              </a:rPr>
              <a:t>elif</a:t>
            </a:r>
            <a:r>
              <a:rPr lang="en-US" altLang="zh-CN" dirty="0">
                <a:latin typeface="+mj-ea"/>
                <a:sym typeface="+mn-ea"/>
              </a:rPr>
              <a:t>-</a:t>
            </a:r>
            <a:r>
              <a:rPr lang="en-US" altLang="zh-CN" dirty="0" err="1">
                <a:latin typeface="+mj-ea"/>
                <a:sym typeface="+mn-ea"/>
              </a:rPr>
              <a:t>elif</a:t>
            </a:r>
            <a:r>
              <a:rPr lang="en-US" altLang="zh-CN" dirty="0">
                <a:latin typeface="+mj-ea"/>
                <a:sym typeface="+mn-ea"/>
              </a:rPr>
              <a:t>-[else]</a:t>
            </a:r>
            <a:r>
              <a:rPr lang="zh-CN" altLang="en-US" dirty="0">
                <a:latin typeface="+mj-ea"/>
                <a:sym typeface="+mn-ea"/>
              </a:rPr>
              <a:t>多分支选择结构</a:t>
            </a:r>
            <a:r>
              <a:rPr lang="zh-CN" dirty="0">
                <a:latin typeface="+mj-ea"/>
                <a:sym typeface="+mn-ea"/>
              </a:rPr>
              <a:t>应用</a:t>
            </a:r>
            <a:endParaRPr dirty="0">
              <a:latin typeface="+mj-ea"/>
            </a:endParaRPr>
          </a:p>
        </p:txBody>
      </p:sp>
      <p:sp>
        <p:nvSpPr>
          <p:cNvPr id="29" name="副标题 28"/>
          <p:cNvSpPr>
            <a:spLocks noGrp="1"/>
          </p:cNvSpPr>
          <p:nvPr>
            <p:ph type="subTitle" idx="10"/>
          </p:nvPr>
        </p:nvSpPr>
        <p:spPr/>
        <p:txBody>
          <a:bodyPr/>
          <a:lstStyle/>
          <a:p>
            <a:r>
              <a:rPr lang="zh-CN" altLang="en-US" dirty="0"/>
              <a:t>思考：</a:t>
            </a:r>
            <a:endParaRPr lang="zh-CN" altLang="en-US" dirty="0"/>
          </a:p>
        </p:txBody>
      </p:sp>
      <p:sp>
        <p:nvSpPr>
          <p:cNvPr id="11" name="AutoShape 5"/>
          <p:cNvSpPr>
            <a:spLocks noChangeArrowheads="1"/>
          </p:cNvSpPr>
          <p:nvPr/>
        </p:nvSpPr>
        <p:spPr bwMode="auto">
          <a:xfrm>
            <a:off x="5261739" y="2384625"/>
            <a:ext cx="2536522" cy="373665"/>
          </a:xfrm>
          <a:prstGeom prst="roundRect">
            <a:avLst>
              <a:gd name="adj"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sym typeface="+mn-ea"/>
              </a:rPr>
              <a:t>如果输入的成绩为</a:t>
            </a:r>
            <a:r>
              <a:rPr lang="en-US" altLang="zh-CN" sz="1600" kern="0" dirty="0">
                <a:solidFill>
                  <a:schemeClr val="bg1"/>
                </a:solidFill>
                <a:latin typeface="+mn-ea"/>
                <a:ea typeface="+mn-ea"/>
                <a:sym typeface="+mn-ea"/>
              </a:rPr>
              <a:t>-20</a:t>
            </a:r>
            <a:endParaRPr lang="en-US" altLang="zh-CN" sz="1600" kern="0" dirty="0">
              <a:solidFill>
                <a:schemeClr val="bg1"/>
              </a:solidFill>
              <a:latin typeface="+mn-ea"/>
              <a:ea typeface="+mn-ea"/>
              <a:sym typeface="+mn-ea"/>
            </a:endParaRPr>
          </a:p>
        </p:txBody>
      </p:sp>
      <p:sp>
        <p:nvSpPr>
          <p:cNvPr id="12" name="AutoShape 6"/>
          <p:cNvSpPr>
            <a:spLocks noChangeArrowheads="1"/>
          </p:cNvSpPr>
          <p:nvPr/>
        </p:nvSpPr>
        <p:spPr bwMode="auto">
          <a:xfrm>
            <a:off x="5261372" y="1549466"/>
            <a:ext cx="2536522" cy="373665"/>
          </a:xfrm>
          <a:prstGeom prst="roundRect">
            <a:avLst>
              <a:gd name="adj"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kern="0" dirty="0">
                <a:solidFill>
                  <a:schemeClr val="bg1"/>
                </a:solidFill>
                <a:latin typeface="+mn-ea"/>
                <a:ea typeface="+mn-ea"/>
              </a:rPr>
              <a:t>如果输入的成绩为</a:t>
            </a:r>
            <a:r>
              <a:rPr lang="en-US" altLang="zh-CN" sz="1600" kern="0" dirty="0">
                <a:solidFill>
                  <a:schemeClr val="bg1"/>
                </a:solidFill>
                <a:latin typeface="+mn-ea"/>
                <a:ea typeface="+mn-ea"/>
              </a:rPr>
              <a:t>120</a:t>
            </a:r>
            <a:endParaRPr lang="en-US" altLang="zh-CN" sz="1600" kern="0" dirty="0">
              <a:solidFill>
                <a:schemeClr val="bg1"/>
              </a:solidFill>
              <a:latin typeface="+mn-ea"/>
              <a:ea typeface="+mn-ea"/>
            </a:endParaRPr>
          </a:p>
        </p:txBody>
      </p:sp>
      <p:grpSp>
        <p:nvGrpSpPr>
          <p:cNvPr id="3" name="组合 18"/>
          <p:cNvGrpSpPr/>
          <p:nvPr/>
        </p:nvGrpSpPr>
        <p:grpSpPr>
          <a:xfrm>
            <a:off x="285720" y="785800"/>
            <a:ext cx="236538" cy="236538"/>
            <a:chOff x="2527300" y="2946400"/>
            <a:chExt cx="236538" cy="236538"/>
          </a:xfrm>
        </p:grpSpPr>
        <p:sp>
          <p:nvSpPr>
            <p:cNvPr id="20" name="Freeform 52"/>
            <p:cNvSpPr>
              <a:spLocks noEditPoints="1"/>
            </p:cNvSpPr>
            <p:nvPr/>
          </p:nvSpPr>
          <p:spPr bwMode="auto">
            <a:xfrm>
              <a:off x="2659063" y="3055938"/>
              <a:ext cx="104775" cy="104775"/>
            </a:xfrm>
            <a:custGeom>
              <a:avLst/>
              <a:gdLst>
                <a:gd name="T0" fmla="*/ 38 w 66"/>
                <a:gd name="T1" fmla="*/ 9 h 66"/>
                <a:gd name="T2" fmla="*/ 56 w 66"/>
                <a:gd name="T3" fmla="*/ 28 h 66"/>
                <a:gd name="T4" fmla="*/ 23 w 66"/>
                <a:gd name="T5" fmla="*/ 61 h 66"/>
                <a:gd name="T6" fmla="*/ 0 w 66"/>
                <a:gd name="T7" fmla="*/ 66 h 66"/>
                <a:gd name="T8" fmla="*/ 4 w 66"/>
                <a:gd name="T9" fmla="*/ 42 h 66"/>
                <a:gd name="T10" fmla="*/ 38 w 66"/>
                <a:gd name="T11" fmla="*/ 9 h 66"/>
                <a:gd name="T12" fmla="*/ 59 w 66"/>
                <a:gd name="T13" fmla="*/ 26 h 66"/>
                <a:gd name="T14" fmla="*/ 40 w 66"/>
                <a:gd name="T15" fmla="*/ 7 h 66"/>
                <a:gd name="T16" fmla="*/ 45 w 66"/>
                <a:gd name="T17" fmla="*/ 0 h 66"/>
                <a:gd name="T18" fmla="*/ 66 w 66"/>
                <a:gd name="T19" fmla="*/ 19 h 66"/>
                <a:gd name="T20" fmla="*/ 59 w 66"/>
                <a:gd name="T21" fmla="*/ 26 h 66"/>
                <a:gd name="T22" fmla="*/ 59 w 66"/>
                <a:gd name="T23" fmla="*/ 26 h 66"/>
                <a:gd name="T24" fmla="*/ 59 w 66"/>
                <a:gd name="T25" fmla="*/ 2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6">
                  <a:moveTo>
                    <a:pt x="38" y="9"/>
                  </a:moveTo>
                  <a:lnTo>
                    <a:pt x="56" y="28"/>
                  </a:lnTo>
                  <a:lnTo>
                    <a:pt x="23" y="61"/>
                  </a:lnTo>
                  <a:lnTo>
                    <a:pt x="0" y="66"/>
                  </a:lnTo>
                  <a:lnTo>
                    <a:pt x="4" y="42"/>
                  </a:lnTo>
                  <a:lnTo>
                    <a:pt x="38" y="9"/>
                  </a:lnTo>
                  <a:close/>
                  <a:moveTo>
                    <a:pt x="59" y="26"/>
                  </a:moveTo>
                  <a:lnTo>
                    <a:pt x="40" y="7"/>
                  </a:lnTo>
                  <a:lnTo>
                    <a:pt x="45" y="0"/>
                  </a:lnTo>
                  <a:lnTo>
                    <a:pt x="66" y="19"/>
                  </a:lnTo>
                  <a:lnTo>
                    <a:pt x="59" y="26"/>
                  </a:lnTo>
                  <a:close/>
                  <a:moveTo>
                    <a:pt x="59" y="26"/>
                  </a:moveTo>
                  <a:lnTo>
                    <a:pt x="59" y="26"/>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53"/>
            <p:cNvSpPr>
              <a:spLocks noEditPoints="1"/>
            </p:cNvSpPr>
            <p:nvPr/>
          </p:nvSpPr>
          <p:spPr bwMode="auto">
            <a:xfrm>
              <a:off x="2659063" y="3055938"/>
              <a:ext cx="104775" cy="104775"/>
            </a:xfrm>
            <a:custGeom>
              <a:avLst/>
              <a:gdLst>
                <a:gd name="T0" fmla="*/ 38 w 66"/>
                <a:gd name="T1" fmla="*/ 9 h 66"/>
                <a:gd name="T2" fmla="*/ 56 w 66"/>
                <a:gd name="T3" fmla="*/ 28 h 66"/>
                <a:gd name="T4" fmla="*/ 23 w 66"/>
                <a:gd name="T5" fmla="*/ 61 h 66"/>
                <a:gd name="T6" fmla="*/ 0 w 66"/>
                <a:gd name="T7" fmla="*/ 66 h 66"/>
                <a:gd name="T8" fmla="*/ 4 w 66"/>
                <a:gd name="T9" fmla="*/ 42 h 66"/>
                <a:gd name="T10" fmla="*/ 38 w 66"/>
                <a:gd name="T11" fmla="*/ 9 h 66"/>
                <a:gd name="T12" fmla="*/ 59 w 66"/>
                <a:gd name="T13" fmla="*/ 26 h 66"/>
                <a:gd name="T14" fmla="*/ 40 w 66"/>
                <a:gd name="T15" fmla="*/ 7 h 66"/>
                <a:gd name="T16" fmla="*/ 45 w 66"/>
                <a:gd name="T17" fmla="*/ 0 h 66"/>
                <a:gd name="T18" fmla="*/ 66 w 66"/>
                <a:gd name="T19" fmla="*/ 19 h 66"/>
                <a:gd name="T20" fmla="*/ 59 w 66"/>
                <a:gd name="T21" fmla="*/ 26 h 66"/>
                <a:gd name="T22" fmla="*/ 59 w 66"/>
                <a:gd name="T23" fmla="*/ 26 h 66"/>
                <a:gd name="T24" fmla="*/ 59 w 66"/>
                <a:gd name="T25" fmla="*/ 2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6">
                  <a:moveTo>
                    <a:pt x="38" y="9"/>
                  </a:moveTo>
                  <a:lnTo>
                    <a:pt x="56" y="28"/>
                  </a:lnTo>
                  <a:lnTo>
                    <a:pt x="23" y="61"/>
                  </a:lnTo>
                  <a:lnTo>
                    <a:pt x="0" y="66"/>
                  </a:lnTo>
                  <a:lnTo>
                    <a:pt x="4" y="42"/>
                  </a:lnTo>
                  <a:lnTo>
                    <a:pt x="38" y="9"/>
                  </a:lnTo>
                  <a:moveTo>
                    <a:pt x="59" y="26"/>
                  </a:moveTo>
                  <a:lnTo>
                    <a:pt x="40" y="7"/>
                  </a:lnTo>
                  <a:lnTo>
                    <a:pt x="45" y="0"/>
                  </a:lnTo>
                  <a:lnTo>
                    <a:pt x="66" y="19"/>
                  </a:lnTo>
                  <a:lnTo>
                    <a:pt x="59" y="26"/>
                  </a:lnTo>
                  <a:moveTo>
                    <a:pt x="59" y="26"/>
                  </a:moveTo>
                  <a:lnTo>
                    <a:pt x="59" y="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54"/>
            <p:cNvSpPr>
              <a:spLocks noEditPoints="1"/>
            </p:cNvSpPr>
            <p:nvPr/>
          </p:nvSpPr>
          <p:spPr bwMode="auto">
            <a:xfrm>
              <a:off x="2527300" y="2946400"/>
              <a:ext cx="184150" cy="236538"/>
            </a:xfrm>
            <a:custGeom>
              <a:avLst/>
              <a:gdLst>
                <a:gd name="T0" fmla="*/ 28 w 49"/>
                <a:gd name="T1" fmla="*/ 0 h 63"/>
                <a:gd name="T2" fmla="*/ 33 w 49"/>
                <a:gd name="T3" fmla="*/ 3 h 63"/>
                <a:gd name="T4" fmla="*/ 38 w 49"/>
                <a:gd name="T5" fmla="*/ 9 h 63"/>
                <a:gd name="T6" fmla="*/ 39 w 49"/>
                <a:gd name="T7" fmla="*/ 19 h 63"/>
                <a:gd name="T8" fmla="*/ 40 w 49"/>
                <a:gd name="T9" fmla="*/ 21 h 63"/>
                <a:gd name="T10" fmla="*/ 39 w 49"/>
                <a:gd name="T11" fmla="*/ 25 h 63"/>
                <a:gd name="T12" fmla="*/ 38 w 49"/>
                <a:gd name="T13" fmla="*/ 27 h 63"/>
                <a:gd name="T14" fmla="*/ 36 w 49"/>
                <a:gd name="T15" fmla="*/ 30 h 63"/>
                <a:gd name="T16" fmla="*/ 33 w 49"/>
                <a:gd name="T17" fmla="*/ 33 h 63"/>
                <a:gd name="T18" fmla="*/ 33 w 49"/>
                <a:gd name="T19" fmla="*/ 37 h 63"/>
                <a:gd name="T20" fmla="*/ 34 w 49"/>
                <a:gd name="T21" fmla="*/ 41 h 63"/>
                <a:gd name="T22" fmla="*/ 33 w 49"/>
                <a:gd name="T23" fmla="*/ 46 h 63"/>
                <a:gd name="T24" fmla="*/ 47 w 49"/>
                <a:gd name="T25" fmla="*/ 59 h 63"/>
                <a:gd name="T26" fmla="*/ 49 w 49"/>
                <a:gd name="T27" fmla="*/ 58 h 63"/>
                <a:gd name="T28" fmla="*/ 46 w 49"/>
                <a:gd name="T29" fmla="*/ 61 h 63"/>
                <a:gd name="T30" fmla="*/ 38 w 49"/>
                <a:gd name="T31" fmla="*/ 62 h 63"/>
                <a:gd name="T32" fmla="*/ 28 w 49"/>
                <a:gd name="T33" fmla="*/ 63 h 63"/>
                <a:gd name="T34" fmla="*/ 20 w 49"/>
                <a:gd name="T35" fmla="*/ 63 h 63"/>
                <a:gd name="T36" fmla="*/ 11 w 49"/>
                <a:gd name="T37" fmla="*/ 62 h 63"/>
                <a:gd name="T38" fmla="*/ 3 w 49"/>
                <a:gd name="T39" fmla="*/ 61 h 63"/>
                <a:gd name="T40" fmla="*/ 0 w 49"/>
                <a:gd name="T41" fmla="*/ 57 h 63"/>
                <a:gd name="T42" fmla="*/ 3 w 49"/>
                <a:gd name="T43" fmla="*/ 47 h 63"/>
                <a:gd name="T44" fmla="*/ 10 w 49"/>
                <a:gd name="T45" fmla="*/ 44 h 63"/>
                <a:gd name="T46" fmla="*/ 16 w 49"/>
                <a:gd name="T47" fmla="*/ 41 h 63"/>
                <a:gd name="T48" fmla="*/ 17 w 49"/>
                <a:gd name="T49" fmla="*/ 38 h 63"/>
                <a:gd name="T50" fmla="*/ 16 w 49"/>
                <a:gd name="T51" fmla="*/ 33 h 63"/>
                <a:gd name="T52" fmla="*/ 13 w 49"/>
                <a:gd name="T53" fmla="*/ 30 h 63"/>
                <a:gd name="T54" fmla="*/ 12 w 49"/>
                <a:gd name="T55" fmla="*/ 27 h 63"/>
                <a:gd name="T56" fmla="*/ 10 w 49"/>
                <a:gd name="T57" fmla="*/ 26 h 63"/>
                <a:gd name="T58" fmla="*/ 9 w 49"/>
                <a:gd name="T59" fmla="*/ 22 h 63"/>
                <a:gd name="T60" fmla="*/ 10 w 49"/>
                <a:gd name="T61" fmla="*/ 19 h 63"/>
                <a:gd name="T62" fmla="*/ 11 w 49"/>
                <a:gd name="T63" fmla="*/ 10 h 63"/>
                <a:gd name="T64" fmla="*/ 16 w 49"/>
                <a:gd name="T65" fmla="*/ 3 h 63"/>
                <a:gd name="T66" fmla="*/ 21 w 49"/>
                <a:gd name="T67" fmla="*/ 0 h 63"/>
                <a:gd name="T68" fmla="*/ 24 w 49"/>
                <a:gd name="T69"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 h="63">
                  <a:moveTo>
                    <a:pt x="24" y="0"/>
                  </a:moveTo>
                  <a:cubicBezTo>
                    <a:pt x="26" y="0"/>
                    <a:pt x="27" y="0"/>
                    <a:pt x="28" y="0"/>
                  </a:cubicBezTo>
                  <a:cubicBezTo>
                    <a:pt x="29" y="0"/>
                    <a:pt x="30" y="1"/>
                    <a:pt x="31" y="1"/>
                  </a:cubicBezTo>
                  <a:cubicBezTo>
                    <a:pt x="32" y="2"/>
                    <a:pt x="33" y="2"/>
                    <a:pt x="33" y="3"/>
                  </a:cubicBezTo>
                  <a:cubicBezTo>
                    <a:pt x="34" y="4"/>
                    <a:pt x="35" y="4"/>
                    <a:pt x="35" y="5"/>
                  </a:cubicBezTo>
                  <a:cubicBezTo>
                    <a:pt x="36" y="6"/>
                    <a:pt x="37" y="8"/>
                    <a:pt x="38" y="9"/>
                  </a:cubicBezTo>
                  <a:cubicBezTo>
                    <a:pt x="38" y="11"/>
                    <a:pt x="38" y="12"/>
                    <a:pt x="39" y="14"/>
                  </a:cubicBezTo>
                  <a:cubicBezTo>
                    <a:pt x="39" y="16"/>
                    <a:pt x="39" y="17"/>
                    <a:pt x="39" y="19"/>
                  </a:cubicBezTo>
                  <a:cubicBezTo>
                    <a:pt x="39" y="19"/>
                    <a:pt x="39" y="20"/>
                    <a:pt x="40" y="20"/>
                  </a:cubicBezTo>
                  <a:cubicBezTo>
                    <a:pt x="40" y="20"/>
                    <a:pt x="40" y="21"/>
                    <a:pt x="40" y="21"/>
                  </a:cubicBezTo>
                  <a:cubicBezTo>
                    <a:pt x="40" y="22"/>
                    <a:pt x="40" y="22"/>
                    <a:pt x="40" y="23"/>
                  </a:cubicBezTo>
                  <a:cubicBezTo>
                    <a:pt x="40" y="23"/>
                    <a:pt x="40" y="24"/>
                    <a:pt x="39" y="25"/>
                  </a:cubicBezTo>
                  <a:cubicBezTo>
                    <a:pt x="39" y="25"/>
                    <a:pt x="39" y="26"/>
                    <a:pt x="39" y="26"/>
                  </a:cubicBezTo>
                  <a:cubicBezTo>
                    <a:pt x="38" y="26"/>
                    <a:pt x="38" y="27"/>
                    <a:pt x="38" y="27"/>
                  </a:cubicBezTo>
                  <a:cubicBezTo>
                    <a:pt x="37" y="28"/>
                    <a:pt x="37" y="28"/>
                    <a:pt x="37" y="29"/>
                  </a:cubicBezTo>
                  <a:cubicBezTo>
                    <a:pt x="37" y="29"/>
                    <a:pt x="37" y="30"/>
                    <a:pt x="36" y="30"/>
                  </a:cubicBezTo>
                  <a:cubicBezTo>
                    <a:pt x="36" y="31"/>
                    <a:pt x="36" y="31"/>
                    <a:pt x="35" y="32"/>
                  </a:cubicBezTo>
                  <a:cubicBezTo>
                    <a:pt x="35" y="32"/>
                    <a:pt x="34" y="33"/>
                    <a:pt x="33" y="33"/>
                  </a:cubicBezTo>
                  <a:cubicBezTo>
                    <a:pt x="33" y="34"/>
                    <a:pt x="33" y="35"/>
                    <a:pt x="33" y="35"/>
                  </a:cubicBezTo>
                  <a:cubicBezTo>
                    <a:pt x="33" y="36"/>
                    <a:pt x="33" y="37"/>
                    <a:pt x="33" y="37"/>
                  </a:cubicBezTo>
                  <a:cubicBezTo>
                    <a:pt x="33" y="38"/>
                    <a:pt x="33" y="39"/>
                    <a:pt x="33" y="39"/>
                  </a:cubicBezTo>
                  <a:cubicBezTo>
                    <a:pt x="33" y="40"/>
                    <a:pt x="34" y="41"/>
                    <a:pt x="34" y="41"/>
                  </a:cubicBezTo>
                  <a:cubicBezTo>
                    <a:pt x="35" y="42"/>
                    <a:pt x="36" y="42"/>
                    <a:pt x="36" y="43"/>
                  </a:cubicBezTo>
                  <a:cubicBezTo>
                    <a:pt x="33" y="46"/>
                    <a:pt x="33" y="46"/>
                    <a:pt x="33" y="46"/>
                  </a:cubicBezTo>
                  <a:cubicBezTo>
                    <a:pt x="32" y="61"/>
                    <a:pt x="32" y="61"/>
                    <a:pt x="32" y="61"/>
                  </a:cubicBezTo>
                  <a:cubicBezTo>
                    <a:pt x="32" y="61"/>
                    <a:pt x="44" y="59"/>
                    <a:pt x="47" y="59"/>
                  </a:cubicBezTo>
                  <a:cubicBezTo>
                    <a:pt x="49" y="57"/>
                    <a:pt x="49" y="57"/>
                    <a:pt x="49" y="57"/>
                  </a:cubicBezTo>
                  <a:cubicBezTo>
                    <a:pt x="49" y="57"/>
                    <a:pt x="49" y="57"/>
                    <a:pt x="49" y="58"/>
                  </a:cubicBezTo>
                  <a:cubicBezTo>
                    <a:pt x="49" y="59"/>
                    <a:pt x="48" y="59"/>
                    <a:pt x="48" y="60"/>
                  </a:cubicBezTo>
                  <a:cubicBezTo>
                    <a:pt x="48" y="60"/>
                    <a:pt x="47" y="61"/>
                    <a:pt x="46" y="61"/>
                  </a:cubicBezTo>
                  <a:cubicBezTo>
                    <a:pt x="45" y="61"/>
                    <a:pt x="44" y="62"/>
                    <a:pt x="43" y="62"/>
                  </a:cubicBezTo>
                  <a:cubicBezTo>
                    <a:pt x="42" y="62"/>
                    <a:pt x="40" y="62"/>
                    <a:pt x="38" y="62"/>
                  </a:cubicBezTo>
                  <a:cubicBezTo>
                    <a:pt x="37" y="63"/>
                    <a:pt x="35" y="63"/>
                    <a:pt x="33" y="63"/>
                  </a:cubicBezTo>
                  <a:cubicBezTo>
                    <a:pt x="32" y="63"/>
                    <a:pt x="30" y="63"/>
                    <a:pt x="28" y="63"/>
                  </a:cubicBezTo>
                  <a:cubicBezTo>
                    <a:pt x="27" y="63"/>
                    <a:pt x="26" y="63"/>
                    <a:pt x="24" y="63"/>
                  </a:cubicBezTo>
                  <a:cubicBezTo>
                    <a:pt x="23" y="63"/>
                    <a:pt x="22" y="63"/>
                    <a:pt x="20" y="63"/>
                  </a:cubicBezTo>
                  <a:cubicBezTo>
                    <a:pt x="19" y="63"/>
                    <a:pt x="17" y="63"/>
                    <a:pt x="16" y="63"/>
                  </a:cubicBezTo>
                  <a:cubicBezTo>
                    <a:pt x="14" y="63"/>
                    <a:pt x="12" y="63"/>
                    <a:pt x="11" y="62"/>
                  </a:cubicBezTo>
                  <a:cubicBezTo>
                    <a:pt x="9" y="62"/>
                    <a:pt x="8" y="62"/>
                    <a:pt x="6" y="62"/>
                  </a:cubicBezTo>
                  <a:cubicBezTo>
                    <a:pt x="5" y="62"/>
                    <a:pt x="4" y="62"/>
                    <a:pt x="3" y="61"/>
                  </a:cubicBezTo>
                  <a:cubicBezTo>
                    <a:pt x="3" y="61"/>
                    <a:pt x="2" y="61"/>
                    <a:pt x="1" y="61"/>
                  </a:cubicBezTo>
                  <a:cubicBezTo>
                    <a:pt x="1" y="60"/>
                    <a:pt x="0" y="59"/>
                    <a:pt x="0" y="57"/>
                  </a:cubicBezTo>
                  <a:cubicBezTo>
                    <a:pt x="0" y="55"/>
                    <a:pt x="0" y="53"/>
                    <a:pt x="1" y="51"/>
                  </a:cubicBezTo>
                  <a:cubicBezTo>
                    <a:pt x="1" y="49"/>
                    <a:pt x="2" y="48"/>
                    <a:pt x="3" y="47"/>
                  </a:cubicBezTo>
                  <a:cubicBezTo>
                    <a:pt x="4" y="46"/>
                    <a:pt x="5" y="46"/>
                    <a:pt x="6" y="45"/>
                  </a:cubicBezTo>
                  <a:cubicBezTo>
                    <a:pt x="7" y="45"/>
                    <a:pt x="9" y="44"/>
                    <a:pt x="10" y="44"/>
                  </a:cubicBezTo>
                  <a:cubicBezTo>
                    <a:pt x="11" y="44"/>
                    <a:pt x="12" y="43"/>
                    <a:pt x="14" y="42"/>
                  </a:cubicBezTo>
                  <a:cubicBezTo>
                    <a:pt x="14" y="42"/>
                    <a:pt x="15" y="41"/>
                    <a:pt x="16" y="41"/>
                  </a:cubicBezTo>
                  <a:cubicBezTo>
                    <a:pt x="16" y="40"/>
                    <a:pt x="16" y="40"/>
                    <a:pt x="16" y="39"/>
                  </a:cubicBezTo>
                  <a:cubicBezTo>
                    <a:pt x="17" y="39"/>
                    <a:pt x="17" y="38"/>
                    <a:pt x="17" y="38"/>
                  </a:cubicBezTo>
                  <a:cubicBezTo>
                    <a:pt x="17" y="37"/>
                    <a:pt x="17" y="36"/>
                    <a:pt x="17" y="36"/>
                  </a:cubicBezTo>
                  <a:cubicBezTo>
                    <a:pt x="17" y="35"/>
                    <a:pt x="16" y="34"/>
                    <a:pt x="16" y="33"/>
                  </a:cubicBezTo>
                  <a:cubicBezTo>
                    <a:pt x="15" y="33"/>
                    <a:pt x="15" y="32"/>
                    <a:pt x="14" y="32"/>
                  </a:cubicBezTo>
                  <a:cubicBezTo>
                    <a:pt x="14" y="31"/>
                    <a:pt x="13" y="31"/>
                    <a:pt x="13" y="30"/>
                  </a:cubicBezTo>
                  <a:cubicBezTo>
                    <a:pt x="13" y="30"/>
                    <a:pt x="13" y="29"/>
                    <a:pt x="12" y="29"/>
                  </a:cubicBezTo>
                  <a:cubicBezTo>
                    <a:pt x="12" y="28"/>
                    <a:pt x="12" y="28"/>
                    <a:pt x="12" y="27"/>
                  </a:cubicBezTo>
                  <a:cubicBezTo>
                    <a:pt x="11" y="27"/>
                    <a:pt x="11" y="27"/>
                    <a:pt x="11" y="26"/>
                  </a:cubicBezTo>
                  <a:cubicBezTo>
                    <a:pt x="11" y="26"/>
                    <a:pt x="10" y="26"/>
                    <a:pt x="10" y="26"/>
                  </a:cubicBezTo>
                  <a:cubicBezTo>
                    <a:pt x="10" y="25"/>
                    <a:pt x="10" y="24"/>
                    <a:pt x="10" y="24"/>
                  </a:cubicBezTo>
                  <a:cubicBezTo>
                    <a:pt x="9" y="23"/>
                    <a:pt x="9" y="22"/>
                    <a:pt x="9" y="22"/>
                  </a:cubicBezTo>
                  <a:cubicBezTo>
                    <a:pt x="9" y="21"/>
                    <a:pt x="9" y="21"/>
                    <a:pt x="10" y="20"/>
                  </a:cubicBezTo>
                  <a:cubicBezTo>
                    <a:pt x="10" y="20"/>
                    <a:pt x="10" y="19"/>
                    <a:pt x="10" y="19"/>
                  </a:cubicBezTo>
                  <a:cubicBezTo>
                    <a:pt x="10" y="17"/>
                    <a:pt x="10" y="16"/>
                    <a:pt x="10" y="14"/>
                  </a:cubicBezTo>
                  <a:cubicBezTo>
                    <a:pt x="11" y="13"/>
                    <a:pt x="11" y="11"/>
                    <a:pt x="11" y="10"/>
                  </a:cubicBezTo>
                  <a:cubicBezTo>
                    <a:pt x="12" y="8"/>
                    <a:pt x="12" y="7"/>
                    <a:pt x="13" y="6"/>
                  </a:cubicBezTo>
                  <a:cubicBezTo>
                    <a:pt x="14" y="5"/>
                    <a:pt x="15" y="4"/>
                    <a:pt x="16" y="3"/>
                  </a:cubicBezTo>
                  <a:cubicBezTo>
                    <a:pt x="17" y="2"/>
                    <a:pt x="18" y="1"/>
                    <a:pt x="19" y="1"/>
                  </a:cubicBezTo>
                  <a:cubicBezTo>
                    <a:pt x="20" y="0"/>
                    <a:pt x="21" y="0"/>
                    <a:pt x="21" y="0"/>
                  </a:cubicBezTo>
                  <a:cubicBezTo>
                    <a:pt x="22" y="0"/>
                    <a:pt x="23" y="0"/>
                    <a:pt x="24" y="0"/>
                  </a:cubicBezTo>
                  <a:close/>
                  <a:moveTo>
                    <a:pt x="24" y="0"/>
                  </a:moveTo>
                  <a:cubicBezTo>
                    <a:pt x="24" y="0"/>
                    <a:pt x="24" y="0"/>
                    <a:pt x="24" y="0"/>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12" grpId="0" animBg="1"/>
      <p:bldP spid="12" grpId="1" animBg="1"/>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wrap="square"/>
          <a:lstStyle/>
          <a:p>
            <a:pPr>
              <a:defRPr/>
            </a:pPr>
            <a:r>
              <a:rPr lang="zh-CN" altLang="en-US" dirty="0"/>
              <a:t>课堂编程</a:t>
            </a:r>
            <a:endParaRPr lang="en-US" dirty="0"/>
          </a:p>
        </p:txBody>
      </p:sp>
      <p:sp>
        <p:nvSpPr>
          <p:cNvPr id="23555" name="内容占位符 2"/>
          <p:cNvSpPr>
            <a:spLocks noGrp="1"/>
          </p:cNvSpPr>
          <p:nvPr>
            <p:ph idx="1"/>
          </p:nvPr>
        </p:nvSpPr>
        <p:spPr/>
        <p:txBody>
          <a:bodyPr/>
          <a:lstStyle/>
          <a:p>
            <a:pPr>
              <a:defRPr/>
            </a:pPr>
            <a:r>
              <a:rPr lang="zh-CN" altLang="en-US" dirty="0"/>
              <a:t>需求说明</a:t>
            </a:r>
            <a:endParaRPr lang="en-US" altLang="zh-CN" dirty="0"/>
          </a:p>
          <a:p>
            <a:pPr lvl="1">
              <a:defRPr/>
            </a:pPr>
            <a:r>
              <a:rPr lang="zh-CN" altLang="en-US" dirty="0"/>
              <a:t>输入账号和密码，验证是否正确。</a:t>
            </a:r>
            <a:endParaRPr lang="en-US" altLang="zh-CN" dirty="0"/>
          </a:p>
          <a:p>
            <a:pPr lvl="1">
              <a:defRPr/>
            </a:pPr>
            <a:r>
              <a:rPr lang="zh-CN" altLang="en-US" dirty="0"/>
              <a:t>要求：</a:t>
            </a:r>
            <a:endParaRPr lang="en-US" altLang="zh-CN" dirty="0"/>
          </a:p>
          <a:p>
            <a:pPr lvl="2">
              <a:defRPr/>
            </a:pPr>
            <a:r>
              <a:rPr lang="zh-CN" altLang="en-US" dirty="0"/>
              <a:t>正确，输出</a:t>
            </a:r>
            <a:r>
              <a:rPr lang="en-US" altLang="zh-CN" dirty="0"/>
              <a:t>“</a:t>
            </a:r>
            <a:r>
              <a:rPr lang="zh-CN" altLang="en-US" dirty="0"/>
              <a:t>欢迎使用</a:t>
            </a:r>
            <a:r>
              <a:rPr lang="en-US" altLang="zh-CN" dirty="0"/>
              <a:t>ATM</a:t>
            </a:r>
            <a:r>
              <a:rPr lang="zh-CN" altLang="en-US" dirty="0"/>
              <a:t>机</a:t>
            </a:r>
            <a:r>
              <a:rPr lang="en-US" altLang="zh-CN" dirty="0"/>
              <a:t>”</a:t>
            </a:r>
            <a:endParaRPr lang="en-US" altLang="zh-CN" dirty="0"/>
          </a:p>
          <a:p>
            <a:pPr lvl="2">
              <a:defRPr/>
            </a:pPr>
            <a:r>
              <a:rPr lang="zh-CN" altLang="en-US" dirty="0"/>
              <a:t>错误，输出</a:t>
            </a:r>
            <a:r>
              <a:rPr lang="en-US" altLang="zh-CN" dirty="0"/>
              <a:t>“</a:t>
            </a:r>
            <a:r>
              <a:rPr lang="zh-CN" altLang="en-US" dirty="0"/>
              <a:t>您的</a:t>
            </a:r>
            <a:r>
              <a:rPr lang="zh-CN" altLang="en-US" dirty="0"/>
              <a:t>账号或密码错误</a:t>
            </a:r>
            <a:r>
              <a:rPr lang="en-US" altLang="zh-CN" dirty="0"/>
              <a:t>”</a:t>
            </a:r>
            <a:endParaRPr lang="en-US" altLang="zh-CN" dirty="0"/>
          </a:p>
          <a:p>
            <a:pPr>
              <a:defRPr/>
            </a:pPr>
            <a:endParaRPr lang="zh-CN" altLang="en-US" dirty="0"/>
          </a:p>
          <a:p>
            <a:pPr>
              <a:defRPr/>
            </a:pPr>
            <a:endParaRPr lang="zh-CN" altLang="en-US" dirty="0"/>
          </a:p>
        </p:txBody>
      </p:sp>
      <p:sp>
        <p:nvSpPr>
          <p:cNvPr id="15" name="副标题 14"/>
          <p:cNvSpPr>
            <a:spLocks noGrp="1"/>
          </p:cNvSpPr>
          <p:nvPr>
            <p:ph type="subTitle" idx="10"/>
          </p:nvPr>
        </p:nvSpPr>
        <p:spPr/>
        <p:txBody>
          <a:bodyPr/>
          <a:lstStyle/>
          <a:p>
            <a:r>
              <a:rPr lang="zh-CN" altLang="en-US" dirty="0"/>
              <a:t>案例</a:t>
            </a:r>
            <a:endParaRPr lang="zh-CN" altLang="en-US" dirty="0"/>
          </a:p>
        </p:txBody>
      </p:sp>
      <p:grpSp>
        <p:nvGrpSpPr>
          <p:cNvPr id="2" name="组合 13"/>
          <p:cNvGrpSpPr/>
          <p:nvPr/>
        </p:nvGrpSpPr>
        <p:grpSpPr>
          <a:xfrm>
            <a:off x="285720" y="785800"/>
            <a:ext cx="231401" cy="274592"/>
            <a:chOff x="1692275" y="4522788"/>
            <a:chExt cx="1046163" cy="1241428"/>
          </a:xfrm>
        </p:grpSpPr>
        <p:grpSp>
          <p:nvGrpSpPr>
            <p:cNvPr id="3" name="组合 202"/>
            <p:cNvGrpSpPr/>
            <p:nvPr/>
          </p:nvGrpSpPr>
          <p:grpSpPr>
            <a:xfrm>
              <a:off x="1692275" y="4522788"/>
              <a:ext cx="1046163" cy="1241425"/>
              <a:chOff x="1692275" y="4522788"/>
              <a:chExt cx="1046163" cy="1241425"/>
            </a:xfrm>
          </p:grpSpPr>
          <p:sp>
            <p:nvSpPr>
              <p:cNvPr id="18" name="AutoShape 105"/>
              <p:cNvSpPr>
                <a:spLocks noChangeAspect="1" noChangeArrowheads="1" noTextEdit="1"/>
              </p:cNvSpPr>
              <p:nvPr/>
            </p:nvSpPr>
            <p:spPr bwMode="auto">
              <a:xfrm>
                <a:off x="1692275" y="4522788"/>
                <a:ext cx="1046163" cy="1241425"/>
              </a:xfrm>
              <a:prstGeom prst="rect">
                <a:avLst/>
              </a:prstGeom>
              <a:noFill/>
              <a:ln w="9525">
                <a:noFill/>
                <a:miter lim="800000"/>
              </a:ln>
            </p:spPr>
            <p:txBody>
              <a:bodyPr vert="horz" wrap="square" lIns="91440" tIns="45720" rIns="91440" bIns="45720" numCol="1" anchor="t" anchorCtr="0" compatLnSpc="1"/>
              <a:lstStyle/>
              <a:p>
                <a:endParaRPr lang="zh-CN" altLang="en-US"/>
              </a:p>
            </p:txBody>
          </p:sp>
          <p:sp>
            <p:nvSpPr>
              <p:cNvPr id="19" name="Freeform 107"/>
              <p:cNvSpPr>
                <a:spLocks noEditPoints="1"/>
              </p:cNvSpPr>
              <p:nvPr/>
            </p:nvSpPr>
            <p:spPr bwMode="auto">
              <a:xfrm>
                <a:off x="1692275" y="4522791"/>
                <a:ext cx="857249" cy="1074737"/>
              </a:xfrm>
              <a:custGeom>
                <a:avLst/>
                <a:gdLst/>
                <a:ahLst/>
                <a:cxnLst>
                  <a:cxn ang="0">
                    <a:pos x="449" y="382"/>
                  </a:cxn>
                  <a:cxn ang="0">
                    <a:pos x="457" y="382"/>
                  </a:cxn>
                  <a:cxn ang="0">
                    <a:pos x="457" y="116"/>
                  </a:cxn>
                  <a:cxn ang="0">
                    <a:pos x="391" y="50"/>
                  </a:cxn>
                  <a:cxn ang="0">
                    <a:pos x="328" y="50"/>
                  </a:cxn>
                  <a:cxn ang="0">
                    <a:pos x="278" y="0"/>
                  </a:cxn>
                  <a:cxn ang="0">
                    <a:pos x="179" y="0"/>
                  </a:cxn>
                  <a:cxn ang="0">
                    <a:pos x="129" y="50"/>
                  </a:cxn>
                  <a:cxn ang="0">
                    <a:pos x="66" y="50"/>
                  </a:cxn>
                  <a:cxn ang="0">
                    <a:pos x="0" y="116"/>
                  </a:cxn>
                  <a:cxn ang="0">
                    <a:pos x="0" y="507"/>
                  </a:cxn>
                  <a:cxn ang="0">
                    <a:pos x="66" y="573"/>
                  </a:cxn>
                  <a:cxn ang="0">
                    <a:pos x="278" y="573"/>
                  </a:cxn>
                  <a:cxn ang="0">
                    <a:pos x="278" y="557"/>
                  </a:cxn>
                  <a:cxn ang="0">
                    <a:pos x="449" y="382"/>
                  </a:cxn>
                  <a:cxn ang="0">
                    <a:pos x="179" y="37"/>
                  </a:cxn>
                  <a:cxn ang="0">
                    <a:pos x="278" y="37"/>
                  </a:cxn>
                  <a:cxn ang="0">
                    <a:pos x="295" y="54"/>
                  </a:cxn>
                  <a:cxn ang="0">
                    <a:pos x="278" y="71"/>
                  </a:cxn>
                  <a:cxn ang="0">
                    <a:pos x="179" y="71"/>
                  </a:cxn>
                  <a:cxn ang="0">
                    <a:pos x="162" y="54"/>
                  </a:cxn>
                  <a:cxn ang="0">
                    <a:pos x="179" y="37"/>
                  </a:cxn>
                  <a:cxn ang="0">
                    <a:pos x="133" y="220"/>
                  </a:cxn>
                  <a:cxn ang="0">
                    <a:pos x="328" y="220"/>
                  </a:cxn>
                  <a:cxn ang="0">
                    <a:pos x="345" y="237"/>
                  </a:cxn>
                  <a:cxn ang="0">
                    <a:pos x="328" y="253"/>
                  </a:cxn>
                  <a:cxn ang="0">
                    <a:pos x="133" y="253"/>
                  </a:cxn>
                  <a:cxn ang="0">
                    <a:pos x="116" y="237"/>
                  </a:cxn>
                  <a:cxn ang="0">
                    <a:pos x="133" y="220"/>
                  </a:cxn>
                  <a:cxn ang="0">
                    <a:pos x="262" y="407"/>
                  </a:cxn>
                  <a:cxn ang="0">
                    <a:pos x="133" y="407"/>
                  </a:cxn>
                  <a:cxn ang="0">
                    <a:pos x="116" y="391"/>
                  </a:cxn>
                  <a:cxn ang="0">
                    <a:pos x="133" y="374"/>
                  </a:cxn>
                  <a:cxn ang="0">
                    <a:pos x="262" y="374"/>
                  </a:cxn>
                  <a:cxn ang="0">
                    <a:pos x="278" y="391"/>
                  </a:cxn>
                  <a:cxn ang="0">
                    <a:pos x="262" y="407"/>
                  </a:cxn>
                  <a:cxn ang="0">
                    <a:pos x="133" y="328"/>
                  </a:cxn>
                  <a:cxn ang="0">
                    <a:pos x="116" y="312"/>
                  </a:cxn>
                  <a:cxn ang="0">
                    <a:pos x="133" y="295"/>
                  </a:cxn>
                  <a:cxn ang="0">
                    <a:pos x="328" y="295"/>
                  </a:cxn>
                  <a:cxn ang="0">
                    <a:pos x="345" y="312"/>
                  </a:cxn>
                  <a:cxn ang="0">
                    <a:pos x="328" y="328"/>
                  </a:cxn>
                  <a:cxn ang="0">
                    <a:pos x="133" y="328"/>
                  </a:cxn>
                  <a:cxn ang="0">
                    <a:pos x="133" y="328"/>
                  </a:cxn>
                  <a:cxn ang="0">
                    <a:pos x="133" y="328"/>
                  </a:cxn>
                </a:cxnLst>
                <a:rect l="0" t="0" r="r" b="b"/>
                <a:pathLst>
                  <a:path w="457" h="573">
                    <a:moveTo>
                      <a:pt x="449" y="382"/>
                    </a:moveTo>
                    <a:cubicBezTo>
                      <a:pt x="457" y="382"/>
                      <a:pt x="457" y="382"/>
                      <a:pt x="457" y="382"/>
                    </a:cubicBezTo>
                    <a:cubicBezTo>
                      <a:pt x="457" y="116"/>
                      <a:pt x="457" y="116"/>
                      <a:pt x="457" y="116"/>
                    </a:cubicBezTo>
                    <a:cubicBezTo>
                      <a:pt x="457" y="79"/>
                      <a:pt x="428" y="50"/>
                      <a:pt x="391" y="50"/>
                    </a:cubicBezTo>
                    <a:cubicBezTo>
                      <a:pt x="328" y="50"/>
                      <a:pt x="328" y="50"/>
                      <a:pt x="328" y="50"/>
                    </a:cubicBezTo>
                    <a:cubicBezTo>
                      <a:pt x="328" y="25"/>
                      <a:pt x="307" y="0"/>
                      <a:pt x="278" y="0"/>
                    </a:cubicBezTo>
                    <a:cubicBezTo>
                      <a:pt x="179" y="0"/>
                      <a:pt x="179" y="0"/>
                      <a:pt x="179" y="0"/>
                    </a:cubicBezTo>
                    <a:cubicBezTo>
                      <a:pt x="154" y="0"/>
                      <a:pt x="129" y="21"/>
                      <a:pt x="129" y="50"/>
                    </a:cubicBezTo>
                    <a:cubicBezTo>
                      <a:pt x="66" y="50"/>
                      <a:pt x="66" y="50"/>
                      <a:pt x="66" y="50"/>
                    </a:cubicBezTo>
                    <a:cubicBezTo>
                      <a:pt x="29" y="54"/>
                      <a:pt x="0" y="83"/>
                      <a:pt x="0" y="116"/>
                    </a:cubicBezTo>
                    <a:cubicBezTo>
                      <a:pt x="0" y="507"/>
                      <a:pt x="0" y="507"/>
                      <a:pt x="0" y="507"/>
                    </a:cubicBezTo>
                    <a:cubicBezTo>
                      <a:pt x="0" y="544"/>
                      <a:pt x="29" y="573"/>
                      <a:pt x="66" y="573"/>
                    </a:cubicBezTo>
                    <a:cubicBezTo>
                      <a:pt x="278" y="573"/>
                      <a:pt x="278" y="573"/>
                      <a:pt x="278" y="573"/>
                    </a:cubicBezTo>
                    <a:cubicBezTo>
                      <a:pt x="278" y="557"/>
                      <a:pt x="278" y="557"/>
                      <a:pt x="278" y="557"/>
                    </a:cubicBezTo>
                    <a:cubicBezTo>
                      <a:pt x="278" y="461"/>
                      <a:pt x="353" y="382"/>
                      <a:pt x="449" y="382"/>
                    </a:cubicBezTo>
                    <a:close/>
                    <a:moveTo>
                      <a:pt x="179" y="37"/>
                    </a:moveTo>
                    <a:cubicBezTo>
                      <a:pt x="278" y="37"/>
                      <a:pt x="278" y="37"/>
                      <a:pt x="278" y="37"/>
                    </a:cubicBezTo>
                    <a:cubicBezTo>
                      <a:pt x="287" y="37"/>
                      <a:pt x="295" y="46"/>
                      <a:pt x="295" y="54"/>
                    </a:cubicBezTo>
                    <a:cubicBezTo>
                      <a:pt x="295" y="62"/>
                      <a:pt x="287" y="71"/>
                      <a:pt x="278" y="71"/>
                    </a:cubicBezTo>
                    <a:cubicBezTo>
                      <a:pt x="179" y="71"/>
                      <a:pt x="179" y="71"/>
                      <a:pt x="179" y="71"/>
                    </a:cubicBezTo>
                    <a:cubicBezTo>
                      <a:pt x="170" y="71"/>
                      <a:pt x="162" y="62"/>
                      <a:pt x="162" y="54"/>
                    </a:cubicBezTo>
                    <a:cubicBezTo>
                      <a:pt x="162" y="46"/>
                      <a:pt x="170" y="37"/>
                      <a:pt x="179" y="37"/>
                    </a:cubicBezTo>
                    <a:close/>
                    <a:moveTo>
                      <a:pt x="133" y="220"/>
                    </a:moveTo>
                    <a:cubicBezTo>
                      <a:pt x="328" y="220"/>
                      <a:pt x="328" y="220"/>
                      <a:pt x="328" y="220"/>
                    </a:cubicBezTo>
                    <a:cubicBezTo>
                      <a:pt x="336" y="220"/>
                      <a:pt x="345" y="229"/>
                      <a:pt x="345" y="237"/>
                    </a:cubicBezTo>
                    <a:cubicBezTo>
                      <a:pt x="345" y="245"/>
                      <a:pt x="336" y="253"/>
                      <a:pt x="328" y="253"/>
                    </a:cubicBezTo>
                    <a:cubicBezTo>
                      <a:pt x="133" y="253"/>
                      <a:pt x="133" y="253"/>
                      <a:pt x="133" y="253"/>
                    </a:cubicBezTo>
                    <a:cubicBezTo>
                      <a:pt x="125" y="253"/>
                      <a:pt x="116" y="245"/>
                      <a:pt x="116" y="237"/>
                    </a:cubicBezTo>
                    <a:cubicBezTo>
                      <a:pt x="116" y="224"/>
                      <a:pt x="120" y="220"/>
                      <a:pt x="133" y="220"/>
                    </a:cubicBezTo>
                    <a:close/>
                    <a:moveTo>
                      <a:pt x="262" y="407"/>
                    </a:moveTo>
                    <a:cubicBezTo>
                      <a:pt x="133" y="407"/>
                      <a:pt x="133" y="407"/>
                      <a:pt x="133" y="407"/>
                    </a:cubicBezTo>
                    <a:cubicBezTo>
                      <a:pt x="125" y="407"/>
                      <a:pt x="116" y="399"/>
                      <a:pt x="116" y="391"/>
                    </a:cubicBezTo>
                    <a:cubicBezTo>
                      <a:pt x="116" y="382"/>
                      <a:pt x="125" y="374"/>
                      <a:pt x="133" y="374"/>
                    </a:cubicBezTo>
                    <a:cubicBezTo>
                      <a:pt x="262" y="374"/>
                      <a:pt x="262" y="374"/>
                      <a:pt x="262" y="374"/>
                    </a:cubicBezTo>
                    <a:cubicBezTo>
                      <a:pt x="270" y="374"/>
                      <a:pt x="278" y="382"/>
                      <a:pt x="278" y="391"/>
                    </a:cubicBezTo>
                    <a:cubicBezTo>
                      <a:pt x="278" y="403"/>
                      <a:pt x="270" y="407"/>
                      <a:pt x="262" y="407"/>
                    </a:cubicBezTo>
                    <a:close/>
                    <a:moveTo>
                      <a:pt x="133" y="328"/>
                    </a:moveTo>
                    <a:cubicBezTo>
                      <a:pt x="125" y="328"/>
                      <a:pt x="116" y="320"/>
                      <a:pt x="116" y="312"/>
                    </a:cubicBezTo>
                    <a:cubicBezTo>
                      <a:pt x="116" y="303"/>
                      <a:pt x="125" y="295"/>
                      <a:pt x="133" y="295"/>
                    </a:cubicBezTo>
                    <a:cubicBezTo>
                      <a:pt x="328" y="295"/>
                      <a:pt x="328" y="295"/>
                      <a:pt x="328" y="295"/>
                    </a:cubicBezTo>
                    <a:cubicBezTo>
                      <a:pt x="336" y="295"/>
                      <a:pt x="345" y="303"/>
                      <a:pt x="345" y="312"/>
                    </a:cubicBezTo>
                    <a:cubicBezTo>
                      <a:pt x="345" y="320"/>
                      <a:pt x="336" y="328"/>
                      <a:pt x="328" y="328"/>
                    </a:cubicBezTo>
                    <a:lnTo>
                      <a:pt x="133" y="328"/>
                    </a:lnTo>
                    <a:close/>
                    <a:moveTo>
                      <a:pt x="133" y="328"/>
                    </a:moveTo>
                    <a:cubicBezTo>
                      <a:pt x="133" y="328"/>
                      <a:pt x="133" y="328"/>
                      <a:pt x="133" y="328"/>
                    </a:cubicBezTo>
                  </a:path>
                </a:pathLst>
              </a:custGeom>
              <a:solidFill>
                <a:srgbClr val="0070C0"/>
              </a:solidFill>
              <a:ln w="9525">
                <a:noFill/>
                <a:round/>
              </a:ln>
            </p:spPr>
            <p:txBody>
              <a:bodyPr vert="horz" wrap="square" lIns="91440" tIns="45720" rIns="91440" bIns="45720" numCol="1" anchor="t" anchorCtr="0" compatLnSpc="1"/>
              <a:lstStyle/>
              <a:p>
                <a:endParaRPr lang="zh-CN" altLang="en-US"/>
              </a:p>
            </p:txBody>
          </p:sp>
          <p:sp>
            <p:nvSpPr>
              <p:cNvPr id="20" name="Freeform 108"/>
              <p:cNvSpPr>
                <a:spLocks noEditPoints="1"/>
              </p:cNvSpPr>
              <p:nvPr/>
            </p:nvSpPr>
            <p:spPr bwMode="auto">
              <a:xfrm>
                <a:off x="2408238" y="5333999"/>
                <a:ext cx="219074" cy="220805"/>
              </a:xfrm>
              <a:custGeom>
                <a:avLst/>
                <a:gdLst/>
                <a:ahLst/>
                <a:cxnLst>
                  <a:cxn ang="0">
                    <a:pos x="0" y="58"/>
                  </a:cxn>
                  <a:cxn ang="0">
                    <a:pos x="58" y="117"/>
                  </a:cxn>
                  <a:cxn ang="0">
                    <a:pos x="117" y="58"/>
                  </a:cxn>
                  <a:cxn ang="0">
                    <a:pos x="58" y="0"/>
                  </a:cxn>
                  <a:cxn ang="0">
                    <a:pos x="0" y="58"/>
                  </a:cxn>
                  <a:cxn ang="0">
                    <a:pos x="0" y="58"/>
                  </a:cxn>
                  <a:cxn ang="0">
                    <a:pos x="0" y="58"/>
                  </a:cxn>
                </a:cxnLst>
                <a:rect l="0" t="0" r="r" b="b"/>
                <a:pathLst>
                  <a:path w="117" h="117">
                    <a:moveTo>
                      <a:pt x="0" y="58"/>
                    </a:moveTo>
                    <a:cubicBezTo>
                      <a:pt x="0" y="90"/>
                      <a:pt x="26" y="117"/>
                      <a:pt x="58" y="117"/>
                    </a:cubicBezTo>
                    <a:cubicBezTo>
                      <a:pt x="91" y="117"/>
                      <a:pt x="117" y="90"/>
                      <a:pt x="117" y="58"/>
                    </a:cubicBezTo>
                    <a:cubicBezTo>
                      <a:pt x="117" y="26"/>
                      <a:pt x="91" y="0"/>
                      <a:pt x="58" y="0"/>
                    </a:cubicBezTo>
                    <a:cubicBezTo>
                      <a:pt x="26" y="0"/>
                      <a:pt x="0" y="26"/>
                      <a:pt x="0" y="58"/>
                    </a:cubicBezTo>
                    <a:close/>
                    <a:moveTo>
                      <a:pt x="0" y="58"/>
                    </a:moveTo>
                    <a:cubicBezTo>
                      <a:pt x="0" y="58"/>
                      <a:pt x="0" y="58"/>
                      <a:pt x="0" y="58"/>
                    </a:cubicBezTo>
                  </a:path>
                </a:pathLst>
              </a:custGeom>
              <a:solidFill>
                <a:srgbClr val="0070C0"/>
              </a:solidFill>
              <a:ln w="9525">
                <a:noFill/>
                <a:round/>
              </a:ln>
            </p:spPr>
            <p:txBody>
              <a:bodyPr vert="horz" wrap="square" lIns="91440" tIns="45720" rIns="91440" bIns="45720" numCol="1" anchor="t" anchorCtr="0" compatLnSpc="1"/>
              <a:lstStyle/>
              <a:p>
                <a:endParaRPr lang="zh-CN" altLang="en-US"/>
              </a:p>
            </p:txBody>
          </p:sp>
        </p:grpSp>
        <p:sp>
          <p:nvSpPr>
            <p:cNvPr id="17" name="Freeform 109"/>
            <p:cNvSpPr>
              <a:spLocks noEditPoints="1"/>
            </p:cNvSpPr>
            <p:nvPr/>
          </p:nvSpPr>
          <p:spPr bwMode="auto">
            <a:xfrm>
              <a:off x="2314575" y="5561010"/>
              <a:ext cx="422277" cy="203206"/>
            </a:xfrm>
            <a:custGeom>
              <a:avLst/>
              <a:gdLst/>
              <a:ahLst/>
              <a:cxnLst>
                <a:cxn ang="0">
                  <a:pos x="113" y="0"/>
                </a:cxn>
                <a:cxn ang="0">
                  <a:pos x="0" y="108"/>
                </a:cxn>
                <a:cxn ang="0">
                  <a:pos x="225" y="108"/>
                </a:cxn>
                <a:cxn ang="0">
                  <a:pos x="113" y="0"/>
                </a:cxn>
                <a:cxn ang="0">
                  <a:pos x="113" y="0"/>
                </a:cxn>
                <a:cxn ang="0">
                  <a:pos x="113" y="0"/>
                </a:cxn>
              </a:cxnLst>
              <a:rect l="0" t="0" r="r" b="b"/>
              <a:pathLst>
                <a:path w="225" h="108">
                  <a:moveTo>
                    <a:pt x="113" y="0"/>
                  </a:moveTo>
                  <a:cubicBezTo>
                    <a:pt x="50" y="0"/>
                    <a:pt x="4" y="50"/>
                    <a:pt x="0" y="108"/>
                  </a:cubicBezTo>
                  <a:cubicBezTo>
                    <a:pt x="225" y="108"/>
                    <a:pt x="225" y="108"/>
                    <a:pt x="225" y="108"/>
                  </a:cubicBezTo>
                  <a:cubicBezTo>
                    <a:pt x="225" y="41"/>
                    <a:pt x="175" y="0"/>
                    <a:pt x="113" y="0"/>
                  </a:cubicBezTo>
                  <a:close/>
                  <a:moveTo>
                    <a:pt x="113" y="0"/>
                  </a:moveTo>
                  <a:cubicBezTo>
                    <a:pt x="113" y="0"/>
                    <a:pt x="113" y="0"/>
                    <a:pt x="113" y="0"/>
                  </a:cubicBezTo>
                </a:path>
              </a:pathLst>
            </a:custGeom>
            <a:solidFill>
              <a:srgbClr val="0070C0"/>
            </a:solidFill>
            <a:ln w="9525">
              <a:noFill/>
              <a:round/>
            </a:ln>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a:noFill/>
        </p:spPr>
        <p:txBody>
          <a:bodyPr vert="horz" rtlCol="0">
            <a:spAutoFit/>
          </a:bodyPr>
          <a:lstStyle/>
          <a:p>
            <a:pPr lvl="0"/>
            <a:r>
              <a:rPr lang="zh-CN" altLang="en-US" dirty="0">
                <a:sym typeface="+mn-ea"/>
              </a:rPr>
              <a:t>单元总结</a:t>
            </a:r>
            <a:endParaRPr lang="zh-CN" altLang="en-US" dirty="0">
              <a:sym typeface="+mn-ea"/>
            </a:endParaRPr>
          </a:p>
        </p:txBody>
      </p:sp>
      <p:sp>
        <p:nvSpPr>
          <p:cNvPr id="3" name="内容占位符 2"/>
          <p:cNvSpPr>
            <a:spLocks noGrp="1"/>
          </p:cNvSpPr>
          <p:nvPr>
            <p:ph idx="1"/>
          </p:nvPr>
        </p:nvSpPr>
        <p:spPr>
          <a:xfrm>
            <a:off x="1835696" y="1563638"/>
            <a:ext cx="5197564" cy="2160240"/>
          </a:xfrm>
        </p:spPr>
        <p:txBody>
          <a:bodyPr/>
          <a:lstStyle/>
          <a:p>
            <a:r>
              <a:rPr lang="zh-CN" altLang="zh-CN" dirty="0"/>
              <a:t>什么是</a:t>
            </a:r>
            <a:r>
              <a:rPr lang="zh-CN" altLang="en-US" dirty="0"/>
              <a:t>选择</a:t>
            </a:r>
            <a:r>
              <a:rPr lang="zh-CN" altLang="zh-CN" dirty="0"/>
              <a:t>结构</a:t>
            </a:r>
            <a:r>
              <a:rPr lang="zh-CN" altLang="en-US" dirty="0"/>
              <a:t>？</a:t>
            </a:r>
            <a:endParaRPr lang="en-US" altLang="zh-CN" dirty="0"/>
          </a:p>
          <a:p>
            <a:r>
              <a:rPr lang="zh-CN" altLang="zh-CN" dirty="0"/>
              <a:t>选择结构三种情况</a:t>
            </a:r>
            <a:endParaRPr lang="zh-CN" altLang="zh-C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7"/>
          <p:cNvSpPr txBox="1"/>
          <p:nvPr/>
        </p:nvSpPr>
        <p:spPr>
          <a:xfrm>
            <a:off x="6215073" y="126868"/>
            <a:ext cx="2749539" cy="410751"/>
          </a:xfrm>
          <a:prstGeom prst="rect">
            <a:avLst/>
          </a:prstGeom>
          <a:noFill/>
          <a:ln w="9525">
            <a:noFill/>
          </a:ln>
        </p:spPr>
        <p:txBody>
          <a:bodyPr anchor="t"/>
          <a:lstStyle/>
          <a:p>
            <a:pPr algn="r" eaLnBrk="0" hangingPunct="0">
              <a:spcBef>
                <a:spcPct val="0"/>
              </a:spcBef>
              <a:buNone/>
            </a:pPr>
            <a:r>
              <a:rPr lang="zh-CN" altLang="en-US" sz="2000" b="0" dirty="0">
                <a:solidFill>
                  <a:srgbClr val="0070C0"/>
                </a:solidFill>
                <a:latin typeface="+mj-ea"/>
                <a:ea typeface="+mj-ea"/>
                <a:cs typeface="+mj-cs"/>
              </a:rPr>
              <a:t>概念图</a:t>
            </a:r>
            <a:endParaRPr lang="zh-CN" altLang="en-US" sz="2000" b="0" dirty="0">
              <a:solidFill>
                <a:srgbClr val="0070C0"/>
              </a:solidFill>
              <a:latin typeface="+mj-ea"/>
              <a:ea typeface="+mj-ea"/>
              <a:cs typeface="+mj-cs"/>
            </a:endParaRPr>
          </a:p>
        </p:txBody>
      </p:sp>
      <p:pic>
        <p:nvPicPr>
          <p:cNvPr id="2" name="图片 1"/>
          <p:cNvPicPr>
            <a:picLocks noChangeAspect="1"/>
          </p:cNvPicPr>
          <p:nvPr/>
        </p:nvPicPr>
        <p:blipFill>
          <a:blip r:embed="rId1"/>
          <a:stretch>
            <a:fillRect/>
          </a:stretch>
        </p:blipFill>
        <p:spPr>
          <a:xfrm>
            <a:off x="611560" y="843558"/>
            <a:ext cx="7951105" cy="3833553"/>
          </a:xfrm>
          <a:prstGeom prst="rect">
            <a:avLst/>
          </a:prstGeom>
        </p:spPr>
      </p:pic>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t>作业</a:t>
            </a:r>
            <a:endParaRPr dirty="0"/>
          </a:p>
        </p:txBody>
      </p:sp>
      <p:sp>
        <p:nvSpPr>
          <p:cNvPr id="3" name="内容占位符 2"/>
          <p:cNvSpPr>
            <a:spLocks noGrp="1"/>
          </p:cNvSpPr>
          <p:nvPr>
            <p:ph idx="1"/>
          </p:nvPr>
        </p:nvSpPr>
        <p:spPr>
          <a:xfrm>
            <a:off x="179512" y="771549"/>
            <a:ext cx="8640960" cy="4044925"/>
          </a:xfrm>
        </p:spPr>
        <p:txBody>
          <a:bodyPr/>
          <a:lstStyle/>
          <a:p>
            <a:pPr>
              <a:defRPr/>
            </a:pPr>
            <a:r>
              <a:rPr lang="zh-CN" altLang="en-US" dirty="0"/>
              <a:t>课后作业</a:t>
            </a:r>
            <a:endParaRPr lang="en-US" dirty="0"/>
          </a:p>
          <a:p>
            <a:pPr lvl="1">
              <a:defRPr/>
            </a:pPr>
            <a:r>
              <a:rPr lang="zh-CN" altLang="en-US" dirty="0"/>
              <a:t>完成练习手册中的简答题和编程题</a:t>
            </a:r>
            <a:endParaRPr lang="zh-CN" altLang="en-US" dirty="0"/>
          </a:p>
          <a:p>
            <a:pPr>
              <a:defRPr/>
            </a:pPr>
            <a:r>
              <a:rPr lang="zh-CN" altLang="en-US" dirty="0"/>
              <a:t>复习指引</a:t>
            </a:r>
            <a:endParaRPr lang="zh-CN" altLang="en-US" dirty="0"/>
          </a:p>
          <a:p>
            <a:pPr lvl="1"/>
            <a:r>
              <a:rPr lang="en-US" altLang="zh-CN" dirty="0"/>
              <a:t>if</a:t>
            </a:r>
            <a:r>
              <a:rPr lang="zh-CN" altLang="en-US" dirty="0"/>
              <a:t>选择语句的几种情况？</a:t>
            </a:r>
            <a:endParaRPr lang="zh-CN" altLang="en-US" dirty="0"/>
          </a:p>
          <a:p>
            <a:pPr>
              <a:defRPr/>
            </a:pPr>
            <a:r>
              <a:rPr lang="zh-CN" altLang="en-US" dirty="0"/>
              <a:t>预习作业</a:t>
            </a:r>
            <a:endParaRPr lang="en-US" altLang="zh-CN" dirty="0"/>
          </a:p>
          <a:p>
            <a:pPr lvl="1"/>
            <a:r>
              <a:rPr lang="zh-CN" altLang="en-US" dirty="0"/>
              <a:t>什么是循环</a:t>
            </a:r>
            <a:r>
              <a:rPr lang="zh-CN" altLang="en-US" dirty="0"/>
              <a:t>？</a:t>
            </a:r>
            <a:endParaRPr lang="zh-CN" altLang="en-US" dirty="0"/>
          </a:p>
          <a:p>
            <a:pPr lvl="1"/>
            <a:r>
              <a:rPr lang="zh-CN" altLang="en-US" dirty="0"/>
              <a:t>循环语句有哪些</a:t>
            </a:r>
            <a:r>
              <a:rPr lang="zh-CN" altLang="en-US" dirty="0"/>
              <a:t>？</a:t>
            </a:r>
            <a:endParaRPr lang="zh-CN" altLang="en-US" dirty="0"/>
          </a:p>
          <a:p>
            <a:pPr lvl="1"/>
            <a:r>
              <a:rPr lang="zh-CN" altLang="en-US" dirty="0"/>
              <a:t>跳转语句有哪些</a:t>
            </a:r>
            <a:r>
              <a:rPr lang="zh-CN" altLang="en-US" dirty="0"/>
              <a:t>？</a:t>
            </a:r>
            <a:endParaRPr lang="zh-CN" altLang="en-US" dirty="0"/>
          </a:p>
        </p:txBody>
      </p:sp>
      <p:sp>
        <p:nvSpPr>
          <p:cNvPr id="5" name="灯片编号占位符 4"/>
          <p:cNvSpPr>
            <a:spLocks noGrp="1"/>
          </p:cNvSpPr>
          <p:nvPr>
            <p:ph type="sldNum" sz="quarter" idx="4294967295"/>
          </p:nvPr>
        </p:nvSpPr>
        <p:spPr>
          <a:xfrm>
            <a:off x="7010400" y="4816475"/>
            <a:ext cx="2133600" cy="274638"/>
          </a:xfrm>
        </p:spPr>
        <p:txBody>
          <a:bodyPr/>
          <a:lstStyle/>
          <a:p>
            <a:pPr>
              <a:defRPr/>
            </a:pPr>
            <a:fld id="{20A3C244-A2EA-421B-AA84-7941BACD046B}" type="slidenum">
              <a:rPr lang="zh-CN" altLang="en-US" sz="180" smtClean="0"/>
            </a:fld>
            <a:r>
              <a:rPr lang="en-US" altLang="zh-CN" sz="180"/>
              <a:t>/47</a:t>
            </a:r>
            <a:endParaRPr lang="zh-CN" altLang="en-US" sz="1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6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407" y="3102770"/>
            <a:ext cx="9144001" cy="208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
          <p:cNvGrpSpPr/>
          <p:nvPr/>
        </p:nvGrpSpPr>
        <p:grpSpPr bwMode="auto">
          <a:xfrm>
            <a:off x="0" y="-204696"/>
            <a:ext cx="9151144" cy="3852068"/>
            <a:chOff x="0" y="107177"/>
            <a:chExt cx="9151144" cy="3852791"/>
          </a:xfrm>
        </p:grpSpPr>
        <p:sp>
          <p:nvSpPr>
            <p:cNvPr id="5" name="矩形 254"/>
            <p:cNvSpPr>
              <a:spLocks noChangeArrowheads="1"/>
            </p:cNvSpPr>
            <p:nvPr/>
          </p:nvSpPr>
          <p:spPr bwMode="auto">
            <a:xfrm>
              <a:off x="0" y="113953"/>
              <a:ext cx="9144000" cy="3846015"/>
            </a:xfrm>
            <a:custGeom>
              <a:avLst/>
              <a:gdLst>
                <a:gd name="T0" fmla="*/ 0 w 9144000"/>
                <a:gd name="T1" fmla="*/ 0 h 3846015"/>
                <a:gd name="T2" fmla="*/ 9144000 w 9144000"/>
                <a:gd name="T3" fmla="*/ 3846015 h 3846015"/>
              </a:gdLst>
              <a:ahLst/>
              <a:cxnLst/>
              <a:rect l="T0" t="T1" r="T2" b="T3"/>
              <a:pathLst>
                <a:path w="9144000" h="3846015">
                  <a:moveTo>
                    <a:pt x="0" y="0"/>
                  </a:moveTo>
                  <a:lnTo>
                    <a:pt x="9144000" y="0"/>
                  </a:lnTo>
                  <a:lnTo>
                    <a:pt x="9144000" y="3651870"/>
                  </a:lnTo>
                  <a:lnTo>
                    <a:pt x="4766144" y="3651870"/>
                  </a:lnTo>
                  <a:lnTo>
                    <a:pt x="4571999" y="3846015"/>
                  </a:lnTo>
                  <a:lnTo>
                    <a:pt x="4377855" y="3651870"/>
                  </a:lnTo>
                  <a:lnTo>
                    <a:pt x="0" y="3651870"/>
                  </a:lnTo>
                  <a:close/>
                </a:path>
              </a:pathLst>
            </a:custGeom>
            <a:solidFill>
              <a:srgbClr val="292929">
                <a:alpha val="2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矩形 254"/>
            <p:cNvSpPr>
              <a:spLocks noChangeArrowheads="1"/>
            </p:cNvSpPr>
            <p:nvPr/>
          </p:nvSpPr>
          <p:spPr bwMode="auto">
            <a:xfrm>
              <a:off x="0" y="107177"/>
              <a:ext cx="9151144" cy="3738838"/>
            </a:xfrm>
            <a:custGeom>
              <a:avLst/>
              <a:gdLst>
                <a:gd name="T0" fmla="*/ 0 w 9144000"/>
                <a:gd name="T1" fmla="*/ 0 h 3846015"/>
                <a:gd name="T2" fmla="*/ 9144000 w 9144000"/>
                <a:gd name="T3" fmla="*/ 3846015 h 3846015"/>
                <a:gd name="connsiteX0" fmla="*/ 42863 w 9144000"/>
                <a:gd name="connsiteY0" fmla="*/ 643058 h 3846015"/>
                <a:gd name="connsiteX1" fmla="*/ 9144000 w 9144000"/>
                <a:gd name="connsiteY1" fmla="*/ 0 h 3846015"/>
                <a:gd name="connsiteX2" fmla="*/ 9144000 w 9144000"/>
                <a:gd name="connsiteY2" fmla="*/ 3651870 h 3846015"/>
                <a:gd name="connsiteX3" fmla="*/ 4766144 w 9144000"/>
                <a:gd name="connsiteY3" fmla="*/ 3651870 h 3846015"/>
                <a:gd name="connsiteX4" fmla="*/ 4571999 w 9144000"/>
                <a:gd name="connsiteY4" fmla="*/ 3846015 h 3846015"/>
                <a:gd name="connsiteX5" fmla="*/ 4377855 w 9144000"/>
                <a:gd name="connsiteY5" fmla="*/ 3651870 h 3846015"/>
                <a:gd name="connsiteX6" fmla="*/ 0 w 9144000"/>
                <a:gd name="connsiteY6" fmla="*/ 3651870 h 3846015"/>
                <a:gd name="connsiteX7" fmla="*/ 42863 w 9144000"/>
                <a:gd name="connsiteY7" fmla="*/ 643058 h 3846015"/>
                <a:gd name="connsiteX0-1" fmla="*/ 7145 w 9144000"/>
                <a:gd name="connsiteY0-2" fmla="*/ 121467 h 3846015"/>
                <a:gd name="connsiteX1-3" fmla="*/ 9144000 w 9144000"/>
                <a:gd name="connsiteY1-4" fmla="*/ 0 h 3846015"/>
                <a:gd name="connsiteX2-5" fmla="*/ 9144000 w 9144000"/>
                <a:gd name="connsiteY2-6" fmla="*/ 3651870 h 3846015"/>
                <a:gd name="connsiteX3-7" fmla="*/ 4766144 w 9144000"/>
                <a:gd name="connsiteY3-8" fmla="*/ 3651870 h 3846015"/>
                <a:gd name="connsiteX4-9" fmla="*/ 4571999 w 9144000"/>
                <a:gd name="connsiteY4-10" fmla="*/ 3846015 h 3846015"/>
                <a:gd name="connsiteX5-11" fmla="*/ 4377855 w 9144000"/>
                <a:gd name="connsiteY5-12" fmla="*/ 3651870 h 3846015"/>
                <a:gd name="connsiteX6-13" fmla="*/ 0 w 9144000"/>
                <a:gd name="connsiteY6-14" fmla="*/ 3651870 h 3846015"/>
                <a:gd name="connsiteX7-15" fmla="*/ 7145 w 9144000"/>
                <a:gd name="connsiteY7-16" fmla="*/ 121467 h 3846015"/>
                <a:gd name="connsiteX0-17" fmla="*/ 7145 w 9144000"/>
                <a:gd name="connsiteY0-18" fmla="*/ 0 h 3724548"/>
                <a:gd name="connsiteX1-19" fmla="*/ 8851106 w 9144000"/>
                <a:gd name="connsiteY1-20" fmla="*/ 392980 h 3724548"/>
                <a:gd name="connsiteX2-21" fmla="*/ 9144000 w 9144000"/>
                <a:gd name="connsiteY2-22" fmla="*/ 3530403 h 3724548"/>
                <a:gd name="connsiteX3-23" fmla="*/ 4766144 w 9144000"/>
                <a:gd name="connsiteY3-24" fmla="*/ 3530403 h 3724548"/>
                <a:gd name="connsiteX4-25" fmla="*/ 4571999 w 9144000"/>
                <a:gd name="connsiteY4-26" fmla="*/ 3724548 h 3724548"/>
                <a:gd name="connsiteX5-27" fmla="*/ 4377855 w 9144000"/>
                <a:gd name="connsiteY5-28" fmla="*/ 3530403 h 3724548"/>
                <a:gd name="connsiteX6-29" fmla="*/ 0 w 9144000"/>
                <a:gd name="connsiteY6-30" fmla="*/ 3530403 h 3724548"/>
                <a:gd name="connsiteX7-31" fmla="*/ 7145 w 9144000"/>
                <a:gd name="connsiteY7-32" fmla="*/ 0 h 3724548"/>
                <a:gd name="connsiteX0-33" fmla="*/ 7145 w 9151144"/>
                <a:gd name="connsiteY0-34" fmla="*/ 14290 h 3738838"/>
                <a:gd name="connsiteX1-35" fmla="*/ 9151144 w 9151144"/>
                <a:gd name="connsiteY1-36" fmla="*/ 0 h 3738838"/>
                <a:gd name="connsiteX2-37" fmla="*/ 9144000 w 9151144"/>
                <a:gd name="connsiteY2-38" fmla="*/ 3544693 h 3738838"/>
                <a:gd name="connsiteX3-39" fmla="*/ 4766144 w 9151144"/>
                <a:gd name="connsiteY3-40" fmla="*/ 3544693 h 3738838"/>
                <a:gd name="connsiteX4-41" fmla="*/ 4571999 w 9151144"/>
                <a:gd name="connsiteY4-42" fmla="*/ 3738838 h 3738838"/>
                <a:gd name="connsiteX5-43" fmla="*/ 4377855 w 9151144"/>
                <a:gd name="connsiteY5-44" fmla="*/ 3544693 h 3738838"/>
                <a:gd name="connsiteX6-45" fmla="*/ 0 w 9151144"/>
                <a:gd name="connsiteY6-46" fmla="*/ 3544693 h 3738838"/>
                <a:gd name="connsiteX7-47" fmla="*/ 7145 w 9151144"/>
                <a:gd name="connsiteY7-48" fmla="*/ 14290 h 3738838"/>
                <a:gd name="connsiteX0-49" fmla="*/ 7145 w 9151144"/>
                <a:gd name="connsiteY0-50" fmla="*/ 7145 h 3738838"/>
                <a:gd name="connsiteX1-51" fmla="*/ 9151144 w 9151144"/>
                <a:gd name="connsiteY1-52" fmla="*/ 0 h 3738838"/>
                <a:gd name="connsiteX2-53" fmla="*/ 9144000 w 9151144"/>
                <a:gd name="connsiteY2-54" fmla="*/ 3544693 h 3738838"/>
                <a:gd name="connsiteX3-55" fmla="*/ 4766144 w 9151144"/>
                <a:gd name="connsiteY3-56" fmla="*/ 3544693 h 3738838"/>
                <a:gd name="connsiteX4-57" fmla="*/ 4571999 w 9151144"/>
                <a:gd name="connsiteY4-58" fmla="*/ 3738838 h 3738838"/>
                <a:gd name="connsiteX5-59" fmla="*/ 4377855 w 9151144"/>
                <a:gd name="connsiteY5-60" fmla="*/ 3544693 h 3738838"/>
                <a:gd name="connsiteX6-61" fmla="*/ 0 w 9151144"/>
                <a:gd name="connsiteY6-62" fmla="*/ 3544693 h 3738838"/>
                <a:gd name="connsiteX7-63" fmla="*/ 7145 w 9151144"/>
                <a:gd name="connsiteY7-64" fmla="*/ 7145 h 373883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9151144" h="3738838">
                  <a:moveTo>
                    <a:pt x="7145" y="7145"/>
                  </a:moveTo>
                  <a:lnTo>
                    <a:pt x="9151144" y="0"/>
                  </a:lnTo>
                  <a:cubicBezTo>
                    <a:pt x="9148763" y="1181564"/>
                    <a:pt x="9146381" y="2363129"/>
                    <a:pt x="9144000" y="3544693"/>
                  </a:cubicBezTo>
                  <a:lnTo>
                    <a:pt x="4766144" y="3544693"/>
                  </a:lnTo>
                  <a:lnTo>
                    <a:pt x="4571999" y="3738838"/>
                  </a:lnTo>
                  <a:lnTo>
                    <a:pt x="4377855" y="3544693"/>
                  </a:lnTo>
                  <a:lnTo>
                    <a:pt x="0" y="3544693"/>
                  </a:lnTo>
                  <a:cubicBezTo>
                    <a:pt x="0" y="2327403"/>
                    <a:pt x="7145" y="1224435"/>
                    <a:pt x="7145" y="7145"/>
                  </a:cubicBezTo>
                  <a:close/>
                </a:path>
              </a:pathLst>
            </a:cu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7" name="矩形 259"/>
          <p:cNvSpPr>
            <a:spLocks noChangeArrowheads="1"/>
          </p:cNvSpPr>
          <p:nvPr/>
        </p:nvSpPr>
        <p:spPr bwMode="auto">
          <a:xfrm>
            <a:off x="16723" y="3983478"/>
            <a:ext cx="914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lvl="2" algn="ctr"/>
            <a:r>
              <a:rPr lang="zh-CN" altLang="en-US" sz="4800" b="1" dirty="0">
                <a:solidFill>
                  <a:schemeClr val="bg1"/>
                </a:solidFill>
                <a:latin typeface="+mn-ea"/>
                <a:ea typeface="+mn-ea"/>
              </a:rPr>
              <a:t>创新教育</a:t>
            </a:r>
            <a:r>
              <a:rPr lang="en-US" altLang="zh-CN" sz="4800" b="1" dirty="0">
                <a:solidFill>
                  <a:schemeClr val="bg1"/>
                </a:solidFill>
                <a:latin typeface="+mn-ea"/>
                <a:ea typeface="+mn-ea"/>
              </a:rPr>
              <a:t>  </a:t>
            </a:r>
            <a:r>
              <a:rPr lang="zh-CN" altLang="en-US" sz="4800" b="1" dirty="0">
                <a:solidFill>
                  <a:schemeClr val="bg1"/>
                </a:solidFill>
                <a:latin typeface="+mn-ea"/>
                <a:ea typeface="+mn-ea"/>
              </a:rPr>
              <a:t>引领未来</a:t>
            </a:r>
            <a:endParaRPr lang="zh-CN" altLang="en-US" sz="4800" b="1" dirty="0">
              <a:solidFill>
                <a:schemeClr val="bg1"/>
              </a:solidFill>
              <a:latin typeface="+mn-ea"/>
              <a:ea typeface="+mn-ea"/>
              <a:sym typeface="Impact" panose="020B0806030902050204" pitchFamily="34" charset="0"/>
            </a:endParaRPr>
          </a:p>
        </p:txBody>
      </p:sp>
      <p:grpSp>
        <p:nvGrpSpPr>
          <p:cNvPr id="14" name="组合 46"/>
          <p:cNvGrpSpPr/>
          <p:nvPr/>
        </p:nvGrpSpPr>
        <p:grpSpPr bwMode="auto">
          <a:xfrm>
            <a:off x="3795175" y="970438"/>
            <a:ext cx="1587103" cy="1587103"/>
            <a:chOff x="0" y="0"/>
            <a:chExt cx="2116920" cy="2116920"/>
          </a:xfrm>
        </p:grpSpPr>
        <p:sp>
          <p:nvSpPr>
            <p:cNvPr id="15" name="椭圆 47"/>
            <p:cNvSpPr>
              <a:spLocks noChangeArrowheads="1"/>
            </p:cNvSpPr>
            <p:nvPr/>
          </p:nvSpPr>
          <p:spPr bwMode="auto">
            <a:xfrm>
              <a:off x="0" y="0"/>
              <a:ext cx="2116920" cy="2116920"/>
            </a:xfrm>
            <a:prstGeom prst="ellipse">
              <a:avLst/>
            </a:prstGeom>
            <a:solidFill>
              <a:srgbClr val="F2F2F2"/>
            </a:solidFill>
            <a:ln w="57150">
              <a:solidFill>
                <a:srgbClr val="1D8DE5"/>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endParaRPr>
            </a:p>
          </p:txBody>
        </p:sp>
        <p:grpSp>
          <p:nvGrpSpPr>
            <p:cNvPr id="16" name="组合 48"/>
            <p:cNvGrpSpPr/>
            <p:nvPr/>
          </p:nvGrpSpPr>
          <p:grpSpPr bwMode="auto">
            <a:xfrm>
              <a:off x="461855" y="280091"/>
              <a:ext cx="1193210" cy="1836829"/>
              <a:chOff x="0" y="0"/>
              <a:chExt cx="2598738" cy="4000499"/>
            </a:xfrm>
          </p:grpSpPr>
          <p:sp>
            <p:nvSpPr>
              <p:cNvPr id="17" name="Freeform 1281"/>
              <p:cNvSpPr>
                <a:spLocks noChangeArrowheads="1"/>
              </p:cNvSpPr>
              <p:nvPr/>
            </p:nvSpPr>
            <p:spPr bwMode="auto">
              <a:xfrm>
                <a:off x="1435100" y="3543299"/>
                <a:ext cx="327025" cy="457200"/>
              </a:xfrm>
              <a:custGeom>
                <a:avLst/>
                <a:gdLst>
                  <a:gd name="T0" fmla="*/ 519152188 w 206"/>
                  <a:gd name="T1" fmla="*/ 0 h 288"/>
                  <a:gd name="T2" fmla="*/ 367942813 w 206"/>
                  <a:gd name="T3" fmla="*/ 0 h 288"/>
                  <a:gd name="T4" fmla="*/ 153730325 w 206"/>
                  <a:gd name="T5" fmla="*/ 0 h 288"/>
                  <a:gd name="T6" fmla="*/ 0 w 206"/>
                  <a:gd name="T7" fmla="*/ 0 h 288"/>
                  <a:gd name="T8" fmla="*/ 0 w 206"/>
                  <a:gd name="T9" fmla="*/ 20161250 h 288"/>
                  <a:gd name="T10" fmla="*/ 153730325 w 206"/>
                  <a:gd name="T11" fmla="*/ 20161250 h 288"/>
                  <a:gd name="T12" fmla="*/ 153730325 w 206"/>
                  <a:gd name="T13" fmla="*/ 725805000 h 288"/>
                  <a:gd name="T14" fmla="*/ 153730325 w 206"/>
                  <a:gd name="T15" fmla="*/ 725805000 h 288"/>
                  <a:gd name="T16" fmla="*/ 367942813 w 206"/>
                  <a:gd name="T17" fmla="*/ 725805000 h 288"/>
                  <a:gd name="T18" fmla="*/ 367942813 w 206"/>
                  <a:gd name="T19" fmla="*/ 725805000 h 288"/>
                  <a:gd name="T20" fmla="*/ 367942813 w 206"/>
                  <a:gd name="T21" fmla="*/ 20161250 h 288"/>
                  <a:gd name="T22" fmla="*/ 519152188 w 206"/>
                  <a:gd name="T23" fmla="*/ 20161250 h 288"/>
                  <a:gd name="T24" fmla="*/ 519152188 w 206"/>
                  <a:gd name="T25" fmla="*/ 0 h 2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6"/>
                  <a:gd name="T40" fmla="*/ 0 h 288"/>
                  <a:gd name="T41" fmla="*/ 206 w 206"/>
                  <a:gd name="T42" fmla="*/ 288 h 2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6" h="288">
                    <a:moveTo>
                      <a:pt x="206" y="0"/>
                    </a:moveTo>
                    <a:lnTo>
                      <a:pt x="146" y="0"/>
                    </a:lnTo>
                    <a:lnTo>
                      <a:pt x="61" y="0"/>
                    </a:lnTo>
                    <a:lnTo>
                      <a:pt x="0" y="0"/>
                    </a:lnTo>
                    <a:lnTo>
                      <a:pt x="0" y="8"/>
                    </a:lnTo>
                    <a:lnTo>
                      <a:pt x="61" y="8"/>
                    </a:lnTo>
                    <a:lnTo>
                      <a:pt x="61" y="288"/>
                    </a:lnTo>
                    <a:lnTo>
                      <a:pt x="146" y="288"/>
                    </a:lnTo>
                    <a:lnTo>
                      <a:pt x="146" y="8"/>
                    </a:lnTo>
                    <a:lnTo>
                      <a:pt x="206" y="8"/>
                    </a:lnTo>
                    <a:lnTo>
                      <a:pt x="20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18" name="Freeform 1283"/>
              <p:cNvSpPr>
                <a:spLocks noChangeArrowheads="1"/>
              </p:cNvSpPr>
              <p:nvPr/>
            </p:nvSpPr>
            <p:spPr bwMode="auto">
              <a:xfrm>
                <a:off x="1820863" y="3541712"/>
                <a:ext cx="328613" cy="458787"/>
              </a:xfrm>
              <a:custGeom>
                <a:avLst/>
                <a:gdLst>
                  <a:gd name="T0" fmla="*/ 521673931 w 207"/>
                  <a:gd name="T1" fmla="*/ 0 h 289"/>
                  <a:gd name="T2" fmla="*/ 214214401 w 207"/>
                  <a:gd name="T3" fmla="*/ 0 h 289"/>
                  <a:gd name="T4" fmla="*/ 138609598 w 207"/>
                  <a:gd name="T5" fmla="*/ 0 h 289"/>
                  <a:gd name="T6" fmla="*/ 0 w 207"/>
                  <a:gd name="T7" fmla="*/ 0 h 289"/>
                  <a:gd name="T8" fmla="*/ 0 w 207"/>
                  <a:gd name="T9" fmla="*/ 728323569 h 289"/>
                  <a:gd name="T10" fmla="*/ 138609598 w 207"/>
                  <a:gd name="T11" fmla="*/ 728323569 h 289"/>
                  <a:gd name="T12" fmla="*/ 214214401 w 207"/>
                  <a:gd name="T13" fmla="*/ 728323569 h 289"/>
                  <a:gd name="T14" fmla="*/ 521673931 w 207"/>
                  <a:gd name="T15" fmla="*/ 728323569 h 289"/>
                  <a:gd name="T16" fmla="*/ 521673931 w 207"/>
                  <a:gd name="T17" fmla="*/ 708162341 h 289"/>
                  <a:gd name="T18" fmla="*/ 214214401 w 207"/>
                  <a:gd name="T19" fmla="*/ 708162341 h 289"/>
                  <a:gd name="T20" fmla="*/ 214214401 w 207"/>
                  <a:gd name="T21" fmla="*/ 161289824 h 289"/>
                  <a:gd name="T22" fmla="*/ 405746567 w 207"/>
                  <a:gd name="T23" fmla="*/ 161289824 h 289"/>
                  <a:gd name="T24" fmla="*/ 405746567 w 207"/>
                  <a:gd name="T25" fmla="*/ 141128596 h 289"/>
                  <a:gd name="T26" fmla="*/ 214214401 w 207"/>
                  <a:gd name="T27" fmla="*/ 141128596 h 289"/>
                  <a:gd name="T28" fmla="*/ 214214401 w 207"/>
                  <a:gd name="T29" fmla="*/ 20161228 h 289"/>
                  <a:gd name="T30" fmla="*/ 521673931 w 207"/>
                  <a:gd name="T31" fmla="*/ 20161228 h 289"/>
                  <a:gd name="T32" fmla="*/ 521673931 w 207"/>
                  <a:gd name="T33" fmla="*/ 0 h 289"/>
                  <a:gd name="T34" fmla="*/ 521673931 w 207"/>
                  <a:gd name="T35" fmla="*/ 0 h 2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7"/>
                  <a:gd name="T55" fmla="*/ 0 h 289"/>
                  <a:gd name="T56" fmla="*/ 207 w 207"/>
                  <a:gd name="T57" fmla="*/ 289 h 2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7" h="289">
                    <a:moveTo>
                      <a:pt x="207" y="0"/>
                    </a:moveTo>
                    <a:lnTo>
                      <a:pt x="85" y="0"/>
                    </a:lnTo>
                    <a:lnTo>
                      <a:pt x="55" y="0"/>
                    </a:lnTo>
                    <a:lnTo>
                      <a:pt x="0" y="0"/>
                    </a:lnTo>
                    <a:lnTo>
                      <a:pt x="0" y="289"/>
                    </a:lnTo>
                    <a:lnTo>
                      <a:pt x="55" y="289"/>
                    </a:lnTo>
                    <a:lnTo>
                      <a:pt x="85" y="289"/>
                    </a:lnTo>
                    <a:lnTo>
                      <a:pt x="207" y="289"/>
                    </a:lnTo>
                    <a:lnTo>
                      <a:pt x="207" y="281"/>
                    </a:lnTo>
                    <a:lnTo>
                      <a:pt x="85" y="281"/>
                    </a:lnTo>
                    <a:lnTo>
                      <a:pt x="85" y="64"/>
                    </a:lnTo>
                    <a:lnTo>
                      <a:pt x="161" y="64"/>
                    </a:lnTo>
                    <a:lnTo>
                      <a:pt x="161" y="56"/>
                    </a:lnTo>
                    <a:lnTo>
                      <a:pt x="85" y="56"/>
                    </a:lnTo>
                    <a:lnTo>
                      <a:pt x="85" y="8"/>
                    </a:lnTo>
                    <a:lnTo>
                      <a:pt x="207" y="8"/>
                    </a:lnTo>
                    <a:lnTo>
                      <a:pt x="20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19" name="Freeform 1284"/>
              <p:cNvSpPr>
                <a:spLocks noChangeArrowheads="1"/>
              </p:cNvSpPr>
              <p:nvPr/>
            </p:nvSpPr>
            <p:spPr bwMode="auto">
              <a:xfrm>
                <a:off x="2598738" y="3733799"/>
                <a:ext cx="1" cy="3175"/>
              </a:xfrm>
              <a:custGeom>
                <a:avLst/>
                <a:gdLst>
                  <a:gd name="T0" fmla="*/ 0 w 1"/>
                  <a:gd name="T1" fmla="*/ 0 h 2"/>
                  <a:gd name="T2" fmla="*/ 0 w 1"/>
                  <a:gd name="T3" fmla="*/ 2520950 h 2"/>
                  <a:gd name="T4" fmla="*/ 0 w 1"/>
                  <a:gd name="T5" fmla="*/ 5040313 h 2"/>
                  <a:gd name="T6" fmla="*/ 0 w 1"/>
                  <a:gd name="T7" fmla="*/ 0 h 2"/>
                  <a:gd name="T8" fmla="*/ 0 60000 65536"/>
                  <a:gd name="T9" fmla="*/ 0 60000 65536"/>
                  <a:gd name="T10" fmla="*/ 0 60000 65536"/>
                  <a:gd name="T11" fmla="*/ 0 60000 65536"/>
                  <a:gd name="T12" fmla="*/ 0 w 1"/>
                  <a:gd name="T13" fmla="*/ 0 h 2"/>
                  <a:gd name="T14" fmla="*/ 1 w 1"/>
                  <a:gd name="T15" fmla="*/ 2 h 2"/>
                </a:gdLst>
                <a:ahLst/>
                <a:cxnLst>
                  <a:cxn ang="T8">
                    <a:pos x="T0" y="T1"/>
                  </a:cxn>
                  <a:cxn ang="T9">
                    <a:pos x="T2" y="T3"/>
                  </a:cxn>
                  <a:cxn ang="T10">
                    <a:pos x="T4" y="T5"/>
                  </a:cxn>
                  <a:cxn ang="T11">
                    <a:pos x="T6" y="T7"/>
                  </a:cxn>
                </a:cxnLst>
                <a:rect l="T12" t="T13" r="T14" b="T15"/>
                <a:pathLst>
                  <a:path w="1" h="2">
                    <a:moveTo>
                      <a:pt x="0" y="0"/>
                    </a:moveTo>
                    <a:cubicBezTo>
                      <a:pt x="0" y="0"/>
                      <a:pt x="0" y="1"/>
                      <a:pt x="0" y="1"/>
                    </a:cubicBezTo>
                    <a:cubicBezTo>
                      <a:pt x="0" y="2"/>
                      <a:pt x="0" y="2"/>
                      <a:pt x="0" y="2"/>
                    </a:cubicBezTo>
                    <a:cubicBezTo>
                      <a:pt x="0" y="0"/>
                      <a:pt x="0" y="0"/>
                      <a:pt x="0" y="0"/>
                    </a:cubicBezTo>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0" name="Freeform 1289"/>
              <p:cNvSpPr>
                <a:spLocks noChangeArrowheads="1"/>
              </p:cNvSpPr>
              <p:nvPr/>
            </p:nvSpPr>
            <p:spPr bwMode="auto">
              <a:xfrm>
                <a:off x="1112838" y="3733799"/>
                <a:ext cx="1" cy="3175"/>
              </a:xfrm>
              <a:custGeom>
                <a:avLst/>
                <a:gdLst>
                  <a:gd name="T0" fmla="*/ 0 w 1"/>
                  <a:gd name="T1" fmla="*/ 0 h 3"/>
                  <a:gd name="T2" fmla="*/ 0 w 1"/>
                  <a:gd name="T3" fmla="*/ 2240492 h 3"/>
                  <a:gd name="T4" fmla="*/ 0 w 1"/>
                  <a:gd name="T5" fmla="*/ 3360208 h 3"/>
                  <a:gd name="T6" fmla="*/ 0 w 1"/>
                  <a:gd name="T7" fmla="*/ 0 h 3"/>
                  <a:gd name="T8" fmla="*/ 0 60000 65536"/>
                  <a:gd name="T9" fmla="*/ 0 60000 65536"/>
                  <a:gd name="T10" fmla="*/ 0 60000 65536"/>
                  <a:gd name="T11" fmla="*/ 0 60000 65536"/>
                  <a:gd name="T12" fmla="*/ 0 w 1"/>
                  <a:gd name="T13" fmla="*/ 0 h 3"/>
                  <a:gd name="T14" fmla="*/ 1 w 1"/>
                  <a:gd name="T15" fmla="*/ 3 h 3"/>
                </a:gdLst>
                <a:ahLst/>
                <a:cxnLst>
                  <a:cxn ang="T8">
                    <a:pos x="T0" y="T1"/>
                  </a:cxn>
                  <a:cxn ang="T9">
                    <a:pos x="T2" y="T3"/>
                  </a:cxn>
                  <a:cxn ang="T10">
                    <a:pos x="T4" y="T5"/>
                  </a:cxn>
                  <a:cxn ang="T11">
                    <a:pos x="T6" y="T7"/>
                  </a:cxn>
                </a:cxnLst>
                <a:rect l="T12" t="T13" r="T14" b="T15"/>
                <a:pathLst>
                  <a:path w="1" h="3">
                    <a:moveTo>
                      <a:pt x="0" y="0"/>
                    </a:moveTo>
                    <a:cubicBezTo>
                      <a:pt x="0" y="1"/>
                      <a:pt x="0" y="1"/>
                      <a:pt x="0" y="2"/>
                    </a:cubicBezTo>
                    <a:cubicBezTo>
                      <a:pt x="0" y="2"/>
                      <a:pt x="0" y="3"/>
                      <a:pt x="0" y="3"/>
                    </a:cubicBezTo>
                    <a:cubicBezTo>
                      <a:pt x="0" y="0"/>
                      <a:pt x="0" y="0"/>
                      <a:pt x="0" y="0"/>
                    </a:cubicBezTo>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1" name="Freeform 1292"/>
              <p:cNvSpPr>
                <a:spLocks noChangeArrowheads="1"/>
              </p:cNvSpPr>
              <p:nvPr/>
            </p:nvSpPr>
            <p:spPr bwMode="auto">
              <a:xfrm>
                <a:off x="0" y="3543299"/>
                <a:ext cx="395288" cy="457200"/>
              </a:xfrm>
              <a:custGeom>
                <a:avLst/>
                <a:gdLst>
                  <a:gd name="T0" fmla="*/ 627520494 w 249"/>
                  <a:gd name="T1" fmla="*/ 0 h 288"/>
                  <a:gd name="T2" fmla="*/ 521673797 w 249"/>
                  <a:gd name="T3" fmla="*/ 0 h 288"/>
                  <a:gd name="T4" fmla="*/ 413306148 w 249"/>
                  <a:gd name="T5" fmla="*/ 0 h 288"/>
                  <a:gd name="T6" fmla="*/ 413306148 w 249"/>
                  <a:gd name="T7" fmla="*/ 138609388 h 288"/>
                  <a:gd name="T8" fmla="*/ 214214346 w 249"/>
                  <a:gd name="T9" fmla="*/ 138609388 h 288"/>
                  <a:gd name="T10" fmla="*/ 214214346 w 249"/>
                  <a:gd name="T11" fmla="*/ 0 h 288"/>
                  <a:gd name="T12" fmla="*/ 0 w 249"/>
                  <a:gd name="T13" fmla="*/ 0 h 288"/>
                  <a:gd name="T14" fmla="*/ 0 w 249"/>
                  <a:gd name="T15" fmla="*/ 725805000 h 288"/>
                  <a:gd name="T16" fmla="*/ 214214346 w 249"/>
                  <a:gd name="T17" fmla="*/ 725805000 h 288"/>
                  <a:gd name="T18" fmla="*/ 214214346 w 249"/>
                  <a:gd name="T19" fmla="*/ 161290000 h 288"/>
                  <a:gd name="T20" fmla="*/ 413306148 w 249"/>
                  <a:gd name="T21" fmla="*/ 161290000 h 288"/>
                  <a:gd name="T22" fmla="*/ 413306148 w 249"/>
                  <a:gd name="T23" fmla="*/ 725805000 h 288"/>
                  <a:gd name="T24" fmla="*/ 521673797 w 249"/>
                  <a:gd name="T25" fmla="*/ 725805000 h 288"/>
                  <a:gd name="T26" fmla="*/ 627520494 w 249"/>
                  <a:gd name="T27" fmla="*/ 725805000 h 288"/>
                  <a:gd name="T28" fmla="*/ 627520494 w 249"/>
                  <a:gd name="T29" fmla="*/ 725805000 h 288"/>
                  <a:gd name="T30" fmla="*/ 627520494 w 249"/>
                  <a:gd name="T31" fmla="*/ 0 h 2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9"/>
                  <a:gd name="T49" fmla="*/ 0 h 288"/>
                  <a:gd name="T50" fmla="*/ 249 w 249"/>
                  <a:gd name="T51" fmla="*/ 288 h 28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9" h="288">
                    <a:moveTo>
                      <a:pt x="249" y="0"/>
                    </a:moveTo>
                    <a:lnTo>
                      <a:pt x="207" y="0"/>
                    </a:lnTo>
                    <a:lnTo>
                      <a:pt x="164" y="0"/>
                    </a:lnTo>
                    <a:lnTo>
                      <a:pt x="164" y="55"/>
                    </a:lnTo>
                    <a:lnTo>
                      <a:pt x="85" y="55"/>
                    </a:lnTo>
                    <a:lnTo>
                      <a:pt x="85" y="0"/>
                    </a:lnTo>
                    <a:lnTo>
                      <a:pt x="0" y="0"/>
                    </a:lnTo>
                    <a:lnTo>
                      <a:pt x="0" y="288"/>
                    </a:lnTo>
                    <a:lnTo>
                      <a:pt x="85" y="288"/>
                    </a:lnTo>
                    <a:lnTo>
                      <a:pt x="85" y="64"/>
                    </a:lnTo>
                    <a:lnTo>
                      <a:pt x="164" y="64"/>
                    </a:lnTo>
                    <a:lnTo>
                      <a:pt x="164" y="288"/>
                    </a:lnTo>
                    <a:lnTo>
                      <a:pt x="207" y="288"/>
                    </a:lnTo>
                    <a:lnTo>
                      <a:pt x="249" y="288"/>
                    </a:lnTo>
                    <a:lnTo>
                      <a:pt x="24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2" name="Freeform 1293"/>
              <p:cNvSpPr>
                <a:spLocks noEditPoints="1" noChangeArrowheads="1"/>
              </p:cNvSpPr>
              <p:nvPr/>
            </p:nvSpPr>
            <p:spPr bwMode="auto">
              <a:xfrm>
                <a:off x="319088" y="1646237"/>
                <a:ext cx="1916113" cy="677862"/>
              </a:xfrm>
              <a:custGeom>
                <a:avLst/>
                <a:gdLst>
                  <a:gd name="T0" fmla="*/ 2147483646 w 1660"/>
                  <a:gd name="T1" fmla="*/ 137354242 h 587"/>
                  <a:gd name="T2" fmla="*/ 2126468733 w 1660"/>
                  <a:gd name="T3" fmla="*/ 90681076 h 587"/>
                  <a:gd name="T4" fmla="*/ 1460281260 w 1660"/>
                  <a:gd name="T5" fmla="*/ 52008298 h 587"/>
                  <a:gd name="T6" fmla="*/ 1115196235 w 1660"/>
                  <a:gd name="T7" fmla="*/ 198697866 h 587"/>
                  <a:gd name="T8" fmla="*/ 1096544144 w 1660"/>
                  <a:gd name="T9" fmla="*/ 198697866 h 587"/>
                  <a:gd name="T10" fmla="*/ 751459119 w 1660"/>
                  <a:gd name="T11" fmla="*/ 52008298 h 587"/>
                  <a:gd name="T12" fmla="*/ 85271646 w 1660"/>
                  <a:gd name="T13" fmla="*/ 90681076 h 587"/>
                  <a:gd name="T14" fmla="*/ 2665244 w 1660"/>
                  <a:gd name="T15" fmla="*/ 137354242 h 587"/>
                  <a:gd name="T16" fmla="*/ 35974444 w 1660"/>
                  <a:gd name="T17" fmla="*/ 214699797 h 587"/>
                  <a:gd name="T18" fmla="*/ 130572712 w 1660"/>
                  <a:gd name="T19" fmla="*/ 394728165 h 587"/>
                  <a:gd name="T20" fmla="*/ 285128003 w 1660"/>
                  <a:gd name="T21" fmla="*/ 721446102 h 587"/>
                  <a:gd name="T22" fmla="*/ 818077520 w 1660"/>
                  <a:gd name="T23" fmla="*/ 716110970 h 587"/>
                  <a:gd name="T24" fmla="*/ 1103205523 w 1660"/>
                  <a:gd name="T25" fmla="*/ 317382610 h 587"/>
                  <a:gd name="T26" fmla="*/ 1108534856 w 1660"/>
                  <a:gd name="T27" fmla="*/ 317382610 h 587"/>
                  <a:gd name="T28" fmla="*/ 1393662859 w 1660"/>
                  <a:gd name="T29" fmla="*/ 716110970 h 587"/>
                  <a:gd name="T30" fmla="*/ 1926612376 w 1660"/>
                  <a:gd name="T31" fmla="*/ 721446102 h 587"/>
                  <a:gd name="T32" fmla="*/ 2081167666 w 1660"/>
                  <a:gd name="T33" fmla="*/ 394728165 h 587"/>
                  <a:gd name="T34" fmla="*/ 2147483646 w 1660"/>
                  <a:gd name="T35" fmla="*/ 214699797 h 587"/>
                  <a:gd name="T36" fmla="*/ 2147483646 w 1660"/>
                  <a:gd name="T37" fmla="*/ 137354242 h 587"/>
                  <a:gd name="T38" fmla="*/ 892690498 w 1660"/>
                  <a:gd name="T39" fmla="*/ 454738006 h 587"/>
                  <a:gd name="T40" fmla="*/ 783436274 w 1660"/>
                  <a:gd name="T41" fmla="*/ 652102089 h 587"/>
                  <a:gd name="T42" fmla="*/ 547605473 w 1660"/>
                  <a:gd name="T43" fmla="*/ 692107495 h 587"/>
                  <a:gd name="T44" fmla="*/ 311775825 w 1660"/>
                  <a:gd name="T45" fmla="*/ 653434717 h 587"/>
                  <a:gd name="T46" fmla="*/ 213180268 w 1660"/>
                  <a:gd name="T47" fmla="*/ 421399206 h 587"/>
                  <a:gd name="T48" fmla="*/ 194527024 w 1660"/>
                  <a:gd name="T49" fmla="*/ 176027019 h 587"/>
                  <a:gd name="T50" fmla="*/ 539610895 w 1660"/>
                  <a:gd name="T51" fmla="*/ 118684744 h 587"/>
                  <a:gd name="T52" fmla="*/ 935326321 w 1660"/>
                  <a:gd name="T53" fmla="*/ 226701534 h 587"/>
                  <a:gd name="T54" fmla="*/ 892690498 w 1660"/>
                  <a:gd name="T55" fmla="*/ 454738006 h 587"/>
                  <a:gd name="T56" fmla="*/ 1998560110 w 1660"/>
                  <a:gd name="T57" fmla="*/ 421399206 h 587"/>
                  <a:gd name="T58" fmla="*/ 1899964554 w 1660"/>
                  <a:gd name="T59" fmla="*/ 653434717 h 587"/>
                  <a:gd name="T60" fmla="*/ 1664134906 w 1660"/>
                  <a:gd name="T61" fmla="*/ 692107495 h 587"/>
                  <a:gd name="T62" fmla="*/ 1428304104 w 1660"/>
                  <a:gd name="T63" fmla="*/ 652102089 h 587"/>
                  <a:gd name="T64" fmla="*/ 1319049881 w 1660"/>
                  <a:gd name="T65" fmla="*/ 454738006 h 587"/>
                  <a:gd name="T66" fmla="*/ 1276414058 w 1660"/>
                  <a:gd name="T67" fmla="*/ 226701534 h 587"/>
                  <a:gd name="T68" fmla="*/ 1672129484 w 1660"/>
                  <a:gd name="T69" fmla="*/ 118684744 h 587"/>
                  <a:gd name="T70" fmla="*/ 2017213355 w 1660"/>
                  <a:gd name="T71" fmla="*/ 176027019 h 587"/>
                  <a:gd name="T72" fmla="*/ 1998560110 w 1660"/>
                  <a:gd name="T73" fmla="*/ 421399206 h 58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60"/>
                  <a:gd name="T112" fmla="*/ 0 h 587"/>
                  <a:gd name="T113" fmla="*/ 1660 w 1660"/>
                  <a:gd name="T114" fmla="*/ 587 h 58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60" h="587">
                    <a:moveTo>
                      <a:pt x="1658" y="103"/>
                    </a:moveTo>
                    <a:cubicBezTo>
                      <a:pt x="1658" y="71"/>
                      <a:pt x="1653" y="83"/>
                      <a:pt x="1596" y="68"/>
                    </a:cubicBezTo>
                    <a:cubicBezTo>
                      <a:pt x="1539" y="52"/>
                      <a:pt x="1364" y="0"/>
                      <a:pt x="1096" y="39"/>
                    </a:cubicBezTo>
                    <a:cubicBezTo>
                      <a:pt x="872" y="72"/>
                      <a:pt x="929" y="146"/>
                      <a:pt x="837" y="149"/>
                    </a:cubicBezTo>
                    <a:cubicBezTo>
                      <a:pt x="823" y="149"/>
                      <a:pt x="823" y="149"/>
                      <a:pt x="823" y="149"/>
                    </a:cubicBezTo>
                    <a:cubicBezTo>
                      <a:pt x="731" y="146"/>
                      <a:pt x="788" y="72"/>
                      <a:pt x="564" y="39"/>
                    </a:cubicBezTo>
                    <a:cubicBezTo>
                      <a:pt x="296" y="0"/>
                      <a:pt x="121" y="52"/>
                      <a:pt x="64" y="68"/>
                    </a:cubicBezTo>
                    <a:cubicBezTo>
                      <a:pt x="7" y="83"/>
                      <a:pt x="2" y="71"/>
                      <a:pt x="2" y="103"/>
                    </a:cubicBezTo>
                    <a:cubicBezTo>
                      <a:pt x="3" y="135"/>
                      <a:pt x="0" y="161"/>
                      <a:pt x="27" y="161"/>
                    </a:cubicBezTo>
                    <a:cubicBezTo>
                      <a:pt x="55" y="161"/>
                      <a:pt x="55" y="161"/>
                      <a:pt x="98" y="296"/>
                    </a:cubicBezTo>
                    <a:cubicBezTo>
                      <a:pt x="150" y="458"/>
                      <a:pt x="164" y="504"/>
                      <a:pt x="214" y="541"/>
                    </a:cubicBezTo>
                    <a:cubicBezTo>
                      <a:pt x="275" y="587"/>
                      <a:pt x="531" y="587"/>
                      <a:pt x="614" y="537"/>
                    </a:cubicBezTo>
                    <a:cubicBezTo>
                      <a:pt x="717" y="475"/>
                      <a:pt x="704" y="241"/>
                      <a:pt x="828" y="238"/>
                    </a:cubicBezTo>
                    <a:cubicBezTo>
                      <a:pt x="829" y="238"/>
                      <a:pt x="831" y="238"/>
                      <a:pt x="832" y="238"/>
                    </a:cubicBezTo>
                    <a:cubicBezTo>
                      <a:pt x="956" y="241"/>
                      <a:pt x="943" y="475"/>
                      <a:pt x="1046" y="537"/>
                    </a:cubicBezTo>
                    <a:cubicBezTo>
                      <a:pt x="1129" y="587"/>
                      <a:pt x="1385" y="587"/>
                      <a:pt x="1446" y="541"/>
                    </a:cubicBezTo>
                    <a:cubicBezTo>
                      <a:pt x="1496" y="504"/>
                      <a:pt x="1510" y="458"/>
                      <a:pt x="1562" y="296"/>
                    </a:cubicBezTo>
                    <a:cubicBezTo>
                      <a:pt x="1605" y="161"/>
                      <a:pt x="1605" y="161"/>
                      <a:pt x="1633" y="161"/>
                    </a:cubicBezTo>
                    <a:cubicBezTo>
                      <a:pt x="1660" y="161"/>
                      <a:pt x="1657" y="135"/>
                      <a:pt x="1658" y="103"/>
                    </a:cubicBezTo>
                    <a:close/>
                    <a:moveTo>
                      <a:pt x="670" y="341"/>
                    </a:moveTo>
                    <a:cubicBezTo>
                      <a:pt x="644" y="407"/>
                      <a:pt x="624" y="465"/>
                      <a:pt x="588" y="489"/>
                    </a:cubicBezTo>
                    <a:cubicBezTo>
                      <a:pt x="550" y="515"/>
                      <a:pt x="494" y="520"/>
                      <a:pt x="411" y="519"/>
                    </a:cubicBezTo>
                    <a:cubicBezTo>
                      <a:pt x="341" y="517"/>
                      <a:pt x="266" y="520"/>
                      <a:pt x="234" y="490"/>
                    </a:cubicBezTo>
                    <a:cubicBezTo>
                      <a:pt x="208" y="465"/>
                      <a:pt x="182" y="386"/>
                      <a:pt x="160" y="316"/>
                    </a:cubicBezTo>
                    <a:cubicBezTo>
                      <a:pt x="129" y="219"/>
                      <a:pt x="115" y="161"/>
                      <a:pt x="146" y="132"/>
                    </a:cubicBezTo>
                    <a:cubicBezTo>
                      <a:pt x="185" y="97"/>
                      <a:pt x="286" y="91"/>
                      <a:pt x="405" y="89"/>
                    </a:cubicBezTo>
                    <a:cubicBezTo>
                      <a:pt x="524" y="88"/>
                      <a:pt x="682" y="123"/>
                      <a:pt x="702" y="170"/>
                    </a:cubicBezTo>
                    <a:cubicBezTo>
                      <a:pt x="718" y="205"/>
                      <a:pt x="693" y="282"/>
                      <a:pt x="670" y="341"/>
                    </a:cubicBezTo>
                    <a:close/>
                    <a:moveTo>
                      <a:pt x="1500" y="316"/>
                    </a:moveTo>
                    <a:cubicBezTo>
                      <a:pt x="1478" y="386"/>
                      <a:pt x="1452" y="465"/>
                      <a:pt x="1426" y="490"/>
                    </a:cubicBezTo>
                    <a:cubicBezTo>
                      <a:pt x="1394" y="520"/>
                      <a:pt x="1319" y="517"/>
                      <a:pt x="1249" y="519"/>
                    </a:cubicBezTo>
                    <a:cubicBezTo>
                      <a:pt x="1166" y="520"/>
                      <a:pt x="1110" y="515"/>
                      <a:pt x="1072" y="489"/>
                    </a:cubicBezTo>
                    <a:cubicBezTo>
                      <a:pt x="1036" y="465"/>
                      <a:pt x="1016" y="407"/>
                      <a:pt x="990" y="341"/>
                    </a:cubicBezTo>
                    <a:cubicBezTo>
                      <a:pt x="967" y="282"/>
                      <a:pt x="942" y="205"/>
                      <a:pt x="958" y="170"/>
                    </a:cubicBezTo>
                    <a:cubicBezTo>
                      <a:pt x="978" y="123"/>
                      <a:pt x="1136" y="88"/>
                      <a:pt x="1255" y="89"/>
                    </a:cubicBezTo>
                    <a:cubicBezTo>
                      <a:pt x="1374" y="91"/>
                      <a:pt x="1475" y="97"/>
                      <a:pt x="1514" y="132"/>
                    </a:cubicBezTo>
                    <a:cubicBezTo>
                      <a:pt x="1546" y="161"/>
                      <a:pt x="1531" y="219"/>
                      <a:pt x="1500" y="316"/>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3" name="Freeform 1294"/>
              <p:cNvSpPr>
                <a:spLocks noChangeArrowheads="1"/>
              </p:cNvSpPr>
              <p:nvPr/>
            </p:nvSpPr>
            <p:spPr bwMode="auto">
              <a:xfrm>
                <a:off x="663575" y="2454274"/>
                <a:ext cx="622300" cy="488950"/>
              </a:xfrm>
              <a:custGeom>
                <a:avLst/>
                <a:gdLst>
                  <a:gd name="T0" fmla="*/ 0 w 538"/>
                  <a:gd name="T1" fmla="*/ 461452328 h 424"/>
                  <a:gd name="T2" fmla="*/ 204704313 w 538"/>
                  <a:gd name="T3" fmla="*/ 398949758 h 424"/>
                  <a:gd name="T4" fmla="*/ 457573257 w 538"/>
                  <a:gd name="T5" fmla="*/ 216762836 h 424"/>
                  <a:gd name="T6" fmla="*/ 709105067 w 538"/>
                  <a:gd name="T7" fmla="*/ 115695487 h 424"/>
                  <a:gd name="T8" fmla="*/ 544539104 w 538"/>
                  <a:gd name="T9" fmla="*/ 2659242 h 424"/>
                  <a:gd name="T10" fmla="*/ 198014009 w 538"/>
                  <a:gd name="T11" fmla="*/ 239369855 h 424"/>
                  <a:gd name="T12" fmla="*/ 109711027 w 538"/>
                  <a:gd name="T13" fmla="*/ 433525672 h 424"/>
                  <a:gd name="T14" fmla="*/ 0 w 538"/>
                  <a:gd name="T15" fmla="*/ 461452328 h 424"/>
                  <a:gd name="T16" fmla="*/ 0 60000 65536"/>
                  <a:gd name="T17" fmla="*/ 0 60000 65536"/>
                  <a:gd name="T18" fmla="*/ 0 60000 65536"/>
                  <a:gd name="T19" fmla="*/ 0 60000 65536"/>
                  <a:gd name="T20" fmla="*/ 0 60000 65536"/>
                  <a:gd name="T21" fmla="*/ 0 60000 65536"/>
                  <a:gd name="T22" fmla="*/ 0 60000 65536"/>
                  <a:gd name="T23" fmla="*/ 0 60000 65536"/>
                  <a:gd name="T24" fmla="*/ 0 w 538"/>
                  <a:gd name="T25" fmla="*/ 0 h 424"/>
                  <a:gd name="T26" fmla="*/ 538 w 538"/>
                  <a:gd name="T27" fmla="*/ 424 h 4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8" h="424">
                    <a:moveTo>
                      <a:pt x="0" y="347"/>
                    </a:moveTo>
                    <a:cubicBezTo>
                      <a:pt x="0" y="347"/>
                      <a:pt x="82" y="424"/>
                      <a:pt x="153" y="300"/>
                    </a:cubicBezTo>
                    <a:cubicBezTo>
                      <a:pt x="209" y="203"/>
                      <a:pt x="220" y="166"/>
                      <a:pt x="342" y="163"/>
                    </a:cubicBezTo>
                    <a:cubicBezTo>
                      <a:pt x="465" y="160"/>
                      <a:pt x="522" y="141"/>
                      <a:pt x="530" y="87"/>
                    </a:cubicBezTo>
                    <a:cubicBezTo>
                      <a:pt x="538" y="33"/>
                      <a:pt x="492" y="0"/>
                      <a:pt x="407" y="2"/>
                    </a:cubicBezTo>
                    <a:cubicBezTo>
                      <a:pt x="323" y="4"/>
                      <a:pt x="210" y="54"/>
                      <a:pt x="148" y="180"/>
                    </a:cubicBezTo>
                    <a:cubicBezTo>
                      <a:pt x="104" y="269"/>
                      <a:pt x="108" y="298"/>
                      <a:pt x="82" y="326"/>
                    </a:cubicBezTo>
                    <a:cubicBezTo>
                      <a:pt x="56" y="354"/>
                      <a:pt x="0" y="347"/>
                      <a:pt x="0" y="347"/>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4" name="Freeform 1295"/>
              <p:cNvSpPr>
                <a:spLocks noChangeArrowheads="1"/>
              </p:cNvSpPr>
              <p:nvPr/>
            </p:nvSpPr>
            <p:spPr bwMode="auto">
              <a:xfrm>
                <a:off x="1268413" y="2454274"/>
                <a:ext cx="622300" cy="488950"/>
              </a:xfrm>
              <a:custGeom>
                <a:avLst/>
                <a:gdLst>
                  <a:gd name="T0" fmla="*/ 719809089 w 538"/>
                  <a:gd name="T1" fmla="*/ 461452328 h 424"/>
                  <a:gd name="T2" fmla="*/ 515104777 w 538"/>
                  <a:gd name="T3" fmla="*/ 398949758 h 424"/>
                  <a:gd name="T4" fmla="*/ 262235832 w 538"/>
                  <a:gd name="T5" fmla="*/ 216762836 h 424"/>
                  <a:gd name="T6" fmla="*/ 10704023 w 538"/>
                  <a:gd name="T7" fmla="*/ 115695487 h 424"/>
                  <a:gd name="T8" fmla="*/ 175269985 w 538"/>
                  <a:gd name="T9" fmla="*/ 2659242 h 424"/>
                  <a:gd name="T10" fmla="*/ 521795080 w 538"/>
                  <a:gd name="T11" fmla="*/ 239369855 h 424"/>
                  <a:gd name="T12" fmla="*/ 610098062 w 538"/>
                  <a:gd name="T13" fmla="*/ 433525672 h 424"/>
                  <a:gd name="T14" fmla="*/ 719809089 w 538"/>
                  <a:gd name="T15" fmla="*/ 461452328 h 424"/>
                  <a:gd name="T16" fmla="*/ 0 60000 65536"/>
                  <a:gd name="T17" fmla="*/ 0 60000 65536"/>
                  <a:gd name="T18" fmla="*/ 0 60000 65536"/>
                  <a:gd name="T19" fmla="*/ 0 60000 65536"/>
                  <a:gd name="T20" fmla="*/ 0 60000 65536"/>
                  <a:gd name="T21" fmla="*/ 0 60000 65536"/>
                  <a:gd name="T22" fmla="*/ 0 60000 65536"/>
                  <a:gd name="T23" fmla="*/ 0 60000 65536"/>
                  <a:gd name="T24" fmla="*/ 0 w 538"/>
                  <a:gd name="T25" fmla="*/ 0 h 424"/>
                  <a:gd name="T26" fmla="*/ 538 w 538"/>
                  <a:gd name="T27" fmla="*/ 424 h 4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8" h="424">
                    <a:moveTo>
                      <a:pt x="538" y="347"/>
                    </a:moveTo>
                    <a:cubicBezTo>
                      <a:pt x="538" y="347"/>
                      <a:pt x="456" y="424"/>
                      <a:pt x="385" y="300"/>
                    </a:cubicBezTo>
                    <a:cubicBezTo>
                      <a:pt x="329" y="203"/>
                      <a:pt x="318" y="166"/>
                      <a:pt x="196" y="163"/>
                    </a:cubicBezTo>
                    <a:cubicBezTo>
                      <a:pt x="74" y="160"/>
                      <a:pt x="16" y="141"/>
                      <a:pt x="8" y="87"/>
                    </a:cubicBezTo>
                    <a:cubicBezTo>
                      <a:pt x="0" y="33"/>
                      <a:pt x="46" y="0"/>
                      <a:pt x="131" y="2"/>
                    </a:cubicBezTo>
                    <a:cubicBezTo>
                      <a:pt x="215" y="4"/>
                      <a:pt x="328" y="54"/>
                      <a:pt x="390" y="180"/>
                    </a:cubicBezTo>
                    <a:cubicBezTo>
                      <a:pt x="434" y="269"/>
                      <a:pt x="430" y="298"/>
                      <a:pt x="456" y="326"/>
                    </a:cubicBezTo>
                    <a:cubicBezTo>
                      <a:pt x="482" y="354"/>
                      <a:pt x="538" y="347"/>
                      <a:pt x="538" y="347"/>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5" name="Freeform 1296"/>
              <p:cNvSpPr>
                <a:spLocks noChangeArrowheads="1"/>
              </p:cNvSpPr>
              <p:nvPr/>
            </p:nvSpPr>
            <p:spPr bwMode="auto">
              <a:xfrm>
                <a:off x="454025" y="2387599"/>
                <a:ext cx="1647825" cy="1027112"/>
              </a:xfrm>
              <a:custGeom>
                <a:avLst/>
                <a:gdLst>
                  <a:gd name="T0" fmla="*/ 1680137151 w 1427"/>
                  <a:gd name="T1" fmla="*/ 299666273 h 890"/>
                  <a:gd name="T2" fmla="*/ 1357444054 w 1427"/>
                  <a:gd name="T3" fmla="*/ 728522463 h 890"/>
                  <a:gd name="T4" fmla="*/ 1056086077 w 1427"/>
                  <a:gd name="T5" fmla="*/ 554049602 h 890"/>
                  <a:gd name="T6" fmla="*/ 950744216 w 1427"/>
                  <a:gd name="T7" fmla="*/ 499444174 h 890"/>
                  <a:gd name="T8" fmla="*/ 845402355 w 1427"/>
                  <a:gd name="T9" fmla="*/ 554049602 h 890"/>
                  <a:gd name="T10" fmla="*/ 544044378 w 1427"/>
                  <a:gd name="T11" fmla="*/ 728522463 h 890"/>
                  <a:gd name="T12" fmla="*/ 221351281 w 1427"/>
                  <a:gd name="T13" fmla="*/ 299666273 h 890"/>
                  <a:gd name="T14" fmla="*/ 0 w 1427"/>
                  <a:gd name="T15" fmla="*/ 0 h 890"/>
                  <a:gd name="T16" fmla="*/ 120009467 w 1427"/>
                  <a:gd name="T17" fmla="*/ 594005413 h 890"/>
                  <a:gd name="T18" fmla="*/ 616049827 w 1427"/>
                  <a:gd name="T19" fmla="*/ 1049498425 h 890"/>
                  <a:gd name="T20" fmla="*/ 950744216 w 1427"/>
                  <a:gd name="T21" fmla="*/ 1172028271 h 890"/>
                  <a:gd name="T22" fmla="*/ 1285438605 w 1427"/>
                  <a:gd name="T23" fmla="*/ 1049498425 h 890"/>
                  <a:gd name="T24" fmla="*/ 1781478966 w 1427"/>
                  <a:gd name="T25" fmla="*/ 594005413 h 890"/>
                  <a:gd name="T26" fmla="*/ 1902822166 w 1427"/>
                  <a:gd name="T27" fmla="*/ 0 h 890"/>
                  <a:gd name="T28" fmla="*/ 1680137151 w 1427"/>
                  <a:gd name="T29" fmla="*/ 299666273 h 89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27"/>
                  <a:gd name="T46" fmla="*/ 0 h 890"/>
                  <a:gd name="T47" fmla="*/ 1427 w 1427"/>
                  <a:gd name="T48" fmla="*/ 890 h 89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27" h="890">
                    <a:moveTo>
                      <a:pt x="1260" y="225"/>
                    </a:moveTo>
                    <a:cubicBezTo>
                      <a:pt x="1249" y="317"/>
                      <a:pt x="1157" y="492"/>
                      <a:pt x="1018" y="547"/>
                    </a:cubicBezTo>
                    <a:cubicBezTo>
                      <a:pt x="879" y="602"/>
                      <a:pt x="841" y="467"/>
                      <a:pt x="792" y="416"/>
                    </a:cubicBezTo>
                    <a:cubicBezTo>
                      <a:pt x="753" y="376"/>
                      <a:pt x="724" y="374"/>
                      <a:pt x="713" y="375"/>
                    </a:cubicBezTo>
                    <a:cubicBezTo>
                      <a:pt x="702" y="374"/>
                      <a:pt x="673" y="376"/>
                      <a:pt x="634" y="416"/>
                    </a:cubicBezTo>
                    <a:cubicBezTo>
                      <a:pt x="585" y="467"/>
                      <a:pt x="547" y="602"/>
                      <a:pt x="408" y="547"/>
                    </a:cubicBezTo>
                    <a:cubicBezTo>
                      <a:pt x="269" y="492"/>
                      <a:pt x="177" y="317"/>
                      <a:pt x="166" y="225"/>
                    </a:cubicBezTo>
                    <a:cubicBezTo>
                      <a:pt x="143" y="32"/>
                      <a:pt x="0" y="0"/>
                      <a:pt x="0" y="0"/>
                    </a:cubicBezTo>
                    <a:cubicBezTo>
                      <a:pt x="0" y="0"/>
                      <a:pt x="41" y="368"/>
                      <a:pt x="90" y="446"/>
                    </a:cubicBezTo>
                    <a:cubicBezTo>
                      <a:pt x="139" y="523"/>
                      <a:pt x="332" y="684"/>
                      <a:pt x="462" y="788"/>
                    </a:cubicBezTo>
                    <a:cubicBezTo>
                      <a:pt x="590" y="890"/>
                      <a:pt x="643" y="880"/>
                      <a:pt x="713" y="880"/>
                    </a:cubicBezTo>
                    <a:cubicBezTo>
                      <a:pt x="783" y="880"/>
                      <a:pt x="836" y="890"/>
                      <a:pt x="964" y="788"/>
                    </a:cubicBezTo>
                    <a:cubicBezTo>
                      <a:pt x="1095" y="684"/>
                      <a:pt x="1287" y="523"/>
                      <a:pt x="1336" y="446"/>
                    </a:cubicBezTo>
                    <a:cubicBezTo>
                      <a:pt x="1385" y="368"/>
                      <a:pt x="1427" y="0"/>
                      <a:pt x="1427" y="0"/>
                    </a:cubicBezTo>
                    <a:cubicBezTo>
                      <a:pt x="1427" y="0"/>
                      <a:pt x="1284" y="32"/>
                      <a:pt x="1260" y="225"/>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6" name="Oval 1297"/>
              <p:cNvSpPr>
                <a:spLocks noChangeArrowheads="1"/>
              </p:cNvSpPr>
              <p:nvPr/>
            </p:nvSpPr>
            <p:spPr bwMode="auto">
              <a:xfrm>
                <a:off x="19050" y="719137"/>
                <a:ext cx="2516188" cy="909637"/>
              </a:xfrm>
              <a:prstGeom prst="ellipse">
                <a:avLst/>
              </a:pr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a:solidFill>
                    <a:srgbClr val="000000"/>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27" name="Freeform 1298"/>
              <p:cNvSpPr>
                <a:spLocks noChangeArrowheads="1"/>
              </p:cNvSpPr>
              <p:nvPr/>
            </p:nvSpPr>
            <p:spPr bwMode="auto">
              <a:xfrm>
                <a:off x="449263" y="0"/>
                <a:ext cx="1655763" cy="1004887"/>
              </a:xfrm>
              <a:custGeom>
                <a:avLst/>
                <a:gdLst>
                  <a:gd name="T0" fmla="*/ 1906487547 w 1434"/>
                  <a:gd name="T1" fmla="*/ 897865379 h 870"/>
                  <a:gd name="T2" fmla="*/ 1906487547 w 1434"/>
                  <a:gd name="T3" fmla="*/ 896531305 h 870"/>
                  <a:gd name="T4" fmla="*/ 1905155085 w 1434"/>
                  <a:gd name="T5" fmla="*/ 895197231 h 870"/>
                  <a:gd name="T6" fmla="*/ 1541188588 w 1434"/>
                  <a:gd name="T7" fmla="*/ 126741662 h 870"/>
                  <a:gd name="T8" fmla="*/ 990573493 w 1434"/>
                  <a:gd name="T9" fmla="*/ 269493368 h 870"/>
                  <a:gd name="T10" fmla="*/ 525284461 w 1434"/>
                  <a:gd name="T11" fmla="*/ 69374164 h 870"/>
                  <a:gd name="T12" fmla="*/ 5333312 w 1434"/>
                  <a:gd name="T13" fmla="*/ 896531305 h 870"/>
                  <a:gd name="T14" fmla="*/ 5333312 w 1434"/>
                  <a:gd name="T15" fmla="*/ 896531305 h 870"/>
                  <a:gd name="T16" fmla="*/ 0 w 1434"/>
                  <a:gd name="T17" fmla="*/ 921878714 h 870"/>
                  <a:gd name="T18" fmla="*/ 79992751 w 1434"/>
                  <a:gd name="T19" fmla="*/ 1016601441 h 870"/>
                  <a:gd name="T20" fmla="*/ 955909852 w 1434"/>
                  <a:gd name="T21" fmla="*/ 1160687222 h 870"/>
                  <a:gd name="T22" fmla="*/ 1831828108 w 1434"/>
                  <a:gd name="T23" fmla="*/ 1016601441 h 870"/>
                  <a:gd name="T24" fmla="*/ 1911820859 w 1434"/>
                  <a:gd name="T25" fmla="*/ 921878714 h 870"/>
                  <a:gd name="T26" fmla="*/ 1906487547 w 1434"/>
                  <a:gd name="T27" fmla="*/ 897865379 h 87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34"/>
                  <a:gd name="T43" fmla="*/ 0 h 870"/>
                  <a:gd name="T44" fmla="*/ 1434 w 1434"/>
                  <a:gd name="T45" fmla="*/ 870 h 87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34" h="870">
                    <a:moveTo>
                      <a:pt x="1430" y="673"/>
                    </a:moveTo>
                    <a:cubicBezTo>
                      <a:pt x="1430" y="672"/>
                      <a:pt x="1430" y="672"/>
                      <a:pt x="1430" y="672"/>
                    </a:cubicBezTo>
                    <a:cubicBezTo>
                      <a:pt x="1429" y="671"/>
                      <a:pt x="1429" y="671"/>
                      <a:pt x="1429" y="671"/>
                    </a:cubicBezTo>
                    <a:cubicBezTo>
                      <a:pt x="1429" y="671"/>
                      <a:pt x="1245" y="189"/>
                      <a:pt x="1156" y="95"/>
                    </a:cubicBezTo>
                    <a:cubicBezTo>
                      <a:pt x="1067" y="0"/>
                      <a:pt x="934" y="156"/>
                      <a:pt x="743" y="202"/>
                    </a:cubicBezTo>
                    <a:cubicBezTo>
                      <a:pt x="606" y="234"/>
                      <a:pt x="550" y="74"/>
                      <a:pt x="394" y="52"/>
                    </a:cubicBezTo>
                    <a:cubicBezTo>
                      <a:pt x="262" y="34"/>
                      <a:pt x="14" y="646"/>
                      <a:pt x="4" y="672"/>
                    </a:cubicBezTo>
                    <a:cubicBezTo>
                      <a:pt x="4" y="672"/>
                      <a:pt x="4" y="672"/>
                      <a:pt x="4" y="672"/>
                    </a:cubicBezTo>
                    <a:cubicBezTo>
                      <a:pt x="1" y="678"/>
                      <a:pt x="0" y="684"/>
                      <a:pt x="0" y="691"/>
                    </a:cubicBezTo>
                    <a:cubicBezTo>
                      <a:pt x="0" y="716"/>
                      <a:pt x="22" y="740"/>
                      <a:pt x="60" y="762"/>
                    </a:cubicBezTo>
                    <a:cubicBezTo>
                      <a:pt x="171" y="826"/>
                      <a:pt x="423" y="870"/>
                      <a:pt x="717" y="870"/>
                    </a:cubicBezTo>
                    <a:cubicBezTo>
                      <a:pt x="1011" y="870"/>
                      <a:pt x="1263" y="826"/>
                      <a:pt x="1374" y="762"/>
                    </a:cubicBezTo>
                    <a:cubicBezTo>
                      <a:pt x="1412" y="740"/>
                      <a:pt x="1434" y="716"/>
                      <a:pt x="1434" y="691"/>
                    </a:cubicBezTo>
                    <a:cubicBezTo>
                      <a:pt x="1434" y="685"/>
                      <a:pt x="1433" y="679"/>
                      <a:pt x="1430" y="673"/>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8" name="Freeform 1299"/>
              <p:cNvSpPr>
                <a:spLocks noChangeArrowheads="1"/>
              </p:cNvSpPr>
              <p:nvPr/>
            </p:nvSpPr>
            <p:spPr bwMode="auto">
              <a:xfrm>
                <a:off x="433388" y="785812"/>
                <a:ext cx="25400" cy="44450"/>
              </a:xfrm>
              <a:custGeom>
                <a:avLst/>
                <a:gdLst>
                  <a:gd name="T0" fmla="*/ 17328573 w 22"/>
                  <a:gd name="T1" fmla="*/ 14288965 h 39"/>
                  <a:gd name="T2" fmla="*/ 18662073 w 22"/>
                  <a:gd name="T3" fmla="*/ 0 h 39"/>
                  <a:gd name="T4" fmla="*/ 18662073 w 22"/>
                  <a:gd name="T5" fmla="*/ 0 h 39"/>
                  <a:gd name="T6" fmla="*/ 0 w 22"/>
                  <a:gd name="T7" fmla="*/ 48064127 h 39"/>
                  <a:gd name="T8" fmla="*/ 29325455 w 22"/>
                  <a:gd name="T9" fmla="*/ 50661603 h 39"/>
                  <a:gd name="T10" fmla="*/ 17328573 w 22"/>
                  <a:gd name="T11" fmla="*/ 14288965 h 39"/>
                  <a:gd name="T12" fmla="*/ 0 60000 65536"/>
                  <a:gd name="T13" fmla="*/ 0 60000 65536"/>
                  <a:gd name="T14" fmla="*/ 0 60000 65536"/>
                  <a:gd name="T15" fmla="*/ 0 60000 65536"/>
                  <a:gd name="T16" fmla="*/ 0 60000 65536"/>
                  <a:gd name="T17" fmla="*/ 0 60000 65536"/>
                  <a:gd name="T18" fmla="*/ 0 w 22"/>
                  <a:gd name="T19" fmla="*/ 0 h 39"/>
                  <a:gd name="T20" fmla="*/ 22 w 22"/>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22" h="39">
                    <a:moveTo>
                      <a:pt x="13" y="11"/>
                    </a:moveTo>
                    <a:cubicBezTo>
                      <a:pt x="13" y="7"/>
                      <a:pt x="14" y="3"/>
                      <a:pt x="14" y="0"/>
                    </a:cubicBezTo>
                    <a:cubicBezTo>
                      <a:pt x="14" y="0"/>
                      <a:pt x="14" y="0"/>
                      <a:pt x="14" y="0"/>
                    </a:cubicBezTo>
                    <a:cubicBezTo>
                      <a:pt x="0" y="37"/>
                      <a:pt x="0" y="37"/>
                      <a:pt x="0" y="37"/>
                    </a:cubicBezTo>
                    <a:cubicBezTo>
                      <a:pt x="22" y="39"/>
                      <a:pt x="22" y="39"/>
                      <a:pt x="22" y="39"/>
                    </a:cubicBezTo>
                    <a:cubicBezTo>
                      <a:pt x="16" y="30"/>
                      <a:pt x="13" y="20"/>
                      <a:pt x="13" y="11"/>
                    </a:cubicBez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9" name="Freeform 1300"/>
              <p:cNvSpPr>
                <a:spLocks noChangeArrowheads="1"/>
              </p:cNvSpPr>
              <p:nvPr/>
            </p:nvSpPr>
            <p:spPr bwMode="auto">
              <a:xfrm>
                <a:off x="760413" y="1246187"/>
                <a:ext cx="411163" cy="38100"/>
              </a:xfrm>
              <a:custGeom>
                <a:avLst/>
                <a:gdLst>
                  <a:gd name="T0" fmla="*/ 0 w 355"/>
                  <a:gd name="T1" fmla="*/ 1333500 h 33"/>
                  <a:gd name="T2" fmla="*/ 335359599 w 355"/>
                  <a:gd name="T3" fmla="*/ 43988182 h 33"/>
                  <a:gd name="T4" fmla="*/ 476211303 w 355"/>
                  <a:gd name="T5" fmla="*/ 0 h 33"/>
                  <a:gd name="T6" fmla="*/ 0 w 355"/>
                  <a:gd name="T7" fmla="*/ 1333500 h 33"/>
                  <a:gd name="T8" fmla="*/ 0 60000 65536"/>
                  <a:gd name="T9" fmla="*/ 0 60000 65536"/>
                  <a:gd name="T10" fmla="*/ 0 60000 65536"/>
                  <a:gd name="T11" fmla="*/ 0 60000 65536"/>
                  <a:gd name="T12" fmla="*/ 0 w 355"/>
                  <a:gd name="T13" fmla="*/ 0 h 33"/>
                  <a:gd name="T14" fmla="*/ 355 w 355"/>
                  <a:gd name="T15" fmla="*/ 33 h 33"/>
                </a:gdLst>
                <a:ahLst/>
                <a:cxnLst>
                  <a:cxn ang="T8">
                    <a:pos x="T0" y="T1"/>
                  </a:cxn>
                  <a:cxn ang="T9">
                    <a:pos x="T2" y="T3"/>
                  </a:cxn>
                  <a:cxn ang="T10">
                    <a:pos x="T4" y="T5"/>
                  </a:cxn>
                  <a:cxn ang="T11">
                    <a:pos x="T6" y="T7"/>
                  </a:cxn>
                </a:cxnLst>
                <a:rect l="T12" t="T13" r="T14" b="T15"/>
                <a:pathLst>
                  <a:path w="355" h="33">
                    <a:moveTo>
                      <a:pt x="0" y="1"/>
                    </a:moveTo>
                    <a:cubicBezTo>
                      <a:pt x="75" y="16"/>
                      <a:pt x="159" y="27"/>
                      <a:pt x="250" y="33"/>
                    </a:cubicBezTo>
                    <a:cubicBezTo>
                      <a:pt x="355" y="0"/>
                      <a:pt x="355" y="0"/>
                      <a:pt x="355" y="0"/>
                    </a:cubicBezTo>
                    <a:lnTo>
                      <a:pt x="0" y="1"/>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0" name="Freeform 1301"/>
              <p:cNvSpPr>
                <a:spLocks noChangeArrowheads="1"/>
              </p:cNvSpPr>
              <p:nvPr/>
            </p:nvSpPr>
            <p:spPr bwMode="auto">
              <a:xfrm>
                <a:off x="450850" y="776287"/>
                <a:ext cx="3175" cy="9525"/>
              </a:xfrm>
              <a:custGeom>
                <a:avLst/>
                <a:gdLst>
                  <a:gd name="T0" fmla="*/ 3360208 w 3"/>
                  <a:gd name="T1" fmla="*/ 0 h 8"/>
                  <a:gd name="T2" fmla="*/ 3360208 w 3"/>
                  <a:gd name="T3" fmla="*/ 1418034 h 8"/>
                  <a:gd name="T4" fmla="*/ 0 w 3"/>
                  <a:gd name="T5" fmla="*/ 11340703 h 8"/>
                  <a:gd name="T6" fmla="*/ 0 w 3"/>
                  <a:gd name="T7" fmla="*/ 11340703 h 8"/>
                  <a:gd name="T8" fmla="*/ 3360208 w 3"/>
                  <a:gd name="T9" fmla="*/ 0 h 8"/>
                  <a:gd name="T10" fmla="*/ 0 60000 65536"/>
                  <a:gd name="T11" fmla="*/ 0 60000 65536"/>
                  <a:gd name="T12" fmla="*/ 0 60000 65536"/>
                  <a:gd name="T13" fmla="*/ 0 60000 65536"/>
                  <a:gd name="T14" fmla="*/ 0 60000 65536"/>
                  <a:gd name="T15" fmla="*/ 0 w 3"/>
                  <a:gd name="T16" fmla="*/ 0 h 8"/>
                  <a:gd name="T17" fmla="*/ 3 w 3"/>
                  <a:gd name="T18" fmla="*/ 8 h 8"/>
                </a:gdLst>
                <a:ahLst/>
                <a:cxnLst>
                  <a:cxn ang="T10">
                    <a:pos x="T0" y="T1"/>
                  </a:cxn>
                  <a:cxn ang="T11">
                    <a:pos x="T2" y="T3"/>
                  </a:cxn>
                  <a:cxn ang="T12">
                    <a:pos x="T4" y="T5"/>
                  </a:cxn>
                  <a:cxn ang="T13">
                    <a:pos x="T6" y="T7"/>
                  </a:cxn>
                  <a:cxn ang="T14">
                    <a:pos x="T8" y="T9"/>
                  </a:cxn>
                </a:cxnLst>
                <a:rect l="T15" t="T16" r="T17" b="T18"/>
                <a:pathLst>
                  <a:path w="3" h="8">
                    <a:moveTo>
                      <a:pt x="3" y="0"/>
                    </a:moveTo>
                    <a:cubicBezTo>
                      <a:pt x="3" y="1"/>
                      <a:pt x="3" y="1"/>
                      <a:pt x="3" y="1"/>
                    </a:cubicBezTo>
                    <a:cubicBezTo>
                      <a:pt x="0" y="8"/>
                      <a:pt x="0" y="8"/>
                      <a:pt x="0" y="8"/>
                    </a:cubicBezTo>
                    <a:cubicBezTo>
                      <a:pt x="0" y="8"/>
                      <a:pt x="0" y="8"/>
                      <a:pt x="0" y="8"/>
                    </a:cubicBezTo>
                    <a:cubicBezTo>
                      <a:pt x="1" y="5"/>
                      <a:pt x="2" y="3"/>
                      <a:pt x="3" y="0"/>
                    </a:cubicBez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1" name="Freeform 1302"/>
              <p:cNvSpPr>
                <a:spLocks noChangeArrowheads="1"/>
              </p:cNvSpPr>
              <p:nvPr/>
            </p:nvSpPr>
            <p:spPr bwMode="auto">
              <a:xfrm>
                <a:off x="1355725" y="1117599"/>
                <a:ext cx="485775" cy="128587"/>
              </a:xfrm>
              <a:custGeom>
                <a:avLst/>
                <a:gdLst>
                  <a:gd name="T0" fmla="*/ 0 w 421"/>
                  <a:gd name="T1" fmla="*/ 113358625 h 112"/>
                  <a:gd name="T2" fmla="*/ 508591425 w 421"/>
                  <a:gd name="T3" fmla="*/ 147630505 h 112"/>
                  <a:gd name="T4" fmla="*/ 560516272 w 421"/>
                  <a:gd name="T5" fmla="*/ 137085223 h 112"/>
                  <a:gd name="T6" fmla="*/ 426045444 w 421"/>
                  <a:gd name="T7" fmla="*/ 0 h 112"/>
                  <a:gd name="T8" fmla="*/ 0 w 421"/>
                  <a:gd name="T9" fmla="*/ 113358625 h 112"/>
                  <a:gd name="T10" fmla="*/ 0 60000 65536"/>
                  <a:gd name="T11" fmla="*/ 0 60000 65536"/>
                  <a:gd name="T12" fmla="*/ 0 60000 65536"/>
                  <a:gd name="T13" fmla="*/ 0 60000 65536"/>
                  <a:gd name="T14" fmla="*/ 0 60000 65536"/>
                  <a:gd name="T15" fmla="*/ 0 w 421"/>
                  <a:gd name="T16" fmla="*/ 0 h 112"/>
                  <a:gd name="T17" fmla="*/ 421 w 421"/>
                  <a:gd name="T18" fmla="*/ 112 h 112"/>
                </a:gdLst>
                <a:ahLst/>
                <a:cxnLst>
                  <a:cxn ang="T10">
                    <a:pos x="T0" y="T1"/>
                  </a:cxn>
                  <a:cxn ang="T11">
                    <a:pos x="T2" y="T3"/>
                  </a:cxn>
                  <a:cxn ang="T12">
                    <a:pos x="T4" y="T5"/>
                  </a:cxn>
                  <a:cxn ang="T13">
                    <a:pos x="T6" y="T7"/>
                  </a:cxn>
                  <a:cxn ang="T14">
                    <a:pos x="T8" y="T9"/>
                  </a:cxn>
                </a:cxnLst>
                <a:rect l="T15" t="T16" r="T17" b="T18"/>
                <a:pathLst>
                  <a:path w="421" h="112">
                    <a:moveTo>
                      <a:pt x="0" y="86"/>
                    </a:moveTo>
                    <a:cubicBezTo>
                      <a:pt x="382" y="112"/>
                      <a:pt x="382" y="112"/>
                      <a:pt x="382" y="112"/>
                    </a:cubicBezTo>
                    <a:cubicBezTo>
                      <a:pt x="395" y="109"/>
                      <a:pt x="408" y="107"/>
                      <a:pt x="421" y="104"/>
                    </a:cubicBezTo>
                    <a:cubicBezTo>
                      <a:pt x="320" y="0"/>
                      <a:pt x="320" y="0"/>
                      <a:pt x="320" y="0"/>
                    </a:cubicBezTo>
                    <a:lnTo>
                      <a:pt x="0" y="86"/>
                    </a:ln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2" name="Freeform 1303"/>
              <p:cNvSpPr>
                <a:spLocks noChangeArrowheads="1"/>
              </p:cNvSpPr>
              <p:nvPr/>
            </p:nvSpPr>
            <p:spPr bwMode="auto">
              <a:xfrm>
                <a:off x="1065213" y="998537"/>
                <a:ext cx="180975" cy="47625"/>
              </a:xfrm>
              <a:custGeom>
                <a:avLst/>
                <a:gdLst>
                  <a:gd name="T0" fmla="*/ 209948401 w 156"/>
                  <a:gd name="T1" fmla="*/ 7715250 h 42"/>
                  <a:gd name="T2" fmla="*/ 0 w 156"/>
                  <a:gd name="T3" fmla="*/ 0 h 42"/>
                  <a:gd name="T4" fmla="*/ 14803987 w 156"/>
                  <a:gd name="T5" fmla="*/ 54003348 h 42"/>
                  <a:gd name="T6" fmla="*/ 209948401 w 156"/>
                  <a:gd name="T7" fmla="*/ 7715250 h 42"/>
                  <a:gd name="T8" fmla="*/ 0 60000 65536"/>
                  <a:gd name="T9" fmla="*/ 0 60000 65536"/>
                  <a:gd name="T10" fmla="*/ 0 60000 65536"/>
                  <a:gd name="T11" fmla="*/ 0 60000 65536"/>
                  <a:gd name="T12" fmla="*/ 0 w 156"/>
                  <a:gd name="T13" fmla="*/ 0 h 42"/>
                  <a:gd name="T14" fmla="*/ 156 w 156"/>
                  <a:gd name="T15" fmla="*/ 42 h 42"/>
                </a:gdLst>
                <a:ahLst/>
                <a:cxnLst>
                  <a:cxn ang="T8">
                    <a:pos x="T0" y="T1"/>
                  </a:cxn>
                  <a:cxn ang="T9">
                    <a:pos x="T2" y="T3"/>
                  </a:cxn>
                  <a:cxn ang="T10">
                    <a:pos x="T4" y="T5"/>
                  </a:cxn>
                  <a:cxn ang="T11">
                    <a:pos x="T6" y="T7"/>
                  </a:cxn>
                </a:cxnLst>
                <a:rect l="T12" t="T13" r="T14" b="T15"/>
                <a:pathLst>
                  <a:path w="156" h="42">
                    <a:moveTo>
                      <a:pt x="156" y="6"/>
                    </a:moveTo>
                    <a:cubicBezTo>
                      <a:pt x="102" y="5"/>
                      <a:pt x="50" y="3"/>
                      <a:pt x="0" y="0"/>
                    </a:cubicBezTo>
                    <a:cubicBezTo>
                      <a:pt x="11" y="42"/>
                      <a:pt x="11" y="42"/>
                      <a:pt x="11" y="42"/>
                    </a:cubicBezTo>
                    <a:lnTo>
                      <a:pt x="156" y="6"/>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3" name="Freeform 1304"/>
              <p:cNvSpPr>
                <a:spLocks noChangeArrowheads="1"/>
              </p:cNvSpPr>
              <p:nvPr/>
            </p:nvSpPr>
            <p:spPr bwMode="auto">
              <a:xfrm>
                <a:off x="1077913" y="1004887"/>
                <a:ext cx="244475" cy="60325"/>
              </a:xfrm>
              <a:custGeom>
                <a:avLst/>
                <a:gdLst>
                  <a:gd name="T0" fmla="*/ 193314841 w 211"/>
                  <a:gd name="T1" fmla="*/ 69982800 h 52"/>
                  <a:gd name="T2" fmla="*/ 283260785 w 211"/>
                  <a:gd name="T3" fmla="*/ 0 h 52"/>
                  <a:gd name="T4" fmla="*/ 230904900 w 211"/>
                  <a:gd name="T5" fmla="*/ 0 h 52"/>
                  <a:gd name="T6" fmla="*/ 194657715 w 211"/>
                  <a:gd name="T7" fmla="*/ 0 h 52"/>
                  <a:gd name="T8" fmla="*/ 0 w 211"/>
                  <a:gd name="T9" fmla="*/ 48449096 h 52"/>
                  <a:gd name="T10" fmla="*/ 193314841 w 211"/>
                  <a:gd name="T11" fmla="*/ 69982800 h 52"/>
                  <a:gd name="T12" fmla="*/ 0 60000 65536"/>
                  <a:gd name="T13" fmla="*/ 0 60000 65536"/>
                  <a:gd name="T14" fmla="*/ 0 60000 65536"/>
                  <a:gd name="T15" fmla="*/ 0 60000 65536"/>
                  <a:gd name="T16" fmla="*/ 0 60000 65536"/>
                  <a:gd name="T17" fmla="*/ 0 60000 65536"/>
                  <a:gd name="T18" fmla="*/ 0 w 211"/>
                  <a:gd name="T19" fmla="*/ 0 h 52"/>
                  <a:gd name="T20" fmla="*/ 211 w 211"/>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1" h="52">
                    <a:moveTo>
                      <a:pt x="144" y="52"/>
                    </a:moveTo>
                    <a:cubicBezTo>
                      <a:pt x="211" y="0"/>
                      <a:pt x="211" y="0"/>
                      <a:pt x="211" y="0"/>
                    </a:cubicBezTo>
                    <a:cubicBezTo>
                      <a:pt x="198" y="0"/>
                      <a:pt x="185" y="0"/>
                      <a:pt x="172" y="0"/>
                    </a:cubicBezTo>
                    <a:cubicBezTo>
                      <a:pt x="163" y="0"/>
                      <a:pt x="154" y="0"/>
                      <a:pt x="145" y="0"/>
                    </a:cubicBezTo>
                    <a:cubicBezTo>
                      <a:pt x="0" y="36"/>
                      <a:pt x="0" y="36"/>
                      <a:pt x="0" y="36"/>
                    </a:cubicBezTo>
                    <a:lnTo>
                      <a:pt x="144" y="52"/>
                    </a:lnTo>
                    <a:close/>
                  </a:path>
                </a:pathLst>
              </a:cu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4" name="Freeform 1305"/>
              <p:cNvSpPr>
                <a:spLocks noChangeArrowheads="1"/>
              </p:cNvSpPr>
              <p:nvPr/>
            </p:nvSpPr>
            <p:spPr bwMode="auto">
              <a:xfrm>
                <a:off x="633413" y="927099"/>
                <a:ext cx="1588" cy="1587"/>
              </a:xfrm>
              <a:custGeom>
                <a:avLst/>
                <a:gdLst>
                  <a:gd name="T0" fmla="*/ 1260872 w 2"/>
                  <a:gd name="T1" fmla="*/ 2518569 h 1"/>
                  <a:gd name="T2" fmla="*/ 0 w 2"/>
                  <a:gd name="T3" fmla="*/ 0 h 1"/>
                  <a:gd name="T4" fmla="*/ 1260872 w 2"/>
                  <a:gd name="T5" fmla="*/ 2518569 h 1"/>
                  <a:gd name="T6" fmla="*/ 0 60000 65536"/>
                  <a:gd name="T7" fmla="*/ 0 60000 65536"/>
                  <a:gd name="T8" fmla="*/ 0 60000 65536"/>
                  <a:gd name="T9" fmla="*/ 0 w 2"/>
                  <a:gd name="T10" fmla="*/ 0 h 1"/>
                  <a:gd name="T11" fmla="*/ 2 w 2"/>
                  <a:gd name="T12" fmla="*/ 1 h 1"/>
                </a:gdLst>
                <a:ahLst/>
                <a:cxnLst>
                  <a:cxn ang="T6">
                    <a:pos x="T0" y="T1"/>
                  </a:cxn>
                  <a:cxn ang="T7">
                    <a:pos x="T2" y="T3"/>
                  </a:cxn>
                  <a:cxn ang="T8">
                    <a:pos x="T4" y="T5"/>
                  </a:cxn>
                </a:cxnLst>
                <a:rect l="T9" t="T10" r="T11" b="T12"/>
                <a:pathLst>
                  <a:path w="2" h="1">
                    <a:moveTo>
                      <a:pt x="2" y="1"/>
                    </a:moveTo>
                    <a:cubicBezTo>
                      <a:pt x="1" y="1"/>
                      <a:pt x="1" y="0"/>
                      <a:pt x="0" y="0"/>
                    </a:cubicBezTo>
                    <a:cubicBezTo>
                      <a:pt x="2" y="1"/>
                      <a:pt x="2" y="1"/>
                      <a:pt x="2" y="1"/>
                    </a:cubicBez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5" name="Freeform 1306"/>
              <p:cNvSpPr>
                <a:spLocks noChangeArrowheads="1"/>
              </p:cNvSpPr>
              <p:nvPr/>
            </p:nvSpPr>
            <p:spPr bwMode="auto">
              <a:xfrm>
                <a:off x="423863" y="828674"/>
                <a:ext cx="158750" cy="80962"/>
              </a:xfrm>
              <a:custGeom>
                <a:avLst/>
                <a:gdLst>
                  <a:gd name="T0" fmla="*/ 110102974 w 137"/>
                  <a:gd name="T1" fmla="*/ 58513860 h 71"/>
                  <a:gd name="T2" fmla="*/ 41624945 w 137"/>
                  <a:gd name="T3" fmla="*/ 2601047 h 71"/>
                  <a:gd name="T4" fmla="*/ 12084699 w 137"/>
                  <a:gd name="T5" fmla="*/ 0 h 71"/>
                  <a:gd name="T6" fmla="*/ 0 w 137"/>
                  <a:gd name="T7" fmla="*/ 29906907 h 71"/>
                  <a:gd name="T8" fmla="*/ 183953011 w 137"/>
                  <a:gd name="T9" fmla="*/ 92321767 h 71"/>
                  <a:gd name="T10" fmla="*/ 110102974 w 137"/>
                  <a:gd name="T11" fmla="*/ 58513860 h 71"/>
                  <a:gd name="T12" fmla="*/ 0 60000 65536"/>
                  <a:gd name="T13" fmla="*/ 0 60000 65536"/>
                  <a:gd name="T14" fmla="*/ 0 60000 65536"/>
                  <a:gd name="T15" fmla="*/ 0 60000 65536"/>
                  <a:gd name="T16" fmla="*/ 0 60000 65536"/>
                  <a:gd name="T17" fmla="*/ 0 60000 65536"/>
                  <a:gd name="T18" fmla="*/ 0 w 137"/>
                  <a:gd name="T19" fmla="*/ 0 h 71"/>
                  <a:gd name="T20" fmla="*/ 137 w 137"/>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37" h="71">
                    <a:moveTo>
                      <a:pt x="82" y="45"/>
                    </a:moveTo>
                    <a:cubicBezTo>
                      <a:pt x="58" y="32"/>
                      <a:pt x="41" y="17"/>
                      <a:pt x="31" y="2"/>
                    </a:cubicBezTo>
                    <a:cubicBezTo>
                      <a:pt x="9" y="0"/>
                      <a:pt x="9" y="0"/>
                      <a:pt x="9" y="0"/>
                    </a:cubicBezTo>
                    <a:cubicBezTo>
                      <a:pt x="0" y="23"/>
                      <a:pt x="0" y="23"/>
                      <a:pt x="0" y="23"/>
                    </a:cubicBezTo>
                    <a:cubicBezTo>
                      <a:pt x="137" y="71"/>
                      <a:pt x="137" y="71"/>
                      <a:pt x="137" y="71"/>
                    </a:cubicBezTo>
                    <a:cubicBezTo>
                      <a:pt x="116" y="63"/>
                      <a:pt x="98" y="54"/>
                      <a:pt x="82" y="45"/>
                    </a:cubicBez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6" name="Freeform 1307"/>
              <p:cNvSpPr>
                <a:spLocks noChangeArrowheads="1"/>
              </p:cNvSpPr>
              <p:nvPr/>
            </p:nvSpPr>
            <p:spPr bwMode="auto">
              <a:xfrm>
                <a:off x="361950" y="855662"/>
                <a:ext cx="273050" cy="247650"/>
              </a:xfrm>
              <a:custGeom>
                <a:avLst/>
                <a:gdLst>
                  <a:gd name="T0" fmla="*/ 313239258 w 236"/>
                  <a:gd name="T1" fmla="*/ 83587058 h 215"/>
                  <a:gd name="T2" fmla="*/ 254339133 w 236"/>
                  <a:gd name="T3" fmla="*/ 63685213 h 215"/>
                  <a:gd name="T4" fmla="*/ 70947877 w 236"/>
                  <a:gd name="T5" fmla="*/ 0 h 215"/>
                  <a:gd name="T6" fmla="*/ 6693196 w 236"/>
                  <a:gd name="T7" fmla="*/ 164521382 h 215"/>
                  <a:gd name="T8" fmla="*/ 5354557 w 236"/>
                  <a:gd name="T9" fmla="*/ 169828003 h 215"/>
                  <a:gd name="T10" fmla="*/ 4015918 w 236"/>
                  <a:gd name="T11" fmla="*/ 172481890 h 215"/>
                  <a:gd name="T12" fmla="*/ 4015918 w 236"/>
                  <a:gd name="T13" fmla="*/ 172481890 h 215"/>
                  <a:gd name="T14" fmla="*/ 0 w 236"/>
                  <a:gd name="T15" fmla="*/ 199017299 h 215"/>
                  <a:gd name="T16" fmla="*/ 42836454 w 236"/>
                  <a:gd name="T17" fmla="*/ 285258244 h 215"/>
                  <a:gd name="T18" fmla="*/ 315916536 w 236"/>
                  <a:gd name="T19" fmla="*/ 84914002 h 215"/>
                  <a:gd name="T20" fmla="*/ 313239258 w 236"/>
                  <a:gd name="T21" fmla="*/ 83587058 h 2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6"/>
                  <a:gd name="T34" fmla="*/ 0 h 215"/>
                  <a:gd name="T35" fmla="*/ 236 w 236"/>
                  <a:gd name="T36" fmla="*/ 215 h 2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6" h="215">
                    <a:moveTo>
                      <a:pt x="234" y="63"/>
                    </a:moveTo>
                    <a:cubicBezTo>
                      <a:pt x="218" y="58"/>
                      <a:pt x="204" y="53"/>
                      <a:pt x="190" y="48"/>
                    </a:cubicBezTo>
                    <a:cubicBezTo>
                      <a:pt x="53" y="0"/>
                      <a:pt x="53" y="0"/>
                      <a:pt x="53" y="0"/>
                    </a:cubicBezTo>
                    <a:cubicBezTo>
                      <a:pt x="5" y="124"/>
                      <a:pt x="5" y="124"/>
                      <a:pt x="5" y="124"/>
                    </a:cubicBezTo>
                    <a:cubicBezTo>
                      <a:pt x="4" y="128"/>
                      <a:pt x="4" y="128"/>
                      <a:pt x="4" y="128"/>
                    </a:cubicBezTo>
                    <a:cubicBezTo>
                      <a:pt x="3" y="130"/>
                      <a:pt x="3" y="130"/>
                      <a:pt x="3" y="130"/>
                    </a:cubicBezTo>
                    <a:cubicBezTo>
                      <a:pt x="3" y="130"/>
                      <a:pt x="3" y="130"/>
                      <a:pt x="3" y="130"/>
                    </a:cubicBezTo>
                    <a:cubicBezTo>
                      <a:pt x="1" y="137"/>
                      <a:pt x="0" y="144"/>
                      <a:pt x="0" y="150"/>
                    </a:cubicBezTo>
                    <a:cubicBezTo>
                      <a:pt x="0" y="173"/>
                      <a:pt x="11" y="194"/>
                      <a:pt x="32" y="215"/>
                    </a:cubicBezTo>
                    <a:cubicBezTo>
                      <a:pt x="236" y="64"/>
                      <a:pt x="236" y="64"/>
                      <a:pt x="236" y="64"/>
                    </a:cubicBezTo>
                    <a:lnTo>
                      <a:pt x="234" y="63"/>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7" name="Freeform 1308"/>
              <p:cNvSpPr>
                <a:spLocks noChangeArrowheads="1"/>
              </p:cNvSpPr>
              <p:nvPr/>
            </p:nvSpPr>
            <p:spPr bwMode="auto">
              <a:xfrm>
                <a:off x="1355725" y="1216024"/>
                <a:ext cx="441325" cy="58737"/>
              </a:xfrm>
              <a:custGeom>
                <a:avLst/>
                <a:gdLst>
                  <a:gd name="T0" fmla="*/ 289633973 w 382"/>
                  <a:gd name="T1" fmla="*/ 67647748 h 51"/>
                  <a:gd name="T2" fmla="*/ 509863235 w 382"/>
                  <a:gd name="T3" fmla="*/ 34486681 h 51"/>
                  <a:gd name="T4" fmla="*/ 0 w 382"/>
                  <a:gd name="T5" fmla="*/ 0 h 51"/>
                  <a:gd name="T6" fmla="*/ 289633973 w 382"/>
                  <a:gd name="T7" fmla="*/ 67647748 h 51"/>
                  <a:gd name="T8" fmla="*/ 0 60000 65536"/>
                  <a:gd name="T9" fmla="*/ 0 60000 65536"/>
                  <a:gd name="T10" fmla="*/ 0 60000 65536"/>
                  <a:gd name="T11" fmla="*/ 0 60000 65536"/>
                  <a:gd name="T12" fmla="*/ 0 w 382"/>
                  <a:gd name="T13" fmla="*/ 0 h 51"/>
                  <a:gd name="T14" fmla="*/ 382 w 382"/>
                  <a:gd name="T15" fmla="*/ 51 h 51"/>
                </a:gdLst>
                <a:ahLst/>
                <a:cxnLst>
                  <a:cxn ang="T8">
                    <a:pos x="T0" y="T1"/>
                  </a:cxn>
                  <a:cxn ang="T9">
                    <a:pos x="T2" y="T3"/>
                  </a:cxn>
                  <a:cxn ang="T10">
                    <a:pos x="T4" y="T5"/>
                  </a:cxn>
                  <a:cxn ang="T11">
                    <a:pos x="T6" y="T7"/>
                  </a:cxn>
                </a:cxnLst>
                <a:rect l="T12" t="T13" r="T14" b="T15"/>
                <a:pathLst>
                  <a:path w="382" h="51">
                    <a:moveTo>
                      <a:pt x="217" y="51"/>
                    </a:moveTo>
                    <a:cubicBezTo>
                      <a:pt x="276" y="45"/>
                      <a:pt x="331" y="36"/>
                      <a:pt x="382" y="26"/>
                    </a:cubicBezTo>
                    <a:cubicBezTo>
                      <a:pt x="0" y="0"/>
                      <a:pt x="0" y="0"/>
                      <a:pt x="0" y="0"/>
                    </a:cubicBezTo>
                    <a:lnTo>
                      <a:pt x="217" y="51"/>
                    </a:ln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8" name="Freeform 1309"/>
              <p:cNvSpPr>
                <a:spLocks noChangeArrowheads="1"/>
              </p:cNvSpPr>
              <p:nvPr/>
            </p:nvSpPr>
            <p:spPr bwMode="auto">
              <a:xfrm>
                <a:off x="1077913" y="1046162"/>
                <a:ext cx="166688" cy="38100"/>
              </a:xfrm>
              <a:custGeom>
                <a:avLst/>
                <a:gdLst>
                  <a:gd name="T0" fmla="*/ 264617994 w 105"/>
                  <a:gd name="T1" fmla="*/ 30241875 h 24"/>
                  <a:gd name="T2" fmla="*/ 0 w 105"/>
                  <a:gd name="T3" fmla="*/ 0 h 24"/>
                  <a:gd name="T4" fmla="*/ 206653432 w 105"/>
                  <a:gd name="T5" fmla="*/ 60483750 h 24"/>
                  <a:gd name="T6" fmla="*/ 264617994 w 105"/>
                  <a:gd name="T7" fmla="*/ 30241875 h 24"/>
                  <a:gd name="T8" fmla="*/ 0 60000 65536"/>
                  <a:gd name="T9" fmla="*/ 0 60000 65536"/>
                  <a:gd name="T10" fmla="*/ 0 60000 65536"/>
                  <a:gd name="T11" fmla="*/ 0 60000 65536"/>
                  <a:gd name="T12" fmla="*/ 0 w 105"/>
                  <a:gd name="T13" fmla="*/ 0 h 24"/>
                  <a:gd name="T14" fmla="*/ 105 w 105"/>
                  <a:gd name="T15" fmla="*/ 24 h 24"/>
                </a:gdLst>
                <a:ahLst/>
                <a:cxnLst>
                  <a:cxn ang="T8">
                    <a:pos x="T0" y="T1"/>
                  </a:cxn>
                  <a:cxn ang="T9">
                    <a:pos x="T2" y="T3"/>
                  </a:cxn>
                  <a:cxn ang="T10">
                    <a:pos x="T4" y="T5"/>
                  </a:cxn>
                  <a:cxn ang="T11">
                    <a:pos x="T6" y="T7"/>
                  </a:cxn>
                </a:cxnLst>
                <a:rect l="T12" t="T13" r="T14" b="T15"/>
                <a:pathLst>
                  <a:path w="105" h="24">
                    <a:moveTo>
                      <a:pt x="105" y="12"/>
                    </a:moveTo>
                    <a:lnTo>
                      <a:pt x="0" y="0"/>
                    </a:lnTo>
                    <a:lnTo>
                      <a:pt x="82" y="24"/>
                    </a:lnTo>
                    <a:lnTo>
                      <a:pt x="105" y="12"/>
                    </a:lnTo>
                    <a:close/>
                  </a:path>
                </a:pathLst>
              </a:custGeom>
              <a:solidFill>
                <a:srgbClr val="C102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9" name="Freeform 1310"/>
              <p:cNvSpPr>
                <a:spLocks noChangeArrowheads="1"/>
              </p:cNvSpPr>
              <p:nvPr/>
            </p:nvSpPr>
            <p:spPr bwMode="auto">
              <a:xfrm>
                <a:off x="1171575" y="1084262"/>
                <a:ext cx="184150" cy="161925"/>
              </a:xfrm>
              <a:custGeom>
                <a:avLst/>
                <a:gdLst>
                  <a:gd name="T0" fmla="*/ 0 w 116"/>
                  <a:gd name="T1" fmla="*/ 257055938 h 102"/>
                  <a:gd name="T2" fmla="*/ 292338125 w 116"/>
                  <a:gd name="T3" fmla="*/ 209173763 h 102"/>
                  <a:gd name="T4" fmla="*/ 57964388 w 116"/>
                  <a:gd name="T5" fmla="*/ 0 h 102"/>
                  <a:gd name="T6" fmla="*/ 0 w 116"/>
                  <a:gd name="T7" fmla="*/ 257055938 h 102"/>
                  <a:gd name="T8" fmla="*/ 0 60000 65536"/>
                  <a:gd name="T9" fmla="*/ 0 60000 65536"/>
                  <a:gd name="T10" fmla="*/ 0 60000 65536"/>
                  <a:gd name="T11" fmla="*/ 0 60000 65536"/>
                  <a:gd name="T12" fmla="*/ 0 w 116"/>
                  <a:gd name="T13" fmla="*/ 0 h 102"/>
                  <a:gd name="T14" fmla="*/ 116 w 116"/>
                  <a:gd name="T15" fmla="*/ 102 h 102"/>
                </a:gdLst>
                <a:ahLst/>
                <a:cxnLst>
                  <a:cxn ang="T8">
                    <a:pos x="T0" y="T1"/>
                  </a:cxn>
                  <a:cxn ang="T9">
                    <a:pos x="T2" y="T3"/>
                  </a:cxn>
                  <a:cxn ang="T10">
                    <a:pos x="T4" y="T5"/>
                  </a:cxn>
                  <a:cxn ang="T11">
                    <a:pos x="T6" y="T7"/>
                  </a:cxn>
                </a:cxnLst>
                <a:rect l="T12" t="T13" r="T14" b="T15"/>
                <a:pathLst>
                  <a:path w="116" h="102">
                    <a:moveTo>
                      <a:pt x="0" y="102"/>
                    </a:moveTo>
                    <a:lnTo>
                      <a:pt x="116" y="83"/>
                    </a:lnTo>
                    <a:lnTo>
                      <a:pt x="23" y="0"/>
                    </a:lnTo>
                    <a:lnTo>
                      <a:pt x="0" y="102"/>
                    </a:lnTo>
                    <a:close/>
                  </a:path>
                </a:pathLst>
              </a:custGeom>
              <a:solidFill>
                <a:srgbClr val="C102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0" name="Freeform 1311"/>
              <p:cNvSpPr>
                <a:spLocks noChangeArrowheads="1"/>
              </p:cNvSpPr>
              <p:nvPr/>
            </p:nvSpPr>
            <p:spPr bwMode="auto">
              <a:xfrm>
                <a:off x="1208088" y="1065212"/>
                <a:ext cx="147638" cy="150812"/>
              </a:xfrm>
              <a:custGeom>
                <a:avLst/>
                <a:gdLst>
                  <a:gd name="T0" fmla="*/ 0 w 93"/>
                  <a:gd name="T1" fmla="*/ 30241775 h 95"/>
                  <a:gd name="T2" fmla="*/ 234376119 w 93"/>
                  <a:gd name="T3" fmla="*/ 239413256 h 95"/>
                  <a:gd name="T4" fmla="*/ 57964584 w 93"/>
                  <a:gd name="T5" fmla="*/ 0 h 95"/>
                  <a:gd name="T6" fmla="*/ 0 w 93"/>
                  <a:gd name="T7" fmla="*/ 30241775 h 95"/>
                  <a:gd name="T8" fmla="*/ 0 60000 65536"/>
                  <a:gd name="T9" fmla="*/ 0 60000 65536"/>
                  <a:gd name="T10" fmla="*/ 0 60000 65536"/>
                  <a:gd name="T11" fmla="*/ 0 60000 65536"/>
                  <a:gd name="T12" fmla="*/ 0 w 93"/>
                  <a:gd name="T13" fmla="*/ 0 h 95"/>
                  <a:gd name="T14" fmla="*/ 93 w 93"/>
                  <a:gd name="T15" fmla="*/ 95 h 95"/>
                </a:gdLst>
                <a:ahLst/>
                <a:cxnLst>
                  <a:cxn ang="T8">
                    <a:pos x="T0" y="T1"/>
                  </a:cxn>
                  <a:cxn ang="T9">
                    <a:pos x="T2" y="T3"/>
                  </a:cxn>
                  <a:cxn ang="T10">
                    <a:pos x="T4" y="T5"/>
                  </a:cxn>
                  <a:cxn ang="T11">
                    <a:pos x="T6" y="T7"/>
                  </a:cxn>
                </a:cxnLst>
                <a:rect l="T12" t="T13" r="T14" b="T15"/>
                <a:pathLst>
                  <a:path w="93" h="95">
                    <a:moveTo>
                      <a:pt x="0" y="12"/>
                    </a:moveTo>
                    <a:lnTo>
                      <a:pt x="93" y="95"/>
                    </a:lnTo>
                    <a:lnTo>
                      <a:pt x="23" y="0"/>
                    </a:lnTo>
                    <a:lnTo>
                      <a:pt x="0" y="12"/>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1" name="Rectangle 1312"/>
              <p:cNvSpPr>
                <a:spLocks noChangeArrowheads="1"/>
              </p:cNvSpPr>
              <p:nvPr/>
            </p:nvSpPr>
            <p:spPr bwMode="auto">
              <a:xfrm>
                <a:off x="635000" y="928687"/>
                <a:ext cx="1588" cy="1587"/>
              </a:xfrm>
              <a:prstGeom prst="rect">
                <a:avLst/>
              </a:pr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a:solidFill>
                    <a:srgbClr val="000000"/>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42" name="Freeform 1313"/>
              <p:cNvSpPr>
                <a:spLocks noChangeArrowheads="1"/>
              </p:cNvSpPr>
              <p:nvPr/>
            </p:nvSpPr>
            <p:spPr bwMode="auto">
              <a:xfrm>
                <a:off x="661988" y="1065212"/>
                <a:ext cx="509588" cy="182562"/>
              </a:xfrm>
              <a:custGeom>
                <a:avLst/>
                <a:gdLst>
                  <a:gd name="T0" fmla="*/ 204292789 w 441"/>
                  <a:gd name="T1" fmla="*/ 0 h 158"/>
                  <a:gd name="T2" fmla="*/ 0 w 441"/>
                  <a:gd name="T3" fmla="*/ 184240877 h 158"/>
                  <a:gd name="T4" fmla="*/ 114830629 w 441"/>
                  <a:gd name="T5" fmla="*/ 210942303 h 158"/>
                  <a:gd name="T6" fmla="*/ 588843378 w 441"/>
                  <a:gd name="T7" fmla="*/ 209607751 h 158"/>
                  <a:gd name="T8" fmla="*/ 204292789 w 441"/>
                  <a:gd name="T9" fmla="*/ 0 h 158"/>
                  <a:gd name="T10" fmla="*/ 0 60000 65536"/>
                  <a:gd name="T11" fmla="*/ 0 60000 65536"/>
                  <a:gd name="T12" fmla="*/ 0 60000 65536"/>
                  <a:gd name="T13" fmla="*/ 0 60000 65536"/>
                  <a:gd name="T14" fmla="*/ 0 60000 65536"/>
                  <a:gd name="T15" fmla="*/ 0 w 441"/>
                  <a:gd name="T16" fmla="*/ 0 h 158"/>
                  <a:gd name="T17" fmla="*/ 441 w 441"/>
                  <a:gd name="T18" fmla="*/ 158 h 158"/>
                </a:gdLst>
                <a:ahLst/>
                <a:cxnLst>
                  <a:cxn ang="T10">
                    <a:pos x="T0" y="T1"/>
                  </a:cxn>
                  <a:cxn ang="T11">
                    <a:pos x="T2" y="T3"/>
                  </a:cxn>
                  <a:cxn ang="T12">
                    <a:pos x="T4" y="T5"/>
                  </a:cxn>
                  <a:cxn ang="T13">
                    <a:pos x="T6" y="T7"/>
                  </a:cxn>
                  <a:cxn ang="T14">
                    <a:pos x="T8" y="T9"/>
                  </a:cxn>
                </a:cxnLst>
                <a:rect l="T15" t="T16" r="T17" b="T18"/>
                <a:pathLst>
                  <a:path w="441" h="158">
                    <a:moveTo>
                      <a:pt x="153" y="0"/>
                    </a:moveTo>
                    <a:cubicBezTo>
                      <a:pt x="0" y="138"/>
                      <a:pt x="0" y="138"/>
                      <a:pt x="0" y="138"/>
                    </a:cubicBezTo>
                    <a:cubicBezTo>
                      <a:pt x="27" y="145"/>
                      <a:pt x="56" y="152"/>
                      <a:pt x="86" y="158"/>
                    </a:cubicBezTo>
                    <a:cubicBezTo>
                      <a:pt x="441" y="157"/>
                      <a:pt x="441" y="157"/>
                      <a:pt x="441" y="157"/>
                    </a:cubicBezTo>
                    <a:lnTo>
                      <a:pt x="153" y="0"/>
                    </a:ln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3" name="Freeform 1314"/>
              <p:cNvSpPr>
                <a:spLocks noChangeArrowheads="1"/>
              </p:cNvSpPr>
              <p:nvPr/>
            </p:nvSpPr>
            <p:spPr bwMode="auto">
              <a:xfrm>
                <a:off x="635000" y="928687"/>
                <a:ext cx="307975" cy="136525"/>
              </a:xfrm>
              <a:custGeom>
                <a:avLst/>
                <a:gdLst>
                  <a:gd name="T0" fmla="*/ 234164812 w 267"/>
                  <a:gd name="T1" fmla="*/ 157958268 h 118"/>
                  <a:gd name="T2" fmla="*/ 355238205 w 267"/>
                  <a:gd name="T3" fmla="*/ 68270599 h 118"/>
                  <a:gd name="T4" fmla="*/ 1329944 w 267"/>
                  <a:gd name="T5" fmla="*/ 0 h 118"/>
                  <a:gd name="T6" fmla="*/ 0 w 267"/>
                  <a:gd name="T7" fmla="*/ 0 h 118"/>
                  <a:gd name="T8" fmla="*/ 234164812 w 267"/>
                  <a:gd name="T9" fmla="*/ 157958268 h 118"/>
                  <a:gd name="T10" fmla="*/ 0 60000 65536"/>
                  <a:gd name="T11" fmla="*/ 0 60000 65536"/>
                  <a:gd name="T12" fmla="*/ 0 60000 65536"/>
                  <a:gd name="T13" fmla="*/ 0 60000 65536"/>
                  <a:gd name="T14" fmla="*/ 0 60000 65536"/>
                  <a:gd name="T15" fmla="*/ 0 w 267"/>
                  <a:gd name="T16" fmla="*/ 0 h 118"/>
                  <a:gd name="T17" fmla="*/ 267 w 267"/>
                  <a:gd name="T18" fmla="*/ 118 h 118"/>
                </a:gdLst>
                <a:ahLst/>
                <a:cxnLst>
                  <a:cxn ang="T10">
                    <a:pos x="T0" y="T1"/>
                  </a:cxn>
                  <a:cxn ang="T11">
                    <a:pos x="T2" y="T3"/>
                  </a:cxn>
                  <a:cxn ang="T12">
                    <a:pos x="T4" y="T5"/>
                  </a:cxn>
                  <a:cxn ang="T13">
                    <a:pos x="T6" y="T7"/>
                  </a:cxn>
                  <a:cxn ang="T14">
                    <a:pos x="T8" y="T9"/>
                  </a:cxn>
                </a:cxnLst>
                <a:rect l="T15" t="T16" r="T17" b="T18"/>
                <a:pathLst>
                  <a:path w="267" h="118">
                    <a:moveTo>
                      <a:pt x="176" y="118"/>
                    </a:moveTo>
                    <a:cubicBezTo>
                      <a:pt x="267" y="51"/>
                      <a:pt x="267" y="51"/>
                      <a:pt x="267" y="51"/>
                    </a:cubicBezTo>
                    <a:cubicBezTo>
                      <a:pt x="163" y="39"/>
                      <a:pt x="72" y="22"/>
                      <a:pt x="1" y="0"/>
                    </a:cubicBezTo>
                    <a:cubicBezTo>
                      <a:pt x="0" y="0"/>
                      <a:pt x="0" y="0"/>
                      <a:pt x="0" y="0"/>
                    </a:cubicBezTo>
                    <a:lnTo>
                      <a:pt x="176" y="118"/>
                    </a:ln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4" name="Freeform 1315"/>
              <p:cNvSpPr>
                <a:spLocks noChangeArrowheads="1"/>
              </p:cNvSpPr>
              <p:nvPr/>
            </p:nvSpPr>
            <p:spPr bwMode="auto">
              <a:xfrm>
                <a:off x="838200" y="987424"/>
                <a:ext cx="239713" cy="77787"/>
              </a:xfrm>
              <a:custGeom>
                <a:avLst/>
                <a:gdLst>
                  <a:gd name="T0" fmla="*/ 276261165 w 208"/>
                  <a:gd name="T1" fmla="*/ 68743971 h 67"/>
                  <a:gd name="T2" fmla="*/ 261651349 w 208"/>
                  <a:gd name="T3" fmla="*/ 12131289 h 67"/>
                  <a:gd name="T4" fmla="*/ 120863756 w 208"/>
                  <a:gd name="T5" fmla="*/ 0 h 67"/>
                  <a:gd name="T6" fmla="*/ 0 w 208"/>
                  <a:gd name="T7" fmla="*/ 90310707 h 67"/>
                  <a:gd name="T8" fmla="*/ 276261165 w 208"/>
                  <a:gd name="T9" fmla="*/ 68743971 h 67"/>
                  <a:gd name="T10" fmla="*/ 0 60000 65536"/>
                  <a:gd name="T11" fmla="*/ 0 60000 65536"/>
                  <a:gd name="T12" fmla="*/ 0 60000 65536"/>
                  <a:gd name="T13" fmla="*/ 0 60000 65536"/>
                  <a:gd name="T14" fmla="*/ 0 60000 65536"/>
                  <a:gd name="T15" fmla="*/ 0 w 208"/>
                  <a:gd name="T16" fmla="*/ 0 h 67"/>
                  <a:gd name="T17" fmla="*/ 208 w 208"/>
                  <a:gd name="T18" fmla="*/ 67 h 67"/>
                </a:gdLst>
                <a:ahLst/>
                <a:cxnLst>
                  <a:cxn ang="T10">
                    <a:pos x="T0" y="T1"/>
                  </a:cxn>
                  <a:cxn ang="T11">
                    <a:pos x="T2" y="T3"/>
                  </a:cxn>
                  <a:cxn ang="T12">
                    <a:pos x="T4" y="T5"/>
                  </a:cxn>
                  <a:cxn ang="T13">
                    <a:pos x="T6" y="T7"/>
                  </a:cxn>
                  <a:cxn ang="T14">
                    <a:pos x="T8" y="T9"/>
                  </a:cxn>
                </a:cxnLst>
                <a:rect l="T15" t="T16" r="T17" b="T18"/>
                <a:pathLst>
                  <a:path w="208" h="67">
                    <a:moveTo>
                      <a:pt x="208" y="51"/>
                    </a:moveTo>
                    <a:cubicBezTo>
                      <a:pt x="197" y="9"/>
                      <a:pt x="197" y="9"/>
                      <a:pt x="197" y="9"/>
                    </a:cubicBezTo>
                    <a:cubicBezTo>
                      <a:pt x="160" y="7"/>
                      <a:pt x="125" y="4"/>
                      <a:pt x="91" y="0"/>
                    </a:cubicBezTo>
                    <a:cubicBezTo>
                      <a:pt x="0" y="67"/>
                      <a:pt x="0" y="67"/>
                      <a:pt x="0" y="67"/>
                    </a:cubicBezTo>
                    <a:lnTo>
                      <a:pt x="208" y="51"/>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5" name="Freeform 1316"/>
              <p:cNvSpPr>
                <a:spLocks noChangeArrowheads="1"/>
              </p:cNvSpPr>
              <p:nvPr/>
            </p:nvSpPr>
            <p:spPr bwMode="auto">
              <a:xfrm>
                <a:off x="838200" y="1046162"/>
                <a:ext cx="369888" cy="38100"/>
              </a:xfrm>
              <a:custGeom>
                <a:avLst/>
                <a:gdLst>
                  <a:gd name="T0" fmla="*/ 380544902 w 233"/>
                  <a:gd name="T1" fmla="*/ 0 h 24"/>
                  <a:gd name="T2" fmla="*/ 0 w 233"/>
                  <a:gd name="T3" fmla="*/ 30241875 h 24"/>
                  <a:gd name="T4" fmla="*/ 587197994 w 233"/>
                  <a:gd name="T5" fmla="*/ 60483750 h 24"/>
                  <a:gd name="T6" fmla="*/ 380544902 w 233"/>
                  <a:gd name="T7" fmla="*/ 0 h 24"/>
                  <a:gd name="T8" fmla="*/ 0 60000 65536"/>
                  <a:gd name="T9" fmla="*/ 0 60000 65536"/>
                  <a:gd name="T10" fmla="*/ 0 60000 65536"/>
                  <a:gd name="T11" fmla="*/ 0 60000 65536"/>
                  <a:gd name="T12" fmla="*/ 0 w 233"/>
                  <a:gd name="T13" fmla="*/ 0 h 24"/>
                  <a:gd name="T14" fmla="*/ 233 w 233"/>
                  <a:gd name="T15" fmla="*/ 24 h 24"/>
                </a:gdLst>
                <a:ahLst/>
                <a:cxnLst>
                  <a:cxn ang="T8">
                    <a:pos x="T0" y="T1"/>
                  </a:cxn>
                  <a:cxn ang="T9">
                    <a:pos x="T2" y="T3"/>
                  </a:cxn>
                  <a:cxn ang="T10">
                    <a:pos x="T4" y="T5"/>
                  </a:cxn>
                  <a:cxn ang="T11">
                    <a:pos x="T6" y="T7"/>
                  </a:cxn>
                </a:cxnLst>
                <a:rect l="T12" t="T13" r="T14" b="T15"/>
                <a:pathLst>
                  <a:path w="233" h="24">
                    <a:moveTo>
                      <a:pt x="151" y="0"/>
                    </a:moveTo>
                    <a:lnTo>
                      <a:pt x="0" y="12"/>
                    </a:lnTo>
                    <a:lnTo>
                      <a:pt x="233" y="24"/>
                    </a:lnTo>
                    <a:lnTo>
                      <a:pt x="151" y="0"/>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6" name="Freeform 1317"/>
              <p:cNvSpPr>
                <a:spLocks noChangeArrowheads="1"/>
              </p:cNvSpPr>
              <p:nvPr/>
            </p:nvSpPr>
            <p:spPr bwMode="auto">
              <a:xfrm>
                <a:off x="838200" y="1065212"/>
                <a:ext cx="369888" cy="180975"/>
              </a:xfrm>
              <a:custGeom>
                <a:avLst/>
                <a:gdLst>
                  <a:gd name="T0" fmla="*/ 0 w 233"/>
                  <a:gd name="T1" fmla="*/ 0 h 114"/>
                  <a:gd name="T2" fmla="*/ 529233528 w 233"/>
                  <a:gd name="T3" fmla="*/ 287297813 h 114"/>
                  <a:gd name="T4" fmla="*/ 587197994 w 233"/>
                  <a:gd name="T5" fmla="*/ 30241875 h 114"/>
                  <a:gd name="T6" fmla="*/ 0 w 233"/>
                  <a:gd name="T7" fmla="*/ 0 h 114"/>
                  <a:gd name="T8" fmla="*/ 0 60000 65536"/>
                  <a:gd name="T9" fmla="*/ 0 60000 65536"/>
                  <a:gd name="T10" fmla="*/ 0 60000 65536"/>
                  <a:gd name="T11" fmla="*/ 0 60000 65536"/>
                  <a:gd name="T12" fmla="*/ 0 w 233"/>
                  <a:gd name="T13" fmla="*/ 0 h 114"/>
                  <a:gd name="T14" fmla="*/ 233 w 233"/>
                  <a:gd name="T15" fmla="*/ 114 h 114"/>
                </a:gdLst>
                <a:ahLst/>
                <a:cxnLst>
                  <a:cxn ang="T8">
                    <a:pos x="T0" y="T1"/>
                  </a:cxn>
                  <a:cxn ang="T9">
                    <a:pos x="T2" y="T3"/>
                  </a:cxn>
                  <a:cxn ang="T10">
                    <a:pos x="T4" y="T5"/>
                  </a:cxn>
                  <a:cxn ang="T11">
                    <a:pos x="T6" y="T7"/>
                  </a:cxn>
                </a:cxnLst>
                <a:rect l="T12" t="T13" r="T14" b="T15"/>
                <a:pathLst>
                  <a:path w="233" h="114">
                    <a:moveTo>
                      <a:pt x="0" y="0"/>
                    </a:moveTo>
                    <a:lnTo>
                      <a:pt x="210" y="114"/>
                    </a:lnTo>
                    <a:lnTo>
                      <a:pt x="233" y="12"/>
                    </a:lnTo>
                    <a:lnTo>
                      <a:pt x="0" y="0"/>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7" name="Freeform 1318"/>
              <p:cNvSpPr>
                <a:spLocks noChangeArrowheads="1"/>
              </p:cNvSpPr>
              <p:nvPr/>
            </p:nvSpPr>
            <p:spPr bwMode="auto">
              <a:xfrm>
                <a:off x="642938" y="1065212"/>
                <a:ext cx="195263" cy="158750"/>
              </a:xfrm>
              <a:custGeom>
                <a:avLst/>
                <a:gdLst>
                  <a:gd name="T0" fmla="*/ 33373797 w 169"/>
                  <a:gd name="T1" fmla="*/ 59549656 h 138"/>
                  <a:gd name="T2" fmla="*/ 0 w 169"/>
                  <a:gd name="T3" fmla="*/ 177327201 h 138"/>
                  <a:gd name="T4" fmla="*/ 21358768 w 169"/>
                  <a:gd name="T5" fmla="*/ 182620018 h 138"/>
                  <a:gd name="T6" fmla="*/ 225607332 w 169"/>
                  <a:gd name="T7" fmla="*/ 0 h 138"/>
                  <a:gd name="T8" fmla="*/ 33373797 w 169"/>
                  <a:gd name="T9" fmla="*/ 59549656 h 138"/>
                  <a:gd name="T10" fmla="*/ 0 60000 65536"/>
                  <a:gd name="T11" fmla="*/ 0 60000 65536"/>
                  <a:gd name="T12" fmla="*/ 0 60000 65536"/>
                  <a:gd name="T13" fmla="*/ 0 60000 65536"/>
                  <a:gd name="T14" fmla="*/ 0 60000 65536"/>
                  <a:gd name="T15" fmla="*/ 0 w 169"/>
                  <a:gd name="T16" fmla="*/ 0 h 138"/>
                  <a:gd name="T17" fmla="*/ 169 w 169"/>
                  <a:gd name="T18" fmla="*/ 138 h 138"/>
                </a:gdLst>
                <a:ahLst/>
                <a:cxnLst>
                  <a:cxn ang="T10">
                    <a:pos x="T0" y="T1"/>
                  </a:cxn>
                  <a:cxn ang="T11">
                    <a:pos x="T2" y="T3"/>
                  </a:cxn>
                  <a:cxn ang="T12">
                    <a:pos x="T4" y="T5"/>
                  </a:cxn>
                  <a:cxn ang="T13">
                    <a:pos x="T6" y="T7"/>
                  </a:cxn>
                  <a:cxn ang="T14">
                    <a:pos x="T8" y="T9"/>
                  </a:cxn>
                </a:cxnLst>
                <a:rect l="T15" t="T16" r="T17" b="T18"/>
                <a:pathLst>
                  <a:path w="169" h="138">
                    <a:moveTo>
                      <a:pt x="25" y="45"/>
                    </a:moveTo>
                    <a:cubicBezTo>
                      <a:pt x="0" y="134"/>
                      <a:pt x="0" y="134"/>
                      <a:pt x="0" y="134"/>
                    </a:cubicBezTo>
                    <a:cubicBezTo>
                      <a:pt x="5" y="135"/>
                      <a:pt x="11" y="136"/>
                      <a:pt x="16" y="138"/>
                    </a:cubicBezTo>
                    <a:cubicBezTo>
                      <a:pt x="169" y="0"/>
                      <a:pt x="169" y="0"/>
                      <a:pt x="169" y="0"/>
                    </a:cubicBezTo>
                    <a:lnTo>
                      <a:pt x="25" y="45"/>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8" name="Freeform 1319"/>
              <p:cNvSpPr>
                <a:spLocks noChangeArrowheads="1"/>
              </p:cNvSpPr>
              <p:nvPr/>
            </p:nvSpPr>
            <p:spPr bwMode="auto">
              <a:xfrm>
                <a:off x="635000" y="928687"/>
                <a:ext cx="203200" cy="188912"/>
              </a:xfrm>
              <a:custGeom>
                <a:avLst/>
                <a:gdLst>
                  <a:gd name="T0" fmla="*/ 57964388 w 128"/>
                  <a:gd name="T1" fmla="*/ 299897006 h 119"/>
                  <a:gd name="T2" fmla="*/ 322580000 w 128"/>
                  <a:gd name="T3" fmla="*/ 216732864 h 119"/>
                  <a:gd name="T4" fmla="*/ 0 w 128"/>
                  <a:gd name="T5" fmla="*/ 0 h 119"/>
                  <a:gd name="T6" fmla="*/ 57964388 w 128"/>
                  <a:gd name="T7" fmla="*/ 299897006 h 119"/>
                  <a:gd name="T8" fmla="*/ 0 60000 65536"/>
                  <a:gd name="T9" fmla="*/ 0 60000 65536"/>
                  <a:gd name="T10" fmla="*/ 0 60000 65536"/>
                  <a:gd name="T11" fmla="*/ 0 60000 65536"/>
                  <a:gd name="T12" fmla="*/ 0 w 128"/>
                  <a:gd name="T13" fmla="*/ 0 h 119"/>
                  <a:gd name="T14" fmla="*/ 128 w 128"/>
                  <a:gd name="T15" fmla="*/ 119 h 119"/>
                </a:gdLst>
                <a:ahLst/>
                <a:cxnLst>
                  <a:cxn ang="T8">
                    <a:pos x="T0" y="T1"/>
                  </a:cxn>
                  <a:cxn ang="T9">
                    <a:pos x="T2" y="T3"/>
                  </a:cxn>
                  <a:cxn ang="T10">
                    <a:pos x="T4" y="T5"/>
                  </a:cxn>
                  <a:cxn ang="T11">
                    <a:pos x="T6" y="T7"/>
                  </a:cxn>
                </a:cxnLst>
                <a:rect l="T12" t="T13" r="T14" b="T15"/>
                <a:pathLst>
                  <a:path w="128" h="119">
                    <a:moveTo>
                      <a:pt x="23" y="119"/>
                    </a:moveTo>
                    <a:lnTo>
                      <a:pt x="128" y="86"/>
                    </a:lnTo>
                    <a:lnTo>
                      <a:pt x="0" y="0"/>
                    </a:lnTo>
                    <a:lnTo>
                      <a:pt x="23" y="119"/>
                    </a:ln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9" name="Freeform 1320"/>
              <p:cNvSpPr>
                <a:spLocks noChangeArrowheads="1"/>
              </p:cNvSpPr>
              <p:nvPr/>
            </p:nvSpPr>
            <p:spPr bwMode="auto">
              <a:xfrm>
                <a:off x="463550" y="1117599"/>
                <a:ext cx="207963" cy="103187"/>
              </a:xfrm>
              <a:custGeom>
                <a:avLst/>
                <a:gdLst>
                  <a:gd name="T0" fmla="*/ 0 w 181"/>
                  <a:gd name="T1" fmla="*/ 37637748 h 89"/>
                  <a:gd name="T2" fmla="*/ 205939669 w 181"/>
                  <a:gd name="T3" fmla="*/ 119635472 h 89"/>
                  <a:gd name="T4" fmla="*/ 238942593 w 181"/>
                  <a:gd name="T5" fmla="*/ 0 h 89"/>
                  <a:gd name="T6" fmla="*/ 0 w 181"/>
                  <a:gd name="T7" fmla="*/ 37637748 h 89"/>
                  <a:gd name="T8" fmla="*/ 0 60000 65536"/>
                  <a:gd name="T9" fmla="*/ 0 60000 65536"/>
                  <a:gd name="T10" fmla="*/ 0 60000 65536"/>
                  <a:gd name="T11" fmla="*/ 0 60000 65536"/>
                  <a:gd name="T12" fmla="*/ 0 w 181"/>
                  <a:gd name="T13" fmla="*/ 0 h 89"/>
                  <a:gd name="T14" fmla="*/ 181 w 181"/>
                  <a:gd name="T15" fmla="*/ 89 h 89"/>
                </a:gdLst>
                <a:ahLst/>
                <a:cxnLst>
                  <a:cxn ang="T8">
                    <a:pos x="T0" y="T1"/>
                  </a:cxn>
                  <a:cxn ang="T9">
                    <a:pos x="T2" y="T3"/>
                  </a:cxn>
                  <a:cxn ang="T10">
                    <a:pos x="T4" y="T5"/>
                  </a:cxn>
                  <a:cxn ang="T11">
                    <a:pos x="T6" y="T7"/>
                  </a:cxn>
                </a:cxnLst>
                <a:rect l="T12" t="T13" r="T14" b="T15"/>
                <a:pathLst>
                  <a:path w="181" h="89">
                    <a:moveTo>
                      <a:pt x="0" y="28"/>
                    </a:moveTo>
                    <a:cubicBezTo>
                      <a:pt x="41" y="51"/>
                      <a:pt x="93" y="71"/>
                      <a:pt x="156" y="89"/>
                    </a:cubicBezTo>
                    <a:cubicBezTo>
                      <a:pt x="181" y="0"/>
                      <a:pt x="181" y="0"/>
                      <a:pt x="181" y="0"/>
                    </a:cubicBezTo>
                    <a:lnTo>
                      <a:pt x="0" y="28"/>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0" name="Freeform 1321"/>
              <p:cNvSpPr>
                <a:spLocks noChangeArrowheads="1"/>
              </p:cNvSpPr>
              <p:nvPr/>
            </p:nvSpPr>
            <p:spPr bwMode="auto">
              <a:xfrm>
                <a:off x="400050" y="928687"/>
                <a:ext cx="271463" cy="220662"/>
              </a:xfrm>
              <a:custGeom>
                <a:avLst/>
                <a:gdLst>
                  <a:gd name="T0" fmla="*/ 269914741 w 236"/>
                  <a:gd name="T1" fmla="*/ 0 h 191"/>
                  <a:gd name="T2" fmla="*/ 0 w 236"/>
                  <a:gd name="T3" fmla="*/ 201541811 h 191"/>
                  <a:gd name="T4" fmla="*/ 72771639 w 236"/>
                  <a:gd name="T5" fmla="*/ 254930462 h 191"/>
                  <a:gd name="T6" fmla="*/ 312254917 w 236"/>
                  <a:gd name="T7" fmla="*/ 217558868 h 191"/>
                  <a:gd name="T8" fmla="*/ 269914741 w 236"/>
                  <a:gd name="T9" fmla="*/ 0 h 191"/>
                  <a:gd name="T10" fmla="*/ 0 60000 65536"/>
                  <a:gd name="T11" fmla="*/ 0 60000 65536"/>
                  <a:gd name="T12" fmla="*/ 0 60000 65536"/>
                  <a:gd name="T13" fmla="*/ 0 60000 65536"/>
                  <a:gd name="T14" fmla="*/ 0 60000 65536"/>
                  <a:gd name="T15" fmla="*/ 0 w 236"/>
                  <a:gd name="T16" fmla="*/ 0 h 191"/>
                  <a:gd name="T17" fmla="*/ 236 w 236"/>
                  <a:gd name="T18" fmla="*/ 191 h 191"/>
                </a:gdLst>
                <a:ahLst/>
                <a:cxnLst>
                  <a:cxn ang="T10">
                    <a:pos x="T0" y="T1"/>
                  </a:cxn>
                  <a:cxn ang="T11">
                    <a:pos x="T2" y="T3"/>
                  </a:cxn>
                  <a:cxn ang="T12">
                    <a:pos x="T4" y="T5"/>
                  </a:cxn>
                  <a:cxn ang="T13">
                    <a:pos x="T6" y="T7"/>
                  </a:cxn>
                  <a:cxn ang="T14">
                    <a:pos x="T8" y="T9"/>
                  </a:cxn>
                </a:cxnLst>
                <a:rect l="T15" t="T16" r="T17" b="T18"/>
                <a:pathLst>
                  <a:path w="236" h="191">
                    <a:moveTo>
                      <a:pt x="204" y="0"/>
                    </a:moveTo>
                    <a:cubicBezTo>
                      <a:pt x="0" y="151"/>
                      <a:pt x="0" y="151"/>
                      <a:pt x="0" y="151"/>
                    </a:cubicBezTo>
                    <a:cubicBezTo>
                      <a:pt x="14" y="165"/>
                      <a:pt x="33" y="178"/>
                      <a:pt x="55" y="191"/>
                    </a:cubicBezTo>
                    <a:cubicBezTo>
                      <a:pt x="236" y="163"/>
                      <a:pt x="236" y="163"/>
                      <a:pt x="236" y="163"/>
                    </a:cubicBezTo>
                    <a:lnTo>
                      <a:pt x="204" y="0"/>
                    </a:lnTo>
                    <a:close/>
                  </a:path>
                </a:pathLst>
              </a:cu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1" name="Freeform 1322"/>
              <p:cNvSpPr>
                <a:spLocks noChangeArrowheads="1"/>
              </p:cNvSpPr>
              <p:nvPr/>
            </p:nvSpPr>
            <p:spPr bwMode="auto">
              <a:xfrm>
                <a:off x="1049338" y="1246187"/>
                <a:ext cx="220663" cy="47625"/>
              </a:xfrm>
              <a:custGeom>
                <a:avLst/>
                <a:gdLst>
                  <a:gd name="T0" fmla="*/ 0 w 191"/>
                  <a:gd name="T1" fmla="*/ 44525890 h 41"/>
                  <a:gd name="T2" fmla="*/ 254932773 w 191"/>
                  <a:gd name="T3" fmla="*/ 55320503 h 41"/>
                  <a:gd name="T4" fmla="*/ 140146422 w 191"/>
                  <a:gd name="T5" fmla="*/ 0 h 41"/>
                  <a:gd name="T6" fmla="*/ 0 w 191"/>
                  <a:gd name="T7" fmla="*/ 44525890 h 41"/>
                  <a:gd name="T8" fmla="*/ 0 60000 65536"/>
                  <a:gd name="T9" fmla="*/ 0 60000 65536"/>
                  <a:gd name="T10" fmla="*/ 0 60000 65536"/>
                  <a:gd name="T11" fmla="*/ 0 60000 65536"/>
                  <a:gd name="T12" fmla="*/ 0 w 191"/>
                  <a:gd name="T13" fmla="*/ 0 h 41"/>
                  <a:gd name="T14" fmla="*/ 191 w 191"/>
                  <a:gd name="T15" fmla="*/ 41 h 41"/>
                </a:gdLst>
                <a:ahLst/>
                <a:cxnLst>
                  <a:cxn ang="T8">
                    <a:pos x="T0" y="T1"/>
                  </a:cxn>
                  <a:cxn ang="T9">
                    <a:pos x="T2" y="T3"/>
                  </a:cxn>
                  <a:cxn ang="T10">
                    <a:pos x="T4" y="T5"/>
                  </a:cxn>
                  <a:cxn ang="T11">
                    <a:pos x="T6" y="T7"/>
                  </a:cxn>
                </a:cxnLst>
                <a:rect l="T12" t="T13" r="T14" b="T15"/>
                <a:pathLst>
                  <a:path w="191" h="41">
                    <a:moveTo>
                      <a:pt x="0" y="33"/>
                    </a:moveTo>
                    <a:cubicBezTo>
                      <a:pt x="61" y="38"/>
                      <a:pt x="125" y="40"/>
                      <a:pt x="191" y="41"/>
                    </a:cubicBezTo>
                    <a:cubicBezTo>
                      <a:pt x="105" y="0"/>
                      <a:pt x="105" y="0"/>
                      <a:pt x="105" y="0"/>
                    </a:cubicBezTo>
                    <a:lnTo>
                      <a:pt x="0" y="33"/>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2" name="Freeform 1323"/>
              <p:cNvSpPr>
                <a:spLocks noChangeArrowheads="1"/>
              </p:cNvSpPr>
              <p:nvPr/>
            </p:nvSpPr>
            <p:spPr bwMode="auto">
              <a:xfrm>
                <a:off x="1171575" y="1216024"/>
                <a:ext cx="184150" cy="77787"/>
              </a:xfrm>
              <a:custGeom>
                <a:avLst/>
                <a:gdLst>
                  <a:gd name="T0" fmla="*/ 0 w 160"/>
                  <a:gd name="T1" fmla="*/ 35045946 h 67"/>
                  <a:gd name="T2" fmla="*/ 113920945 w 160"/>
                  <a:gd name="T3" fmla="*/ 90310707 h 67"/>
                  <a:gd name="T4" fmla="*/ 121868168 w 160"/>
                  <a:gd name="T5" fmla="*/ 90310707 h 67"/>
                  <a:gd name="T6" fmla="*/ 180153945 w 160"/>
                  <a:gd name="T7" fmla="*/ 88962786 h 67"/>
                  <a:gd name="T8" fmla="*/ 211945141 w 160"/>
                  <a:gd name="T9" fmla="*/ 0 h 67"/>
                  <a:gd name="T10" fmla="*/ 0 w 160"/>
                  <a:gd name="T11" fmla="*/ 35045946 h 67"/>
                  <a:gd name="T12" fmla="*/ 0 60000 65536"/>
                  <a:gd name="T13" fmla="*/ 0 60000 65536"/>
                  <a:gd name="T14" fmla="*/ 0 60000 65536"/>
                  <a:gd name="T15" fmla="*/ 0 60000 65536"/>
                  <a:gd name="T16" fmla="*/ 0 60000 65536"/>
                  <a:gd name="T17" fmla="*/ 0 60000 65536"/>
                  <a:gd name="T18" fmla="*/ 0 w 160"/>
                  <a:gd name="T19" fmla="*/ 0 h 67"/>
                  <a:gd name="T20" fmla="*/ 160 w 160"/>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160" h="67">
                    <a:moveTo>
                      <a:pt x="0" y="26"/>
                    </a:moveTo>
                    <a:cubicBezTo>
                      <a:pt x="86" y="67"/>
                      <a:pt x="86" y="67"/>
                      <a:pt x="86" y="67"/>
                    </a:cubicBezTo>
                    <a:cubicBezTo>
                      <a:pt x="88" y="67"/>
                      <a:pt x="90" y="67"/>
                      <a:pt x="92" y="67"/>
                    </a:cubicBezTo>
                    <a:cubicBezTo>
                      <a:pt x="107" y="67"/>
                      <a:pt x="121" y="66"/>
                      <a:pt x="136" y="66"/>
                    </a:cubicBezTo>
                    <a:cubicBezTo>
                      <a:pt x="160" y="0"/>
                      <a:pt x="160" y="0"/>
                      <a:pt x="160" y="0"/>
                    </a:cubicBezTo>
                    <a:lnTo>
                      <a:pt x="0" y="26"/>
                    </a:ln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3" name="Freeform 1324"/>
              <p:cNvSpPr>
                <a:spLocks noChangeArrowheads="1"/>
              </p:cNvSpPr>
              <p:nvPr/>
            </p:nvSpPr>
            <p:spPr bwMode="auto">
              <a:xfrm>
                <a:off x="1328738" y="1216024"/>
                <a:ext cx="277813" cy="76200"/>
              </a:xfrm>
              <a:custGeom>
                <a:avLst/>
                <a:gdLst>
                  <a:gd name="T0" fmla="*/ 0 w 241"/>
                  <a:gd name="T1" fmla="*/ 87976364 h 66"/>
                  <a:gd name="T2" fmla="*/ 320249224 w 241"/>
                  <a:gd name="T3" fmla="*/ 67981945 h 66"/>
                  <a:gd name="T4" fmla="*/ 31892010 w 241"/>
                  <a:gd name="T5" fmla="*/ 0 h 66"/>
                  <a:gd name="T6" fmla="*/ 0 w 241"/>
                  <a:gd name="T7" fmla="*/ 87976364 h 66"/>
                  <a:gd name="T8" fmla="*/ 0 60000 65536"/>
                  <a:gd name="T9" fmla="*/ 0 60000 65536"/>
                  <a:gd name="T10" fmla="*/ 0 60000 65536"/>
                  <a:gd name="T11" fmla="*/ 0 60000 65536"/>
                  <a:gd name="T12" fmla="*/ 0 w 241"/>
                  <a:gd name="T13" fmla="*/ 0 h 66"/>
                  <a:gd name="T14" fmla="*/ 241 w 241"/>
                  <a:gd name="T15" fmla="*/ 66 h 66"/>
                </a:gdLst>
                <a:ahLst/>
                <a:cxnLst>
                  <a:cxn ang="T8">
                    <a:pos x="T0" y="T1"/>
                  </a:cxn>
                  <a:cxn ang="T9">
                    <a:pos x="T2" y="T3"/>
                  </a:cxn>
                  <a:cxn ang="T10">
                    <a:pos x="T4" y="T5"/>
                  </a:cxn>
                  <a:cxn ang="T11">
                    <a:pos x="T6" y="T7"/>
                  </a:cxn>
                </a:cxnLst>
                <a:rect l="T12" t="T13" r="T14" b="T15"/>
                <a:pathLst>
                  <a:path w="241" h="66">
                    <a:moveTo>
                      <a:pt x="0" y="66"/>
                    </a:moveTo>
                    <a:cubicBezTo>
                      <a:pt x="84" y="65"/>
                      <a:pt x="165" y="60"/>
                      <a:pt x="241" y="51"/>
                    </a:cubicBezTo>
                    <a:cubicBezTo>
                      <a:pt x="24" y="0"/>
                      <a:pt x="24" y="0"/>
                      <a:pt x="24" y="0"/>
                    </a:cubicBezTo>
                    <a:lnTo>
                      <a:pt x="0" y="66"/>
                    </a:lnTo>
                    <a:close/>
                  </a:path>
                </a:pathLst>
              </a:custGeom>
              <a:solidFill>
                <a:srgbClr val="C102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4" name="Freeform 1325"/>
              <p:cNvSpPr>
                <a:spLocks noChangeArrowheads="1"/>
              </p:cNvSpPr>
              <p:nvPr/>
            </p:nvSpPr>
            <p:spPr bwMode="auto">
              <a:xfrm>
                <a:off x="1725613" y="1117599"/>
                <a:ext cx="358775" cy="119062"/>
              </a:xfrm>
              <a:custGeom>
                <a:avLst/>
                <a:gdLst>
                  <a:gd name="T0" fmla="*/ 134413727 w 311"/>
                  <a:gd name="T1" fmla="*/ 136305383 h 104"/>
                  <a:gd name="T2" fmla="*/ 413889070 w 311"/>
                  <a:gd name="T3" fmla="*/ 40629908 h 104"/>
                  <a:gd name="T4" fmla="*/ 0 w 311"/>
                  <a:gd name="T5" fmla="*/ 0 h 104"/>
                  <a:gd name="T6" fmla="*/ 134413727 w 311"/>
                  <a:gd name="T7" fmla="*/ 136305383 h 104"/>
                  <a:gd name="T8" fmla="*/ 0 60000 65536"/>
                  <a:gd name="T9" fmla="*/ 0 60000 65536"/>
                  <a:gd name="T10" fmla="*/ 0 60000 65536"/>
                  <a:gd name="T11" fmla="*/ 0 60000 65536"/>
                  <a:gd name="T12" fmla="*/ 0 w 311"/>
                  <a:gd name="T13" fmla="*/ 0 h 104"/>
                  <a:gd name="T14" fmla="*/ 311 w 311"/>
                  <a:gd name="T15" fmla="*/ 104 h 104"/>
                </a:gdLst>
                <a:ahLst/>
                <a:cxnLst>
                  <a:cxn ang="T8">
                    <a:pos x="T0" y="T1"/>
                  </a:cxn>
                  <a:cxn ang="T9">
                    <a:pos x="T2" y="T3"/>
                  </a:cxn>
                  <a:cxn ang="T10">
                    <a:pos x="T4" y="T5"/>
                  </a:cxn>
                  <a:cxn ang="T11">
                    <a:pos x="T6" y="T7"/>
                  </a:cxn>
                </a:cxnLst>
                <a:rect l="T12" t="T13" r="T14" b="T15"/>
                <a:pathLst>
                  <a:path w="311" h="104">
                    <a:moveTo>
                      <a:pt x="101" y="104"/>
                    </a:moveTo>
                    <a:cubicBezTo>
                      <a:pt x="188" y="84"/>
                      <a:pt x="259" y="59"/>
                      <a:pt x="311" y="31"/>
                    </a:cubicBezTo>
                    <a:cubicBezTo>
                      <a:pt x="0" y="0"/>
                      <a:pt x="0" y="0"/>
                      <a:pt x="0" y="0"/>
                    </a:cubicBezTo>
                    <a:lnTo>
                      <a:pt x="101" y="104"/>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5" name="Freeform 1326"/>
              <p:cNvSpPr>
                <a:spLocks noChangeArrowheads="1"/>
              </p:cNvSpPr>
              <p:nvPr/>
            </p:nvSpPr>
            <p:spPr bwMode="auto">
              <a:xfrm>
                <a:off x="2085975" y="811212"/>
                <a:ext cx="106363" cy="315912"/>
              </a:xfrm>
              <a:custGeom>
                <a:avLst/>
                <a:gdLst>
                  <a:gd name="T0" fmla="*/ 0 w 91"/>
                  <a:gd name="T1" fmla="*/ 34816280 h 273"/>
                  <a:gd name="T2" fmla="*/ 49181784 w 91"/>
                  <a:gd name="T3" fmla="*/ 365569201 h 273"/>
                  <a:gd name="T4" fmla="*/ 124319646 w 91"/>
                  <a:gd name="T5" fmla="*/ 251747148 h 273"/>
                  <a:gd name="T6" fmla="*/ 117489037 w 91"/>
                  <a:gd name="T7" fmla="*/ 216930869 h 273"/>
                  <a:gd name="T8" fmla="*/ 117489037 w 91"/>
                  <a:gd name="T9" fmla="*/ 216930869 h 273"/>
                  <a:gd name="T10" fmla="*/ 49181784 w 91"/>
                  <a:gd name="T11" fmla="*/ 44189493 h 273"/>
                  <a:gd name="T12" fmla="*/ 19126639 w 91"/>
                  <a:gd name="T13" fmla="*/ 0 h 273"/>
                  <a:gd name="T14" fmla="*/ 0 w 91"/>
                  <a:gd name="T15" fmla="*/ 34816280 h 273"/>
                  <a:gd name="T16" fmla="*/ 0 60000 65536"/>
                  <a:gd name="T17" fmla="*/ 0 60000 65536"/>
                  <a:gd name="T18" fmla="*/ 0 60000 65536"/>
                  <a:gd name="T19" fmla="*/ 0 60000 65536"/>
                  <a:gd name="T20" fmla="*/ 0 60000 65536"/>
                  <a:gd name="T21" fmla="*/ 0 60000 65536"/>
                  <a:gd name="T22" fmla="*/ 0 60000 65536"/>
                  <a:gd name="T23" fmla="*/ 0 60000 65536"/>
                  <a:gd name="T24" fmla="*/ 0 w 91"/>
                  <a:gd name="T25" fmla="*/ 0 h 273"/>
                  <a:gd name="T26" fmla="*/ 91 w 91"/>
                  <a:gd name="T27" fmla="*/ 273 h 27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1" h="273">
                    <a:moveTo>
                      <a:pt x="0" y="26"/>
                    </a:moveTo>
                    <a:cubicBezTo>
                      <a:pt x="36" y="273"/>
                      <a:pt x="36" y="273"/>
                      <a:pt x="36" y="273"/>
                    </a:cubicBezTo>
                    <a:cubicBezTo>
                      <a:pt x="71" y="247"/>
                      <a:pt x="91" y="218"/>
                      <a:pt x="91" y="188"/>
                    </a:cubicBezTo>
                    <a:cubicBezTo>
                      <a:pt x="91" y="179"/>
                      <a:pt x="89" y="171"/>
                      <a:pt x="86" y="162"/>
                    </a:cubicBezTo>
                    <a:cubicBezTo>
                      <a:pt x="86" y="162"/>
                      <a:pt x="86" y="162"/>
                      <a:pt x="86" y="162"/>
                    </a:cubicBezTo>
                    <a:cubicBezTo>
                      <a:pt x="36" y="33"/>
                      <a:pt x="36" y="33"/>
                      <a:pt x="36" y="33"/>
                    </a:cubicBezTo>
                    <a:cubicBezTo>
                      <a:pt x="14" y="0"/>
                      <a:pt x="14" y="0"/>
                      <a:pt x="14" y="0"/>
                    </a:cubicBezTo>
                    <a:cubicBezTo>
                      <a:pt x="12" y="9"/>
                      <a:pt x="7" y="18"/>
                      <a:pt x="0" y="26"/>
                    </a:cubicBezTo>
                    <a:close/>
                  </a:path>
                </a:pathLst>
              </a:cu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6" name="Freeform 1327"/>
              <p:cNvSpPr>
                <a:spLocks noChangeArrowheads="1"/>
              </p:cNvSpPr>
              <p:nvPr/>
            </p:nvSpPr>
            <p:spPr bwMode="auto">
              <a:xfrm>
                <a:off x="1725613" y="841374"/>
                <a:ext cx="403225" cy="311150"/>
              </a:xfrm>
              <a:custGeom>
                <a:avLst/>
                <a:gdLst>
                  <a:gd name="T0" fmla="*/ 359083994 w 349"/>
                  <a:gd name="T1" fmla="*/ 45153627 h 270"/>
                  <a:gd name="T2" fmla="*/ 220255591 w 349"/>
                  <a:gd name="T3" fmla="*/ 102258871 h 270"/>
                  <a:gd name="T4" fmla="*/ 0 w 349"/>
                  <a:gd name="T5" fmla="*/ 317401810 h 270"/>
                  <a:gd name="T6" fmla="*/ 415149599 w 349"/>
                  <a:gd name="T7" fmla="*/ 358571565 h 270"/>
                  <a:gd name="T8" fmla="*/ 465875073 w 349"/>
                  <a:gd name="T9" fmla="*/ 328027006 h 270"/>
                  <a:gd name="T10" fmla="*/ 417819665 w 349"/>
                  <a:gd name="T11" fmla="*/ 0 h 270"/>
                  <a:gd name="T12" fmla="*/ 359083994 w 349"/>
                  <a:gd name="T13" fmla="*/ 45153627 h 270"/>
                  <a:gd name="T14" fmla="*/ 0 60000 65536"/>
                  <a:gd name="T15" fmla="*/ 0 60000 65536"/>
                  <a:gd name="T16" fmla="*/ 0 60000 65536"/>
                  <a:gd name="T17" fmla="*/ 0 60000 65536"/>
                  <a:gd name="T18" fmla="*/ 0 60000 65536"/>
                  <a:gd name="T19" fmla="*/ 0 60000 65536"/>
                  <a:gd name="T20" fmla="*/ 0 60000 65536"/>
                  <a:gd name="T21" fmla="*/ 0 w 349"/>
                  <a:gd name="T22" fmla="*/ 0 h 270"/>
                  <a:gd name="T23" fmla="*/ 349 w 349"/>
                  <a:gd name="T24" fmla="*/ 270 h 2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9" h="270">
                    <a:moveTo>
                      <a:pt x="269" y="34"/>
                    </a:moveTo>
                    <a:cubicBezTo>
                      <a:pt x="242" y="50"/>
                      <a:pt x="207" y="64"/>
                      <a:pt x="165" y="77"/>
                    </a:cubicBezTo>
                    <a:cubicBezTo>
                      <a:pt x="0" y="239"/>
                      <a:pt x="0" y="239"/>
                      <a:pt x="0" y="239"/>
                    </a:cubicBezTo>
                    <a:cubicBezTo>
                      <a:pt x="311" y="270"/>
                      <a:pt x="311" y="270"/>
                      <a:pt x="311" y="270"/>
                    </a:cubicBezTo>
                    <a:cubicBezTo>
                      <a:pt x="325" y="262"/>
                      <a:pt x="338" y="255"/>
                      <a:pt x="349" y="247"/>
                    </a:cubicBezTo>
                    <a:cubicBezTo>
                      <a:pt x="313" y="0"/>
                      <a:pt x="313" y="0"/>
                      <a:pt x="313" y="0"/>
                    </a:cubicBezTo>
                    <a:cubicBezTo>
                      <a:pt x="303" y="12"/>
                      <a:pt x="288" y="23"/>
                      <a:pt x="269" y="34"/>
                    </a:cubicBez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7" name="Rectangle 1328"/>
              <p:cNvSpPr>
                <a:spLocks noChangeArrowheads="1"/>
              </p:cNvSpPr>
              <p:nvPr/>
            </p:nvSpPr>
            <p:spPr bwMode="auto">
              <a:xfrm>
                <a:off x="635000" y="928687"/>
                <a:ext cx="1588" cy="1587"/>
              </a:xfrm>
              <a:prstGeom prst="rect">
                <a:avLst/>
              </a:pr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a:solidFill>
                    <a:srgbClr val="000000"/>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58" name="Freeform 1329"/>
              <p:cNvSpPr>
                <a:spLocks noChangeArrowheads="1"/>
              </p:cNvSpPr>
              <p:nvPr/>
            </p:nvSpPr>
            <p:spPr bwMode="auto">
              <a:xfrm>
                <a:off x="635000" y="928687"/>
                <a:ext cx="1588" cy="1"/>
              </a:xfrm>
              <a:custGeom>
                <a:avLst/>
                <a:gdLst>
                  <a:gd name="T0" fmla="*/ 2521744 w 1"/>
                  <a:gd name="T1" fmla="*/ 0 h 1"/>
                  <a:gd name="T2" fmla="*/ 2521744 w 1"/>
                  <a:gd name="T3" fmla="*/ 0 h 1"/>
                  <a:gd name="T4" fmla="*/ 0 w 1"/>
                  <a:gd name="T5" fmla="*/ 0 h 1"/>
                  <a:gd name="T6" fmla="*/ 2521744 w 1"/>
                  <a:gd name="T7" fmla="*/ 0 h 1"/>
                  <a:gd name="T8" fmla="*/ 0 60000 65536"/>
                  <a:gd name="T9" fmla="*/ 0 60000 65536"/>
                  <a:gd name="T10" fmla="*/ 0 60000 65536"/>
                  <a:gd name="T11" fmla="*/ 0 60000 65536"/>
                  <a:gd name="T12" fmla="*/ 0 w 1"/>
                  <a:gd name="T13" fmla="*/ 0 h 1"/>
                  <a:gd name="T14" fmla="*/ 1 w 1"/>
                  <a:gd name="T15" fmla="*/ 1 h 1"/>
                </a:gdLst>
                <a:ahLst/>
                <a:cxnLst>
                  <a:cxn ang="T8">
                    <a:pos x="T0" y="T1"/>
                  </a:cxn>
                  <a:cxn ang="T9">
                    <a:pos x="T2" y="T3"/>
                  </a:cxn>
                  <a:cxn ang="T10">
                    <a:pos x="T4" y="T5"/>
                  </a:cxn>
                  <a:cxn ang="T11">
                    <a:pos x="T6" y="T7"/>
                  </a:cxn>
                </a:cxnLst>
                <a:rect l="T12" t="T13" r="T14" b="T15"/>
                <a:pathLst>
                  <a:path w="1" h="1">
                    <a:moveTo>
                      <a:pt x="1" y="0"/>
                    </a:moveTo>
                    <a:lnTo>
                      <a:pt x="1" y="0"/>
                    </a:lnTo>
                    <a:lnTo>
                      <a:pt x="0" y="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9" name="Freeform 1330"/>
              <p:cNvSpPr>
                <a:spLocks noChangeArrowheads="1"/>
              </p:cNvSpPr>
              <p:nvPr/>
            </p:nvSpPr>
            <p:spPr bwMode="auto">
              <a:xfrm>
                <a:off x="1244600" y="1065212"/>
                <a:ext cx="369888" cy="150812"/>
              </a:xfrm>
              <a:custGeom>
                <a:avLst/>
                <a:gdLst>
                  <a:gd name="T0" fmla="*/ 0 w 233"/>
                  <a:gd name="T1" fmla="*/ 0 h 95"/>
                  <a:gd name="T2" fmla="*/ 176411176 w 233"/>
                  <a:gd name="T3" fmla="*/ 239413256 h 95"/>
                  <a:gd name="T4" fmla="*/ 587197994 w 233"/>
                  <a:gd name="T5" fmla="*/ 32761129 h 95"/>
                  <a:gd name="T6" fmla="*/ 0 w 233"/>
                  <a:gd name="T7" fmla="*/ 0 h 95"/>
                  <a:gd name="T8" fmla="*/ 0 60000 65536"/>
                  <a:gd name="T9" fmla="*/ 0 60000 65536"/>
                  <a:gd name="T10" fmla="*/ 0 60000 65536"/>
                  <a:gd name="T11" fmla="*/ 0 60000 65536"/>
                  <a:gd name="T12" fmla="*/ 0 w 233"/>
                  <a:gd name="T13" fmla="*/ 0 h 95"/>
                  <a:gd name="T14" fmla="*/ 233 w 233"/>
                  <a:gd name="T15" fmla="*/ 95 h 95"/>
                </a:gdLst>
                <a:ahLst/>
                <a:cxnLst>
                  <a:cxn ang="T8">
                    <a:pos x="T0" y="T1"/>
                  </a:cxn>
                  <a:cxn ang="T9">
                    <a:pos x="T2" y="T3"/>
                  </a:cxn>
                  <a:cxn ang="T10">
                    <a:pos x="T4" y="T5"/>
                  </a:cxn>
                  <a:cxn ang="T11">
                    <a:pos x="T6" y="T7"/>
                  </a:cxn>
                </a:cxnLst>
                <a:rect l="T12" t="T13" r="T14" b="T15"/>
                <a:pathLst>
                  <a:path w="233" h="95">
                    <a:moveTo>
                      <a:pt x="0" y="0"/>
                    </a:moveTo>
                    <a:lnTo>
                      <a:pt x="70" y="95"/>
                    </a:lnTo>
                    <a:lnTo>
                      <a:pt x="233" y="1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0" name="Freeform 1331"/>
              <p:cNvSpPr>
                <a:spLocks noChangeArrowheads="1"/>
              </p:cNvSpPr>
              <p:nvPr/>
            </p:nvSpPr>
            <p:spPr bwMode="auto">
              <a:xfrm>
                <a:off x="1244600" y="1003299"/>
                <a:ext cx="369888" cy="82550"/>
              </a:xfrm>
              <a:custGeom>
                <a:avLst/>
                <a:gdLst>
                  <a:gd name="T0" fmla="*/ 427553539 w 320"/>
                  <a:gd name="T1" fmla="*/ 94645868 h 72"/>
                  <a:gd name="T2" fmla="*/ 197743281 w 320"/>
                  <a:gd name="T3" fmla="*/ 0 h 72"/>
                  <a:gd name="T4" fmla="*/ 89518676 w 320"/>
                  <a:gd name="T5" fmla="*/ 2628988 h 72"/>
                  <a:gd name="T6" fmla="*/ 0 w 320"/>
                  <a:gd name="T7" fmla="*/ 70984974 h 72"/>
                  <a:gd name="T8" fmla="*/ 427553539 w 320"/>
                  <a:gd name="T9" fmla="*/ 94645868 h 72"/>
                  <a:gd name="T10" fmla="*/ 0 60000 65536"/>
                  <a:gd name="T11" fmla="*/ 0 60000 65536"/>
                  <a:gd name="T12" fmla="*/ 0 60000 65536"/>
                  <a:gd name="T13" fmla="*/ 0 60000 65536"/>
                  <a:gd name="T14" fmla="*/ 0 60000 65536"/>
                  <a:gd name="T15" fmla="*/ 0 w 320"/>
                  <a:gd name="T16" fmla="*/ 0 h 72"/>
                  <a:gd name="T17" fmla="*/ 320 w 320"/>
                  <a:gd name="T18" fmla="*/ 72 h 72"/>
                </a:gdLst>
                <a:ahLst/>
                <a:cxnLst>
                  <a:cxn ang="T10">
                    <a:pos x="T0" y="T1"/>
                  </a:cxn>
                  <a:cxn ang="T11">
                    <a:pos x="T2" y="T3"/>
                  </a:cxn>
                  <a:cxn ang="T12">
                    <a:pos x="T4" y="T5"/>
                  </a:cxn>
                  <a:cxn ang="T13">
                    <a:pos x="T6" y="T7"/>
                  </a:cxn>
                  <a:cxn ang="T14">
                    <a:pos x="T8" y="T9"/>
                  </a:cxn>
                </a:cxnLst>
                <a:rect l="T15" t="T16" r="T17" b="T18"/>
                <a:pathLst>
                  <a:path w="320" h="72">
                    <a:moveTo>
                      <a:pt x="320" y="72"/>
                    </a:moveTo>
                    <a:cubicBezTo>
                      <a:pt x="148" y="0"/>
                      <a:pt x="148" y="0"/>
                      <a:pt x="148" y="0"/>
                    </a:cubicBezTo>
                    <a:cubicBezTo>
                      <a:pt x="121" y="1"/>
                      <a:pt x="94" y="1"/>
                      <a:pt x="67" y="2"/>
                    </a:cubicBezTo>
                    <a:cubicBezTo>
                      <a:pt x="0" y="54"/>
                      <a:pt x="0" y="54"/>
                      <a:pt x="0" y="54"/>
                    </a:cubicBezTo>
                    <a:lnTo>
                      <a:pt x="320" y="72"/>
                    </a:ln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1" name="Freeform 1332"/>
              <p:cNvSpPr>
                <a:spLocks noChangeArrowheads="1"/>
              </p:cNvSpPr>
              <p:nvPr/>
            </p:nvSpPr>
            <p:spPr bwMode="auto">
              <a:xfrm>
                <a:off x="1355725" y="1085849"/>
                <a:ext cx="369888" cy="130175"/>
              </a:xfrm>
              <a:custGeom>
                <a:avLst/>
                <a:gdLst>
                  <a:gd name="T0" fmla="*/ 0 w 233"/>
                  <a:gd name="T1" fmla="*/ 206652813 h 82"/>
                  <a:gd name="T2" fmla="*/ 587197994 w 233"/>
                  <a:gd name="T3" fmla="*/ 50403125 h 82"/>
                  <a:gd name="T4" fmla="*/ 410786818 w 233"/>
                  <a:gd name="T5" fmla="*/ 0 h 82"/>
                  <a:gd name="T6" fmla="*/ 0 w 233"/>
                  <a:gd name="T7" fmla="*/ 206652813 h 82"/>
                  <a:gd name="T8" fmla="*/ 0 60000 65536"/>
                  <a:gd name="T9" fmla="*/ 0 60000 65536"/>
                  <a:gd name="T10" fmla="*/ 0 60000 65536"/>
                  <a:gd name="T11" fmla="*/ 0 60000 65536"/>
                  <a:gd name="T12" fmla="*/ 0 w 233"/>
                  <a:gd name="T13" fmla="*/ 0 h 82"/>
                  <a:gd name="T14" fmla="*/ 233 w 233"/>
                  <a:gd name="T15" fmla="*/ 82 h 82"/>
                </a:gdLst>
                <a:ahLst/>
                <a:cxnLst>
                  <a:cxn ang="T8">
                    <a:pos x="T0" y="T1"/>
                  </a:cxn>
                  <a:cxn ang="T9">
                    <a:pos x="T2" y="T3"/>
                  </a:cxn>
                  <a:cxn ang="T10">
                    <a:pos x="T4" y="T5"/>
                  </a:cxn>
                  <a:cxn ang="T11">
                    <a:pos x="T6" y="T7"/>
                  </a:cxn>
                </a:cxnLst>
                <a:rect l="T12" t="T13" r="T14" b="T15"/>
                <a:pathLst>
                  <a:path w="233" h="82">
                    <a:moveTo>
                      <a:pt x="0" y="82"/>
                    </a:moveTo>
                    <a:lnTo>
                      <a:pt x="233" y="20"/>
                    </a:lnTo>
                    <a:lnTo>
                      <a:pt x="163" y="0"/>
                    </a:lnTo>
                    <a:lnTo>
                      <a:pt x="0" y="82"/>
                    </a:lnTo>
                    <a:close/>
                  </a:path>
                </a:pathLst>
              </a:cu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2" name="Freeform 1333"/>
              <p:cNvSpPr>
                <a:spLocks noChangeArrowheads="1"/>
              </p:cNvSpPr>
              <p:nvPr/>
            </p:nvSpPr>
            <p:spPr bwMode="auto">
              <a:xfrm>
                <a:off x="1416050" y="985837"/>
                <a:ext cx="206375" cy="100012"/>
              </a:xfrm>
              <a:custGeom>
                <a:avLst/>
                <a:gdLst>
                  <a:gd name="T0" fmla="*/ 237936540 w 179"/>
                  <a:gd name="T1" fmla="*/ 0 h 86"/>
                  <a:gd name="T2" fmla="*/ 0 w 179"/>
                  <a:gd name="T3" fmla="*/ 18933667 h 86"/>
                  <a:gd name="T4" fmla="*/ 228631218 w 179"/>
                  <a:gd name="T5" fmla="*/ 116306978 h 86"/>
                  <a:gd name="T6" fmla="*/ 237936540 w 179"/>
                  <a:gd name="T7" fmla="*/ 0 h 86"/>
                  <a:gd name="T8" fmla="*/ 0 60000 65536"/>
                  <a:gd name="T9" fmla="*/ 0 60000 65536"/>
                  <a:gd name="T10" fmla="*/ 0 60000 65536"/>
                  <a:gd name="T11" fmla="*/ 0 60000 65536"/>
                  <a:gd name="T12" fmla="*/ 0 w 179"/>
                  <a:gd name="T13" fmla="*/ 0 h 86"/>
                  <a:gd name="T14" fmla="*/ 179 w 179"/>
                  <a:gd name="T15" fmla="*/ 86 h 86"/>
                </a:gdLst>
                <a:ahLst/>
                <a:cxnLst>
                  <a:cxn ang="T8">
                    <a:pos x="T0" y="T1"/>
                  </a:cxn>
                  <a:cxn ang="T9">
                    <a:pos x="T2" y="T3"/>
                  </a:cxn>
                  <a:cxn ang="T10">
                    <a:pos x="T4" y="T5"/>
                  </a:cxn>
                  <a:cxn ang="T11">
                    <a:pos x="T6" y="T7"/>
                  </a:cxn>
                </a:cxnLst>
                <a:rect l="T12" t="T13" r="T14" b="T15"/>
                <a:pathLst>
                  <a:path w="179" h="86">
                    <a:moveTo>
                      <a:pt x="179" y="0"/>
                    </a:moveTo>
                    <a:cubicBezTo>
                      <a:pt x="123" y="6"/>
                      <a:pt x="63" y="11"/>
                      <a:pt x="0" y="14"/>
                    </a:cubicBezTo>
                    <a:cubicBezTo>
                      <a:pt x="172" y="86"/>
                      <a:pt x="172" y="86"/>
                      <a:pt x="172" y="86"/>
                    </a:cubicBezTo>
                    <a:lnTo>
                      <a:pt x="179" y="0"/>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3" name="Freeform 1334"/>
              <p:cNvSpPr>
                <a:spLocks noChangeArrowheads="1"/>
              </p:cNvSpPr>
              <p:nvPr/>
            </p:nvSpPr>
            <p:spPr bwMode="auto">
              <a:xfrm>
                <a:off x="1614488" y="957262"/>
                <a:ext cx="188913" cy="128587"/>
              </a:xfrm>
              <a:custGeom>
                <a:avLst/>
                <a:gdLst>
                  <a:gd name="T0" fmla="*/ 218945531 w 163"/>
                  <a:gd name="T1" fmla="*/ 0 h 111"/>
                  <a:gd name="T2" fmla="*/ 9402768 w 163"/>
                  <a:gd name="T3" fmla="*/ 33549623 h 111"/>
                  <a:gd name="T4" fmla="*/ 0 w 163"/>
                  <a:gd name="T5" fmla="*/ 148960510 h 111"/>
                  <a:gd name="T6" fmla="*/ 218945531 w 163"/>
                  <a:gd name="T7" fmla="*/ 0 h 111"/>
                  <a:gd name="T8" fmla="*/ 0 60000 65536"/>
                  <a:gd name="T9" fmla="*/ 0 60000 65536"/>
                  <a:gd name="T10" fmla="*/ 0 60000 65536"/>
                  <a:gd name="T11" fmla="*/ 0 60000 65536"/>
                  <a:gd name="T12" fmla="*/ 0 w 163"/>
                  <a:gd name="T13" fmla="*/ 0 h 111"/>
                  <a:gd name="T14" fmla="*/ 163 w 163"/>
                  <a:gd name="T15" fmla="*/ 111 h 111"/>
                </a:gdLst>
                <a:ahLst/>
                <a:cxnLst>
                  <a:cxn ang="T8">
                    <a:pos x="T0" y="T1"/>
                  </a:cxn>
                  <a:cxn ang="T9">
                    <a:pos x="T2" y="T3"/>
                  </a:cxn>
                  <a:cxn ang="T10">
                    <a:pos x="T4" y="T5"/>
                  </a:cxn>
                  <a:cxn ang="T11">
                    <a:pos x="T6" y="T7"/>
                  </a:cxn>
                </a:cxnLst>
                <a:rect l="T12" t="T13" r="T14" b="T15"/>
                <a:pathLst>
                  <a:path w="163" h="111">
                    <a:moveTo>
                      <a:pt x="163" y="0"/>
                    </a:moveTo>
                    <a:cubicBezTo>
                      <a:pt x="116" y="10"/>
                      <a:pt x="63" y="18"/>
                      <a:pt x="7" y="25"/>
                    </a:cubicBezTo>
                    <a:cubicBezTo>
                      <a:pt x="0" y="111"/>
                      <a:pt x="0" y="111"/>
                      <a:pt x="0" y="111"/>
                    </a:cubicBezTo>
                    <a:lnTo>
                      <a:pt x="163" y="0"/>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4" name="Freeform 1335"/>
              <p:cNvSpPr>
                <a:spLocks noChangeArrowheads="1"/>
              </p:cNvSpPr>
              <p:nvPr/>
            </p:nvSpPr>
            <p:spPr bwMode="auto">
              <a:xfrm>
                <a:off x="1614488" y="930274"/>
                <a:ext cx="301625" cy="187325"/>
              </a:xfrm>
              <a:custGeom>
                <a:avLst/>
                <a:gdLst>
                  <a:gd name="T0" fmla="*/ 128211427 w 261"/>
                  <a:gd name="T1" fmla="*/ 216608985 h 162"/>
                  <a:gd name="T2" fmla="*/ 348573336 w 261"/>
                  <a:gd name="T3" fmla="*/ 0 h 162"/>
                  <a:gd name="T4" fmla="*/ 217691199 w 261"/>
                  <a:gd name="T5" fmla="*/ 32090391 h 162"/>
                  <a:gd name="T6" fmla="*/ 0 w 261"/>
                  <a:gd name="T7" fmla="*/ 180507295 h 162"/>
                  <a:gd name="T8" fmla="*/ 128211427 w 261"/>
                  <a:gd name="T9" fmla="*/ 216608985 h 162"/>
                  <a:gd name="T10" fmla="*/ 0 60000 65536"/>
                  <a:gd name="T11" fmla="*/ 0 60000 65536"/>
                  <a:gd name="T12" fmla="*/ 0 60000 65536"/>
                  <a:gd name="T13" fmla="*/ 0 60000 65536"/>
                  <a:gd name="T14" fmla="*/ 0 60000 65536"/>
                  <a:gd name="T15" fmla="*/ 0 w 261"/>
                  <a:gd name="T16" fmla="*/ 0 h 162"/>
                  <a:gd name="T17" fmla="*/ 261 w 261"/>
                  <a:gd name="T18" fmla="*/ 162 h 162"/>
                </a:gdLst>
                <a:ahLst/>
                <a:cxnLst>
                  <a:cxn ang="T10">
                    <a:pos x="T0" y="T1"/>
                  </a:cxn>
                  <a:cxn ang="T11">
                    <a:pos x="T2" y="T3"/>
                  </a:cxn>
                  <a:cxn ang="T12">
                    <a:pos x="T4" y="T5"/>
                  </a:cxn>
                  <a:cxn ang="T13">
                    <a:pos x="T6" y="T7"/>
                  </a:cxn>
                  <a:cxn ang="T14">
                    <a:pos x="T8" y="T9"/>
                  </a:cxn>
                </a:cxnLst>
                <a:rect l="T15" t="T16" r="T17" b="T18"/>
                <a:pathLst>
                  <a:path w="261" h="162">
                    <a:moveTo>
                      <a:pt x="96" y="162"/>
                    </a:moveTo>
                    <a:cubicBezTo>
                      <a:pt x="261" y="0"/>
                      <a:pt x="261" y="0"/>
                      <a:pt x="261" y="0"/>
                    </a:cubicBezTo>
                    <a:cubicBezTo>
                      <a:pt x="232" y="9"/>
                      <a:pt x="199" y="17"/>
                      <a:pt x="163" y="24"/>
                    </a:cubicBezTo>
                    <a:cubicBezTo>
                      <a:pt x="0" y="135"/>
                      <a:pt x="0" y="135"/>
                      <a:pt x="0" y="135"/>
                    </a:cubicBezTo>
                    <a:lnTo>
                      <a:pt x="96" y="162"/>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5" name="Freeform 1336"/>
              <p:cNvSpPr>
                <a:spLocks noChangeArrowheads="1"/>
              </p:cNvSpPr>
              <p:nvPr/>
            </p:nvSpPr>
            <p:spPr bwMode="auto">
              <a:xfrm>
                <a:off x="2100263" y="777874"/>
                <a:ext cx="28575" cy="71437"/>
              </a:xfrm>
              <a:custGeom>
                <a:avLst/>
                <a:gdLst>
                  <a:gd name="T0" fmla="*/ 5670947 w 24"/>
                  <a:gd name="T1" fmla="*/ 23896829 h 62"/>
                  <a:gd name="T2" fmla="*/ 2834878 w 24"/>
                  <a:gd name="T3" fmla="*/ 38499934 h 62"/>
                  <a:gd name="T4" fmla="*/ 34022109 w 24"/>
                  <a:gd name="T5" fmla="*/ 82310403 h 62"/>
                  <a:gd name="T6" fmla="*/ 0 w 24"/>
                  <a:gd name="T7" fmla="*/ 0 h 62"/>
                  <a:gd name="T8" fmla="*/ 5670947 w 24"/>
                  <a:gd name="T9" fmla="*/ 23896829 h 62"/>
                  <a:gd name="T10" fmla="*/ 0 60000 65536"/>
                  <a:gd name="T11" fmla="*/ 0 60000 65536"/>
                  <a:gd name="T12" fmla="*/ 0 60000 65536"/>
                  <a:gd name="T13" fmla="*/ 0 60000 65536"/>
                  <a:gd name="T14" fmla="*/ 0 60000 65536"/>
                  <a:gd name="T15" fmla="*/ 0 w 24"/>
                  <a:gd name="T16" fmla="*/ 0 h 62"/>
                  <a:gd name="T17" fmla="*/ 24 w 24"/>
                  <a:gd name="T18" fmla="*/ 62 h 62"/>
                </a:gdLst>
                <a:ahLst/>
                <a:cxnLst>
                  <a:cxn ang="T10">
                    <a:pos x="T0" y="T1"/>
                  </a:cxn>
                  <a:cxn ang="T11">
                    <a:pos x="T2" y="T3"/>
                  </a:cxn>
                  <a:cxn ang="T12">
                    <a:pos x="T4" y="T5"/>
                  </a:cxn>
                  <a:cxn ang="T13">
                    <a:pos x="T6" y="T7"/>
                  </a:cxn>
                  <a:cxn ang="T14">
                    <a:pos x="T8" y="T9"/>
                  </a:cxn>
                </a:cxnLst>
                <a:rect l="T15" t="T16" r="T17" b="T18"/>
                <a:pathLst>
                  <a:path w="24" h="62">
                    <a:moveTo>
                      <a:pt x="4" y="18"/>
                    </a:moveTo>
                    <a:cubicBezTo>
                      <a:pt x="4" y="21"/>
                      <a:pt x="3" y="25"/>
                      <a:pt x="2" y="29"/>
                    </a:cubicBezTo>
                    <a:cubicBezTo>
                      <a:pt x="24" y="62"/>
                      <a:pt x="24" y="62"/>
                      <a:pt x="24" y="62"/>
                    </a:cubicBezTo>
                    <a:cubicBezTo>
                      <a:pt x="0" y="0"/>
                      <a:pt x="0" y="0"/>
                      <a:pt x="0" y="0"/>
                    </a:cubicBezTo>
                    <a:cubicBezTo>
                      <a:pt x="3" y="6"/>
                      <a:pt x="4" y="12"/>
                      <a:pt x="4" y="18"/>
                    </a:cubicBez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grpSp>
      </p:grpSp>
      <p:sp>
        <p:nvSpPr>
          <p:cNvPr id="66" name="任意多边形 98"/>
          <p:cNvSpPr>
            <a:spLocks noChangeArrowheads="1"/>
          </p:cNvSpPr>
          <p:nvPr/>
        </p:nvSpPr>
        <p:spPr bwMode="auto">
          <a:xfrm>
            <a:off x="3715403" y="2356325"/>
            <a:ext cx="1746647" cy="360759"/>
          </a:xfrm>
          <a:custGeom>
            <a:avLst/>
            <a:gdLst>
              <a:gd name="T0" fmla="*/ 0 w 2541974"/>
              <a:gd name="T1" fmla="*/ 0 h 636814"/>
              <a:gd name="T2" fmla="*/ 2133619 w 2541974"/>
              <a:gd name="T3" fmla="*/ 0 h 636814"/>
              <a:gd name="T4" fmla="*/ 1991723 w 2541974"/>
              <a:gd name="T5" fmla="*/ 181664 h 636814"/>
              <a:gd name="T6" fmla="*/ 2133619 w 2541974"/>
              <a:gd name="T7" fmla="*/ 363328 h 636814"/>
              <a:gd name="T8" fmla="*/ 0 w 2541974"/>
              <a:gd name="T9" fmla="*/ 363328 h 636814"/>
              <a:gd name="T10" fmla="*/ 141809 w 2541974"/>
              <a:gd name="T11" fmla="*/ 181664 h 636814"/>
              <a:gd name="T12" fmla="*/ 0 60000 65536"/>
              <a:gd name="T13" fmla="*/ 0 60000 65536"/>
              <a:gd name="T14" fmla="*/ 0 60000 65536"/>
              <a:gd name="T15" fmla="*/ 0 60000 65536"/>
              <a:gd name="T16" fmla="*/ 0 60000 65536"/>
              <a:gd name="T17" fmla="*/ 0 60000 65536"/>
              <a:gd name="T18" fmla="*/ 0 w 2541974"/>
              <a:gd name="T19" fmla="*/ 0 h 636814"/>
              <a:gd name="T20" fmla="*/ 2541974 w 2541974"/>
              <a:gd name="T21" fmla="*/ 636814 h 636814"/>
            </a:gdLst>
            <a:ahLst/>
            <a:cxnLst>
              <a:cxn ang="T12">
                <a:pos x="T0" y="T1"/>
              </a:cxn>
              <a:cxn ang="T13">
                <a:pos x="T2" y="T3"/>
              </a:cxn>
              <a:cxn ang="T14">
                <a:pos x="T4" y="T5"/>
              </a:cxn>
              <a:cxn ang="T15">
                <a:pos x="T6" y="T7"/>
              </a:cxn>
              <a:cxn ang="T16">
                <a:pos x="T8" y="T9"/>
              </a:cxn>
              <a:cxn ang="T17">
                <a:pos x="T10" y="T11"/>
              </a:cxn>
            </a:cxnLst>
            <a:rect l="T18" t="T19" r="T20" b="T21"/>
            <a:pathLst>
              <a:path w="2541974" h="636814">
                <a:moveTo>
                  <a:pt x="0" y="0"/>
                </a:moveTo>
                <a:lnTo>
                  <a:pt x="2541974" y="0"/>
                </a:lnTo>
                <a:lnTo>
                  <a:pt x="2372921" y="318407"/>
                </a:lnTo>
                <a:lnTo>
                  <a:pt x="2541974" y="636814"/>
                </a:lnTo>
                <a:lnTo>
                  <a:pt x="0" y="636814"/>
                </a:lnTo>
                <a:lnTo>
                  <a:pt x="168950" y="318407"/>
                </a:lnTo>
                <a:lnTo>
                  <a:pt x="0" y="0"/>
                </a:lnTo>
                <a:close/>
              </a:path>
            </a:pathLst>
          </a:custGeom>
          <a:blipFill dpi="0" rotWithShape="1">
            <a:blip r:embed="rId2" cstate="print"/>
            <a:srcRect/>
            <a:tile tx="0" ty="0" sx="100000" sy="100000" flip="none" algn="tl"/>
          </a:blipFill>
          <a:ln>
            <a:noFill/>
          </a:ln>
          <a:extLst>
            <a:ext uri="{91240B29-F687-4F45-9708-019B960494DF}">
              <a14:hiddenLine xmlns:a14="http://schemas.microsoft.com/office/drawing/2010/main" w="12700">
                <a:solidFill>
                  <a:srgbClr val="42719B"/>
                </a:solidFill>
                <a:bevel/>
              </a14:hiddenLine>
            </a:ext>
          </a:extLst>
        </p:spPr>
        <p:txBody>
          <a:bodyPr anchor="ctr"/>
          <a:lstStyle/>
          <a:p>
            <a:r>
              <a:rPr lang="zh-CN" altLang="en-US" dirty="0">
                <a:solidFill>
                  <a:schemeClr val="bg1"/>
                </a:solidFill>
                <a:latin typeface="+mn-ea"/>
                <a:ea typeface="+mn-ea"/>
              </a:rPr>
              <a:t>谢谢聆听</a:t>
            </a:r>
            <a:endParaRPr lang="zh-CN" altLang="en-US" dirty="0">
              <a:solidFill>
                <a:schemeClr val="bg1"/>
              </a:solidFill>
              <a:latin typeface="+mn-ea"/>
              <a:ea typeface="+mn-ea"/>
            </a:endParaRPr>
          </a:p>
        </p:txBody>
      </p:sp>
      <p:pic>
        <p:nvPicPr>
          <p:cNvPr id="69" name="图片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0191" y="138184"/>
            <a:ext cx="2257425" cy="432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ags/tag1.xml><?xml version="1.0" encoding="utf-8"?>
<p:tagLst xmlns:p="http://schemas.openxmlformats.org/presentationml/2006/main">
  <p:tag name="KSO_WM_TAG_VERSION" val="1.0"/>
  <p:tag name="KSO_WM_BEAUTIFY_FLAG" val="#wm#"/>
  <p:tag name="KSO_WM_UNIT_TYPE" val="i"/>
  <p:tag name="KSO_WM_UNIT_ID" val="diagram160431_3*i*0"/>
  <p:tag name="KSO_WM_TEMPLATE_CATEGORY" val="diagram"/>
  <p:tag name="KSO_WM_TEMPLATE_INDEX" val="160431"/>
  <p:tag name="KSO_WM_UNIT_INDEX" val="0"/>
</p:tagLst>
</file>

<file path=ppt/tags/tag2.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1"/>
  <p:tag name="KSO_WM_UNIT_ID" val="diagram160431_3*m_i*1_1"/>
  <p:tag name="KSO_WM_UNIT_CLEAR" val="1"/>
  <p:tag name="KSO_WM_UNIT_LAYERLEVEL" val="1_1"/>
  <p:tag name="KSO_WM_DIAGRAM_GROUP_CODE" val="m1-1"/>
  <p:tag name="KSO_WM_UNIT_FILL_FORE_SCHEMECOLOR_INDEX" val="5"/>
  <p:tag name="KSO_WM_UNIT_FILL_TYPE" val="1"/>
  <p:tag name="KSO_WM_UNIT_TEXT_FILL_FORE_SCHEMECOLOR_INDEX" val="14"/>
  <p:tag name="KSO_WM_UNIT_TEXT_FILL_TYPE" val="1"/>
</p:tagLst>
</file>

<file path=ppt/tags/tag3.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2"/>
  <p:tag name="KSO_WM_UNIT_ID" val="diagram160431_3*m_i*1_2"/>
  <p:tag name="KSO_WM_UNIT_CLEAR" val="1"/>
  <p:tag name="KSO_WM_UNIT_LAYERLEVEL" val="1_1"/>
  <p:tag name="KSO_WM_DIAGRAM_GROUP_CODE" val="m1-1"/>
  <p:tag name="KSO_WM_UNIT_LINE_FORE_SCHEMECOLOR_INDEX" val="5"/>
  <p:tag name="KSO_WM_UNIT_LINE_FILL_TYPE" val="2"/>
</p:tagLst>
</file>

<file path=ppt/tags/tag4.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3"/>
  <p:tag name="KSO_WM_UNIT_ID" val="diagram160431_3*m_i*1_3"/>
  <p:tag name="KSO_WM_UNIT_CLEAR" val="1"/>
  <p:tag name="KSO_WM_UNIT_LAYERLEVEL" val="1_1"/>
  <p:tag name="KSO_WM_DIAGRAM_GROUP_CODE" val="m1-1"/>
  <p:tag name="KSO_WM_UNIT_LINE_FORE_SCHEMECOLOR_INDEX" val="5"/>
  <p:tag name="KSO_WM_UNIT_LINE_FILL_TYPE" val="2"/>
</p:tagLst>
</file>

<file path=ppt/tags/tag5.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4"/>
  <p:tag name="KSO_WM_UNIT_ID" val="diagram160431_3*m_i*1_4"/>
  <p:tag name="KSO_WM_UNIT_CLEAR" val="1"/>
  <p:tag name="KSO_WM_UNIT_LAYERLEVEL" val="1_1"/>
  <p:tag name="KSO_WM_DIAGRAM_GROUP_CODE" val="m1-1"/>
  <p:tag name="KSO_WM_UNIT_LINE_FORE_SCHEMECOLOR_INDEX" val="5"/>
  <p:tag name="KSO_WM_UNIT_LINE_FILL_TYPE" val="2"/>
</p:tagLst>
</file>

<file path=ppt/tags/tag6.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5"/>
  <p:tag name="KSO_WM_UNIT_ID" val="diagram160431_3*m_i*1_5"/>
  <p:tag name="KSO_WM_UNIT_CLEAR" val="1"/>
  <p:tag name="KSO_WM_UNIT_LAYERLEVEL" val="1_1"/>
  <p:tag name="KSO_WM_DIAGRAM_GROUP_CODE" val="m1-1"/>
  <p:tag name="KSO_WM_UNIT_LINE_FORE_SCHEMECOLOR_INDEX" val="5"/>
  <p:tag name="KSO_WM_UNIT_LINE_FILL_TYPE" val="2"/>
</p:tagLst>
</file>

<file path=ppt/tags/tag7.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h_f"/>
  <p:tag name="KSO_WM_UNIT_INDEX" val="1_1_1"/>
  <p:tag name="KSO_WM_UNIT_ID" val="diagram160431_3*m_h_f*1_1_1"/>
  <p:tag name="KSO_WM_UNIT_CLEAR" val="1"/>
  <p:tag name="KSO_WM_UNIT_LAYERLEVEL" val="1_1_1"/>
  <p:tag name="KSO_WM_UNIT_VALUE" val="63"/>
  <p:tag name="KSO_WM_UNIT_HIGHLIGHT" val="0"/>
  <p:tag name="KSO_WM_UNIT_COMPATIBLE" val="0"/>
  <p:tag name="KSO_WM_DIAGRAM_GROUP_CODE" val="m1-1"/>
  <p:tag name="KSO_WM_UNIT_PRESET_TEXT" val="LOREM IPSUM DOLOR SIT AMET, CONSECTETUR ADIPISICING ELIT, SED DO EIUSMOD TEMPOR INCIDIDUNT"/>
  <p:tag name="KSO_WM_UNIT_TEXT_FILL_FORE_SCHEMECOLOR_INDEX" val="13"/>
  <p:tag name="KSO_WM_UNIT_TEXT_FILL_TYPE" val="1"/>
</p:tagLst>
</file>

<file path=ppt/tags/tag8.xml><?xml version="1.0" encoding="utf-8"?>
<p:tagLst xmlns:p="http://schemas.openxmlformats.org/presentationml/2006/main">
  <p:tag name="KSO_WM_TAG_VERSION" val="1.0"/>
  <p:tag name="KSO_WM_BEAUTIFY_FLAG" val="#wm#"/>
  <p:tag name="KSO_WM_UNIT_TYPE" val="i"/>
  <p:tag name="KSO_WM_UNIT_ID" val="diagram160431_3*i*14"/>
  <p:tag name="KSO_WM_TEMPLATE_CATEGORY" val="diagram"/>
  <p:tag name="KSO_WM_TEMPLATE_INDEX" val="160431"/>
  <p:tag name="KSO_WM_UNIT_INDEX" val="14"/>
</p:tagLst>
</file>

<file path=ppt/tags/tag9.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6"/>
  <p:tag name="KSO_WM_UNIT_ID" val="diagram160431_3*m_i*1_6"/>
  <p:tag name="KSO_WM_UNIT_CLEAR" val="1"/>
  <p:tag name="KSO_WM_UNIT_LAYERLEVEL" val="1_1"/>
  <p:tag name="KSO_WM_DIAGRAM_GROUP_CODE" val="m1-1"/>
  <p:tag name="KSO_WM_UNIT_FILL_FORE_SCHEMECOLOR_INDEX" val="6"/>
  <p:tag name="KSO_WM_UNIT_FILL_TYPE" val="1"/>
  <p:tag name="KSO_WM_UNIT_TEXT_FILL_FORE_SCHEMECOLOR_INDEX" val="14"/>
  <p:tag name="KSO_WM_UNIT_TEXT_FILL_TYPE" val="1"/>
</p:tagLst>
</file>

<file path=ppt/tags/tag10.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7"/>
  <p:tag name="KSO_WM_UNIT_ID" val="diagram160431_3*m_i*1_7"/>
  <p:tag name="KSO_WM_UNIT_CLEAR" val="1"/>
  <p:tag name="KSO_WM_UNIT_LAYERLEVEL" val="1_1"/>
  <p:tag name="KSO_WM_DIAGRAM_GROUP_CODE" val="m1-1"/>
  <p:tag name="KSO_WM_UNIT_LINE_FORE_SCHEMECOLOR_INDEX" val="6"/>
  <p:tag name="KSO_WM_UNIT_LINE_FILL_TYPE" val="2"/>
</p:tagLst>
</file>

<file path=ppt/tags/tag11.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8"/>
  <p:tag name="KSO_WM_UNIT_ID" val="diagram160431_3*m_i*1_8"/>
  <p:tag name="KSO_WM_UNIT_CLEAR" val="1"/>
  <p:tag name="KSO_WM_UNIT_LAYERLEVEL" val="1_1"/>
  <p:tag name="KSO_WM_DIAGRAM_GROUP_CODE" val="m1-1"/>
  <p:tag name="KSO_WM_UNIT_LINE_FORE_SCHEMECOLOR_INDEX" val="6"/>
  <p:tag name="KSO_WM_UNIT_LINE_FILL_TYPE" val="2"/>
</p:tagLst>
</file>

<file path=ppt/tags/tag12.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9"/>
  <p:tag name="KSO_WM_UNIT_ID" val="diagram160431_3*m_i*1_9"/>
  <p:tag name="KSO_WM_UNIT_CLEAR" val="1"/>
  <p:tag name="KSO_WM_UNIT_LAYERLEVEL" val="1_1"/>
  <p:tag name="KSO_WM_DIAGRAM_GROUP_CODE" val="m1-1"/>
  <p:tag name="KSO_WM_UNIT_LINE_FORE_SCHEMECOLOR_INDEX" val="6"/>
  <p:tag name="KSO_WM_UNIT_LINE_FILL_TYPE" val="2"/>
</p:tagLst>
</file>

<file path=ppt/tags/tag13.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10"/>
  <p:tag name="KSO_WM_UNIT_ID" val="diagram160431_3*m_i*1_10"/>
  <p:tag name="KSO_WM_UNIT_CLEAR" val="1"/>
  <p:tag name="KSO_WM_UNIT_LAYERLEVEL" val="1_1"/>
  <p:tag name="KSO_WM_DIAGRAM_GROUP_CODE" val="m1-1"/>
  <p:tag name="KSO_WM_UNIT_LINE_FORE_SCHEMECOLOR_INDEX" val="6"/>
  <p:tag name="KSO_WM_UNIT_LINE_FILL_TYPE" val="2"/>
</p:tagLst>
</file>

<file path=ppt/tags/tag14.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h_f"/>
  <p:tag name="KSO_WM_UNIT_INDEX" val="1_2_1"/>
  <p:tag name="KSO_WM_UNIT_ID" val="diagram160431_3*m_h_f*1_2_1"/>
  <p:tag name="KSO_WM_UNIT_CLEAR" val="1"/>
  <p:tag name="KSO_WM_UNIT_LAYERLEVEL" val="1_1_1"/>
  <p:tag name="KSO_WM_UNIT_VALUE" val="63"/>
  <p:tag name="KSO_WM_UNIT_HIGHLIGHT" val="0"/>
  <p:tag name="KSO_WM_UNIT_COMPATIBLE" val="0"/>
  <p:tag name="KSO_WM_DIAGRAM_GROUP_CODE" val="m1-1"/>
  <p:tag name="KSO_WM_UNIT_PRESET_TEXT" val="LOREM IPSUM DOLOR SIT AMET, CONSECTETUR ADIPISICING ELIT, SED DO EIUSMOD TEMPOR INCIDIDUNT"/>
  <p:tag name="KSO_WM_UNIT_TEXT_FILL_FORE_SCHEMECOLOR_INDEX" val="13"/>
  <p:tag name="KSO_WM_UNIT_TEXT_FILL_TYPE" val="1"/>
</p:tagLst>
</file>

<file path=ppt/tags/tag15.xml><?xml version="1.0" encoding="utf-8"?>
<p:tagLst xmlns:p="http://schemas.openxmlformats.org/presentationml/2006/main">
  <p:tag name="KSO_WM_TAG_VERSION" val="1.0"/>
  <p:tag name="KSO_WM_BEAUTIFY_FLAG" val="#wm#"/>
  <p:tag name="KSO_WM_UNIT_TYPE" val="i"/>
  <p:tag name="KSO_WM_UNIT_ID" val="diagram160431_3*i*0"/>
  <p:tag name="KSO_WM_TEMPLATE_CATEGORY" val="diagram"/>
  <p:tag name="KSO_WM_TEMPLATE_INDEX" val="160431"/>
  <p:tag name="KSO_WM_UNIT_INDEX" val="0"/>
</p:tagLst>
</file>

<file path=ppt/tags/tag16.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1"/>
  <p:tag name="KSO_WM_UNIT_ID" val="diagram160431_3*m_i*1_1"/>
  <p:tag name="KSO_WM_UNIT_CLEAR" val="1"/>
  <p:tag name="KSO_WM_UNIT_LAYERLEVEL" val="1_1"/>
  <p:tag name="KSO_WM_DIAGRAM_GROUP_CODE" val="m1-1"/>
  <p:tag name="KSO_WM_UNIT_FILL_FORE_SCHEMECOLOR_INDEX" val="5"/>
  <p:tag name="KSO_WM_UNIT_FILL_TYPE" val="1"/>
  <p:tag name="KSO_WM_UNIT_TEXT_FILL_FORE_SCHEMECOLOR_INDEX" val="14"/>
  <p:tag name="KSO_WM_UNIT_TEXT_FILL_TYPE" val="1"/>
</p:tagLst>
</file>

<file path=ppt/tags/tag17.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2"/>
  <p:tag name="KSO_WM_UNIT_ID" val="diagram160431_3*m_i*1_2"/>
  <p:tag name="KSO_WM_UNIT_CLEAR" val="1"/>
  <p:tag name="KSO_WM_UNIT_LAYERLEVEL" val="1_1"/>
  <p:tag name="KSO_WM_DIAGRAM_GROUP_CODE" val="m1-1"/>
  <p:tag name="KSO_WM_UNIT_LINE_FORE_SCHEMECOLOR_INDEX" val="5"/>
  <p:tag name="KSO_WM_UNIT_LINE_FILL_TYPE" val="2"/>
</p:tagLst>
</file>

<file path=ppt/tags/tag18.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3"/>
  <p:tag name="KSO_WM_UNIT_ID" val="diagram160431_3*m_i*1_3"/>
  <p:tag name="KSO_WM_UNIT_CLEAR" val="1"/>
  <p:tag name="KSO_WM_UNIT_LAYERLEVEL" val="1_1"/>
  <p:tag name="KSO_WM_DIAGRAM_GROUP_CODE" val="m1-1"/>
  <p:tag name="KSO_WM_UNIT_LINE_FORE_SCHEMECOLOR_INDEX" val="5"/>
  <p:tag name="KSO_WM_UNIT_LINE_FILL_TYPE" val="2"/>
</p:tagLst>
</file>

<file path=ppt/tags/tag19.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4"/>
  <p:tag name="KSO_WM_UNIT_ID" val="diagram160431_3*m_i*1_4"/>
  <p:tag name="KSO_WM_UNIT_CLEAR" val="1"/>
  <p:tag name="KSO_WM_UNIT_LAYERLEVEL" val="1_1"/>
  <p:tag name="KSO_WM_DIAGRAM_GROUP_CODE" val="m1-1"/>
  <p:tag name="KSO_WM_UNIT_LINE_FORE_SCHEMECOLOR_INDEX" val="5"/>
  <p:tag name="KSO_WM_UNIT_LINE_FILL_TYPE" val="2"/>
</p:tagLst>
</file>

<file path=ppt/tags/tag20.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5"/>
  <p:tag name="KSO_WM_UNIT_ID" val="diagram160431_3*m_i*1_5"/>
  <p:tag name="KSO_WM_UNIT_CLEAR" val="1"/>
  <p:tag name="KSO_WM_UNIT_LAYERLEVEL" val="1_1"/>
  <p:tag name="KSO_WM_DIAGRAM_GROUP_CODE" val="m1-1"/>
  <p:tag name="KSO_WM_UNIT_LINE_FORE_SCHEMECOLOR_INDEX" val="5"/>
  <p:tag name="KSO_WM_UNIT_LINE_FILL_TYPE" val="2"/>
</p:tagLst>
</file>

<file path=ppt/tags/tag21.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h_f"/>
  <p:tag name="KSO_WM_UNIT_INDEX" val="1_1_1"/>
  <p:tag name="KSO_WM_UNIT_ID" val="diagram160431_3*m_h_f*1_1_1"/>
  <p:tag name="KSO_WM_UNIT_CLEAR" val="1"/>
  <p:tag name="KSO_WM_UNIT_LAYERLEVEL" val="1_1_1"/>
  <p:tag name="KSO_WM_UNIT_VALUE" val="63"/>
  <p:tag name="KSO_WM_UNIT_HIGHLIGHT" val="0"/>
  <p:tag name="KSO_WM_UNIT_COMPATIBLE" val="0"/>
  <p:tag name="KSO_WM_DIAGRAM_GROUP_CODE" val="m1-1"/>
  <p:tag name="KSO_WM_UNIT_PRESET_TEXT" val="LOREM IPSUM DOLOR SIT AMET, CONSECTETUR ADIPISICING ELIT, SED DO EIUSMOD TEMPOR INCIDIDUNT"/>
  <p:tag name="KSO_WM_UNIT_TEXT_FILL_FORE_SCHEMECOLOR_INDEX" val="13"/>
  <p:tag name="KSO_WM_UNIT_TEXT_FILL_TYPE" val="1"/>
</p:tagLst>
</file>

<file path=ppt/tags/tag22.xml><?xml version="1.0" encoding="utf-8"?>
<p:tagLst xmlns:p="http://schemas.openxmlformats.org/presentationml/2006/main">
  <p:tag name="KSO_WM_TAG_VERSION" val="1.0"/>
  <p:tag name="KSO_WM_BEAUTIFY_FLAG" val="#wm#"/>
  <p:tag name="KSO_WM_UNIT_TYPE" val="i"/>
  <p:tag name="KSO_WM_UNIT_ID" val="diagram160431_3*i*14"/>
  <p:tag name="KSO_WM_TEMPLATE_CATEGORY" val="diagram"/>
  <p:tag name="KSO_WM_TEMPLATE_INDEX" val="160431"/>
  <p:tag name="KSO_WM_UNIT_INDEX" val="14"/>
</p:tagLst>
</file>

<file path=ppt/tags/tag23.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6"/>
  <p:tag name="KSO_WM_UNIT_ID" val="diagram160431_3*m_i*1_6"/>
  <p:tag name="KSO_WM_UNIT_CLEAR" val="1"/>
  <p:tag name="KSO_WM_UNIT_LAYERLEVEL" val="1_1"/>
  <p:tag name="KSO_WM_DIAGRAM_GROUP_CODE" val="m1-1"/>
  <p:tag name="KSO_WM_UNIT_FILL_FORE_SCHEMECOLOR_INDEX" val="6"/>
  <p:tag name="KSO_WM_UNIT_FILL_TYPE" val="1"/>
  <p:tag name="KSO_WM_UNIT_TEXT_FILL_FORE_SCHEMECOLOR_INDEX" val="14"/>
  <p:tag name="KSO_WM_UNIT_TEXT_FILL_TYPE" val="1"/>
</p:tagLst>
</file>

<file path=ppt/tags/tag24.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7"/>
  <p:tag name="KSO_WM_UNIT_ID" val="diagram160431_3*m_i*1_7"/>
  <p:tag name="KSO_WM_UNIT_CLEAR" val="1"/>
  <p:tag name="KSO_WM_UNIT_LAYERLEVEL" val="1_1"/>
  <p:tag name="KSO_WM_DIAGRAM_GROUP_CODE" val="m1-1"/>
  <p:tag name="KSO_WM_UNIT_LINE_FORE_SCHEMECOLOR_INDEX" val="6"/>
  <p:tag name="KSO_WM_UNIT_LINE_FILL_TYPE" val="2"/>
</p:tagLst>
</file>

<file path=ppt/tags/tag25.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8"/>
  <p:tag name="KSO_WM_UNIT_ID" val="diagram160431_3*m_i*1_8"/>
  <p:tag name="KSO_WM_UNIT_CLEAR" val="1"/>
  <p:tag name="KSO_WM_UNIT_LAYERLEVEL" val="1_1"/>
  <p:tag name="KSO_WM_DIAGRAM_GROUP_CODE" val="m1-1"/>
  <p:tag name="KSO_WM_UNIT_LINE_FORE_SCHEMECOLOR_INDEX" val="6"/>
  <p:tag name="KSO_WM_UNIT_LINE_FILL_TYPE" val="2"/>
</p:tagLst>
</file>

<file path=ppt/tags/tag26.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9"/>
  <p:tag name="KSO_WM_UNIT_ID" val="diagram160431_3*m_i*1_9"/>
  <p:tag name="KSO_WM_UNIT_CLEAR" val="1"/>
  <p:tag name="KSO_WM_UNIT_LAYERLEVEL" val="1_1"/>
  <p:tag name="KSO_WM_DIAGRAM_GROUP_CODE" val="m1-1"/>
  <p:tag name="KSO_WM_UNIT_LINE_FORE_SCHEMECOLOR_INDEX" val="6"/>
  <p:tag name="KSO_WM_UNIT_LINE_FILL_TYPE" val="2"/>
</p:tagLst>
</file>

<file path=ppt/tags/tag27.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10"/>
  <p:tag name="KSO_WM_UNIT_ID" val="diagram160431_3*m_i*1_10"/>
  <p:tag name="KSO_WM_UNIT_CLEAR" val="1"/>
  <p:tag name="KSO_WM_UNIT_LAYERLEVEL" val="1_1"/>
  <p:tag name="KSO_WM_DIAGRAM_GROUP_CODE" val="m1-1"/>
  <p:tag name="KSO_WM_UNIT_LINE_FORE_SCHEMECOLOR_INDEX" val="6"/>
  <p:tag name="KSO_WM_UNIT_LINE_FILL_TYPE" val="2"/>
</p:tagLst>
</file>

<file path=ppt/tags/tag28.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h_f"/>
  <p:tag name="KSO_WM_UNIT_INDEX" val="1_2_1"/>
  <p:tag name="KSO_WM_UNIT_ID" val="diagram160431_3*m_h_f*1_2_1"/>
  <p:tag name="KSO_WM_UNIT_CLEAR" val="1"/>
  <p:tag name="KSO_WM_UNIT_LAYERLEVEL" val="1_1_1"/>
  <p:tag name="KSO_WM_UNIT_VALUE" val="63"/>
  <p:tag name="KSO_WM_UNIT_HIGHLIGHT" val="0"/>
  <p:tag name="KSO_WM_UNIT_COMPATIBLE" val="0"/>
  <p:tag name="KSO_WM_DIAGRAM_GROUP_CODE" val="m1-1"/>
  <p:tag name="KSO_WM_UNIT_PRESET_TEXT" val="LOREM IPSUM DOLOR SIT AMET, CONSECTETUR ADIPISICING ELIT, SED DO EIUSMOD TEMPOR INCIDIDUNT"/>
  <p:tag name="KSO_WM_UNIT_TEXT_FILL_FORE_SCHEMECOLOR_INDEX" val="13"/>
  <p:tag name="KSO_WM_UNIT_TEXT_FILL_TYPE" val="1"/>
</p:tagLst>
</file>

<file path=ppt/tags/tag29.xml><?xml version="1.0" encoding="utf-8"?>
<p:tagLst xmlns:p="http://schemas.openxmlformats.org/presentationml/2006/main">
  <p:tag name="KSO_WM_TAG_VERSION" val="1.0"/>
  <p:tag name="KSO_WM_BEAUTIFY_FLAG" val="#wm#"/>
  <p:tag name="KSO_WM_UNIT_TYPE" val="i"/>
  <p:tag name="KSO_WM_UNIT_ID" val="diagram160431_3*i*27"/>
  <p:tag name="KSO_WM_TEMPLATE_CATEGORY" val="diagram"/>
  <p:tag name="KSO_WM_TEMPLATE_INDEX" val="160431"/>
  <p:tag name="KSO_WM_UNIT_INDEX" val="27"/>
</p:tagLst>
</file>

<file path=ppt/tags/tag30.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11"/>
  <p:tag name="KSO_WM_UNIT_ID" val="diagram160431_3*m_i*1_11"/>
  <p:tag name="KSO_WM_UNIT_CLEAR" val="1"/>
  <p:tag name="KSO_WM_UNIT_LAYERLEVEL" val="1_1"/>
  <p:tag name="KSO_WM_DIAGRAM_GROUP_CODE" val="m1-1"/>
  <p:tag name="KSO_WM_UNIT_FILL_FORE_SCHEMECOLOR_INDEX" val="7"/>
  <p:tag name="KSO_WM_UNIT_FILL_TYPE" val="1"/>
  <p:tag name="KSO_WM_UNIT_TEXT_FILL_FORE_SCHEMECOLOR_INDEX" val="14"/>
  <p:tag name="KSO_WM_UNIT_TEXT_FILL_TYPE" val="1"/>
</p:tagLst>
</file>

<file path=ppt/tags/tag31.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12"/>
  <p:tag name="KSO_WM_UNIT_ID" val="diagram160431_3*m_i*1_12"/>
  <p:tag name="KSO_WM_UNIT_CLEAR" val="1"/>
  <p:tag name="KSO_WM_UNIT_LAYERLEVEL" val="1_1"/>
  <p:tag name="KSO_WM_DIAGRAM_GROUP_CODE" val="m1-1"/>
  <p:tag name="KSO_WM_UNIT_LINE_FORE_SCHEMECOLOR_INDEX" val="7"/>
  <p:tag name="KSO_WM_UNIT_LINE_FILL_TYPE" val="2"/>
</p:tagLst>
</file>

<file path=ppt/tags/tag32.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13"/>
  <p:tag name="KSO_WM_UNIT_ID" val="diagram160431_3*m_i*1_13"/>
  <p:tag name="KSO_WM_UNIT_CLEAR" val="1"/>
  <p:tag name="KSO_WM_UNIT_LAYERLEVEL" val="1_1"/>
  <p:tag name="KSO_WM_DIAGRAM_GROUP_CODE" val="m1-1"/>
  <p:tag name="KSO_WM_UNIT_LINE_FORE_SCHEMECOLOR_INDEX" val="7"/>
  <p:tag name="KSO_WM_UNIT_LINE_FILL_TYPE" val="2"/>
</p:tagLst>
</file>

<file path=ppt/tags/tag33.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14"/>
  <p:tag name="KSO_WM_UNIT_ID" val="diagram160431_3*m_i*1_14"/>
  <p:tag name="KSO_WM_UNIT_CLEAR" val="1"/>
  <p:tag name="KSO_WM_UNIT_LAYERLEVEL" val="1_1"/>
  <p:tag name="KSO_WM_DIAGRAM_GROUP_CODE" val="m1-1"/>
  <p:tag name="KSO_WM_UNIT_LINE_FORE_SCHEMECOLOR_INDEX" val="7"/>
  <p:tag name="KSO_WM_UNIT_LINE_FILL_TYPE" val="2"/>
</p:tagLst>
</file>

<file path=ppt/tags/tag34.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i"/>
  <p:tag name="KSO_WM_UNIT_INDEX" val="1_15"/>
  <p:tag name="KSO_WM_UNIT_ID" val="diagram160431_3*m_i*1_15"/>
  <p:tag name="KSO_WM_UNIT_CLEAR" val="1"/>
  <p:tag name="KSO_WM_UNIT_LAYERLEVEL" val="1_1"/>
  <p:tag name="KSO_WM_DIAGRAM_GROUP_CODE" val="m1-1"/>
  <p:tag name="KSO_WM_UNIT_LINE_FORE_SCHEMECOLOR_INDEX" val="7"/>
  <p:tag name="KSO_WM_UNIT_LINE_FILL_TYPE" val="2"/>
</p:tagLst>
</file>

<file path=ppt/tags/tag35.xml><?xml version="1.0" encoding="utf-8"?>
<p:tagLst xmlns:p="http://schemas.openxmlformats.org/presentationml/2006/main">
  <p:tag name="KSO_WM_TEMPLATE_CATEGORY" val="diagram"/>
  <p:tag name="KSO_WM_TEMPLATE_INDEX" val="160431"/>
  <p:tag name="KSO_WM_TAG_VERSION" val="1.0"/>
  <p:tag name="KSO_WM_BEAUTIFY_FLAG" val="#wm#"/>
  <p:tag name="KSO_WM_UNIT_TYPE" val="m_h_f"/>
  <p:tag name="KSO_WM_UNIT_INDEX" val="1_3_1"/>
  <p:tag name="KSO_WM_UNIT_ID" val="diagram160431_3*m_h_f*1_3_1"/>
  <p:tag name="KSO_WM_UNIT_CLEAR" val="1"/>
  <p:tag name="KSO_WM_UNIT_LAYERLEVEL" val="1_1_1"/>
  <p:tag name="KSO_WM_UNIT_VALUE" val="63"/>
  <p:tag name="KSO_WM_UNIT_HIGHLIGHT" val="0"/>
  <p:tag name="KSO_WM_UNIT_COMPATIBLE" val="0"/>
  <p:tag name="KSO_WM_DIAGRAM_GROUP_CODE" val="m1-1"/>
  <p:tag name="KSO_WM_UNIT_PRESET_TEXT" val="LOREM IPSUM DOLOR SIT AMET, CONSECTETUR ADIPISICING ELIT, SED DO EIUSMOD TEMPOR INCIDIDUNT"/>
  <p:tag name="KSO_WM_UNIT_TEXT_FILL_FORE_SCHEMECOLOR_INDEX" val="13"/>
  <p:tag name="KSO_WM_UNIT_TEXT_FILL_TYPE" val="1"/>
</p:tagLst>
</file>

<file path=ppt/tags/tag36.xml><?xml version="1.0" encoding="utf-8"?>
<p:tagLst xmlns:p="http://schemas.openxmlformats.org/presentationml/2006/main">
  <p:tag name="KSO_WM_DOC_GUID" val="{649213ff-d3db-4880-88a4-46b67c6b2d23}"/>
</p:tagLst>
</file>

<file path=ppt/theme/theme1.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Browallia New"/>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3853</Words>
  <Application>WPS 演示</Application>
  <PresentationFormat>全屏显示(16:9)</PresentationFormat>
  <Paragraphs>568</Paragraphs>
  <Slides>37</Slides>
  <Notes>43</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37</vt:i4>
      </vt:variant>
    </vt:vector>
  </HeadingPairs>
  <TitlesOfParts>
    <vt:vector size="54" baseType="lpstr">
      <vt:lpstr>Arial</vt:lpstr>
      <vt:lpstr>宋体</vt:lpstr>
      <vt:lpstr>Wingdings</vt:lpstr>
      <vt:lpstr>黑体</vt:lpstr>
      <vt:lpstr>Calibri</vt:lpstr>
      <vt:lpstr>微软雅黑</vt:lpstr>
      <vt:lpstr>Browallia New</vt:lpstr>
      <vt:lpstr>Tahoma</vt:lpstr>
      <vt:lpstr>Times New Roman</vt:lpstr>
      <vt:lpstr>Segoe Print</vt:lpstr>
      <vt:lpstr>Times New Roman</vt:lpstr>
      <vt:lpstr>楷体_GB2312</vt:lpstr>
      <vt:lpstr>Arial Unicode MS</vt:lpstr>
      <vt:lpstr>Impact</vt:lpstr>
      <vt:lpstr>新宋体</vt:lpstr>
      <vt:lpstr>Office 主题</vt:lpstr>
      <vt:lpstr>Word.Picture.8</vt:lpstr>
      <vt:lpstr>第二单元 程序控制结构</vt:lpstr>
      <vt:lpstr>第一课时</vt:lpstr>
      <vt:lpstr>知识回顾</vt:lpstr>
      <vt:lpstr>贯穿案例</vt:lpstr>
      <vt:lpstr>PowerPoint 演示文稿</vt:lpstr>
      <vt:lpstr>程序控制</vt:lpstr>
      <vt:lpstr>什么是程序控制结构</vt:lpstr>
      <vt:lpstr>顺序结构</vt:lpstr>
      <vt:lpstr>选择结构</vt:lpstr>
      <vt:lpstr>程序中的选择</vt:lpstr>
      <vt:lpstr>为什么使用选择结构</vt:lpstr>
      <vt:lpstr>什么是选择结构</vt:lpstr>
      <vt:lpstr>单if选择结构</vt:lpstr>
      <vt:lpstr>与C语言中的if选择结构对比</vt:lpstr>
      <vt:lpstr>简单if选择结构应用</vt:lpstr>
      <vt:lpstr>简单if选择结构应用</vt:lpstr>
      <vt:lpstr>第二课时</vt:lpstr>
      <vt:lpstr>如何使用复杂条件的简单if选择结构</vt:lpstr>
      <vt:lpstr>复杂条件的简单if选择结构应用</vt:lpstr>
      <vt:lpstr>如何使用if-else双分支选择结构</vt:lpstr>
      <vt:lpstr>if-else双分支选择结构应用</vt:lpstr>
      <vt:lpstr>生活中的嵌套if选择结构</vt:lpstr>
      <vt:lpstr>如何使用嵌套if选择结构</vt:lpstr>
      <vt:lpstr>嵌套if选择结构应用</vt:lpstr>
      <vt:lpstr>第三课时</vt:lpstr>
      <vt:lpstr>生活中的多分支选择结构案例</vt:lpstr>
      <vt:lpstr>多分支选择结构案例流程图</vt:lpstr>
      <vt:lpstr>如何使用if-elif-elif-[else]多分支选择结构</vt:lpstr>
      <vt:lpstr>if-elif-elif-[else]多分支选择结构应用</vt:lpstr>
      <vt:lpstr>if选择结构的作用</vt:lpstr>
      <vt:lpstr>第四课时</vt:lpstr>
      <vt:lpstr>if-elif-elif-[else]多分支选择结构应用</vt:lpstr>
      <vt:lpstr>课堂编程</vt:lpstr>
      <vt:lpstr>单元总结</vt:lpstr>
      <vt:lpstr>PowerPoint 演示文稿</vt:lpstr>
      <vt:lpstr>作业</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第1章内容回顾</dc:title>
  <dc:creator>xiaojing.dai</dc:creator>
  <cp:lastModifiedBy>姚慧</cp:lastModifiedBy>
  <cp:revision>1781</cp:revision>
  <dcterms:created xsi:type="dcterms:W3CDTF">2006-03-08T06:55:00Z</dcterms:created>
  <dcterms:modified xsi:type="dcterms:W3CDTF">2020-11-05T03:13:26Z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2052-11.3.0.9228</vt:lpwstr>
  </property>
</Properties>
</file>