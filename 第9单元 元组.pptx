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8"/>
  </p:handoutMasterIdLst>
  <p:sldIdLst>
    <p:sldId id="516" r:id="rId3"/>
    <p:sldId id="1375" r:id="rId5"/>
    <p:sldId id="1538" r:id="rId6"/>
    <p:sldId id="1487" r:id="rId7"/>
    <p:sldId id="1439" r:id="rId8"/>
    <p:sldId id="1536" r:id="rId9"/>
    <p:sldId id="830" r:id="rId10"/>
    <p:sldId id="1833" r:id="rId11"/>
    <p:sldId id="1780" r:id="rId12"/>
    <p:sldId id="1883" r:id="rId13"/>
    <p:sldId id="2003" r:id="rId14"/>
    <p:sldId id="2004" r:id="rId15"/>
    <p:sldId id="1589" r:id="rId16"/>
    <p:sldId id="1258" r:id="rId17"/>
    <p:sldId id="1834" r:id="rId18"/>
    <p:sldId id="1592" r:id="rId19"/>
    <p:sldId id="2002" r:id="rId20"/>
    <p:sldId id="1001" r:id="rId21"/>
    <p:sldId id="1993" r:id="rId22"/>
    <p:sldId id="1379" r:id="rId23"/>
    <p:sldId id="2039" r:id="rId24"/>
    <p:sldId id="2066" r:id="rId25"/>
    <p:sldId id="2071" r:id="rId26"/>
    <p:sldId id="2072" r:id="rId27"/>
    <p:sldId id="2073" r:id="rId28"/>
    <p:sldId id="2074" r:id="rId29"/>
    <p:sldId id="2075" r:id="rId30"/>
    <p:sldId id="1426" r:id="rId31"/>
    <p:sldId id="2076" r:id="rId32"/>
    <p:sldId id="2077" r:id="rId33"/>
    <p:sldId id="2078" r:id="rId34"/>
    <p:sldId id="1204" r:id="rId35"/>
    <p:sldId id="1203" r:id="rId36"/>
    <p:sldId id="515" r:id="rId37"/>
  </p:sldIdLst>
  <p:sldSz cx="9144000" cy="5143500" type="screen16x9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2" userDrawn="1">
          <p15:clr>
            <a:srgbClr val="A4A3A4"/>
          </p15:clr>
        </p15:guide>
        <p15:guide id="2" orient="horz" pos="2332" userDrawn="1">
          <p15:clr>
            <a:srgbClr val="A4A3A4"/>
          </p15:clr>
        </p15:guide>
        <p15:guide id="3" pos="29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70C0"/>
    <a:srgbClr val="9DC3E6"/>
    <a:srgbClr val="EBEBEB"/>
    <a:srgbClr val="EE3636"/>
    <a:srgbClr val="D2DEEF"/>
    <a:srgbClr val="F49022"/>
    <a:srgbClr val="BBE0E3"/>
    <a:srgbClr val="586A6C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9" autoAdjust="0"/>
    <p:restoredTop sz="70436" autoAdjust="0"/>
  </p:normalViewPr>
  <p:slideViewPr>
    <p:cSldViewPr>
      <p:cViewPr varScale="1">
        <p:scale>
          <a:sx n="68" d="100"/>
          <a:sy n="68" d="100"/>
        </p:scale>
        <p:origin x="715" y="29"/>
      </p:cViewPr>
      <p:guideLst>
        <p:guide orient="horz" pos="1632"/>
        <p:guide orient="horz" pos="2332"/>
        <p:guide pos="293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610" y="-84"/>
      </p:cViewPr>
      <p:guideLst>
        <p:guide orient="horz" pos="2902"/>
        <p:guide pos="2197"/>
      </p:guideLst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切片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讲师:在python中列表是如何定义的？</a:t>
            </a:r>
            <a:endParaRPr lang="zh-CN" altLang="en-US" dirty="0"/>
          </a:p>
          <a:p>
            <a:pPr lvl="0"/>
            <a:r>
              <a:rPr lang="zh-CN" altLang="en-US" dirty="0"/>
              <a:t>讲师:首先看下列表的临近属，列表是属于有序的集合，因此临近的属是序列</a:t>
            </a:r>
            <a:endParaRPr lang="zh-CN" altLang="en-US" dirty="0"/>
          </a:p>
          <a:p>
            <a:pPr lvl="0"/>
            <a:r>
              <a:rPr lang="zh-CN" altLang="en-US" dirty="0"/>
              <a:t>讲师:对于同属的其他种而言，有前面讲到的字符串，还有后面要讲到的元组</a:t>
            </a:r>
            <a:endParaRPr lang="zh-CN" altLang="en-US" dirty="0"/>
          </a:p>
          <a:p>
            <a:pPr lvl="0"/>
            <a:r>
              <a:rPr lang="zh-CN" altLang="en-US" dirty="0"/>
              <a:t>讲师:其中列表与它们的区别主要是字符串只能存储字符类型，不能存储不同的数据类型。</a:t>
            </a:r>
            <a:endParaRPr lang="zh-CN" altLang="en-US" dirty="0"/>
          </a:p>
          <a:p>
            <a:pPr lvl="0"/>
            <a:r>
              <a:rPr lang="zh-CN" altLang="en-US" dirty="0"/>
              <a:t>讲师:与字符串和元组相比列表数据本身还是可以修改的</a:t>
            </a:r>
            <a:endParaRPr lang="zh-CN" altLang="en-US" dirty="0"/>
          </a:p>
          <a:p>
            <a:pPr lvl="0"/>
            <a:r>
              <a:rPr lang="zh-CN" altLang="en-US" dirty="0"/>
              <a:t>讲师:综上所述，列表是列表是一种可以存储不同数据类型，且数据可变的序列</a:t>
            </a:r>
            <a:endParaRPr lang="zh-CN" altLang="en-US" dirty="0"/>
          </a:p>
          <a:p>
            <a:pPr lvl="0"/>
            <a:r>
              <a:rPr lang="zh-CN" altLang="en-US" dirty="0"/>
              <a:t>讲师:同时列表也是有外延的，可以分为普通列表和嵌套列表。</a:t>
            </a:r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第四节课 开始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第四节课 开始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第四节课 开始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 dirty="0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 dirty="0"/>
              <a:t>不少于</a:t>
            </a:r>
            <a:r>
              <a:rPr lang="en-US" altLang="zh-CN" dirty="0"/>
              <a:t>4</a:t>
            </a:r>
            <a:r>
              <a:rPr lang="zh-CN" altLang="en-US" dirty="0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 dirty="0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 dirty="0"/>
              <a:t>不少于</a:t>
            </a:r>
            <a:r>
              <a:rPr lang="en-US" altLang="zh-CN" dirty="0"/>
              <a:t>4</a:t>
            </a:r>
            <a:r>
              <a:rPr lang="zh-CN" altLang="en-US" dirty="0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 dirty="0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 dirty="0"/>
              <a:t>不少于</a:t>
            </a:r>
            <a:r>
              <a:rPr lang="en-US" altLang="zh-CN" dirty="0"/>
              <a:t>4</a:t>
            </a:r>
            <a:r>
              <a:rPr lang="zh-CN" altLang="en-US" dirty="0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 dirty="0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 dirty="0"/>
              <a:t>不少于</a:t>
            </a:r>
            <a:r>
              <a:rPr lang="en-US" altLang="zh-CN" dirty="0"/>
              <a:t>4</a:t>
            </a:r>
            <a:r>
              <a:rPr lang="zh-CN" altLang="en-US" dirty="0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 dirty="0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 dirty="0"/>
              <a:t>不少于</a:t>
            </a:r>
            <a:r>
              <a:rPr lang="en-US" altLang="zh-CN" dirty="0"/>
              <a:t>4</a:t>
            </a:r>
            <a:r>
              <a:rPr lang="zh-CN" altLang="en-US" dirty="0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 dirty="0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 dirty="0"/>
              <a:t>不少于</a:t>
            </a:r>
            <a:r>
              <a:rPr lang="en-US" altLang="zh-CN" dirty="0"/>
              <a:t>4</a:t>
            </a:r>
            <a:r>
              <a:rPr lang="zh-CN" altLang="en-US" dirty="0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 dirty="0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 dirty="0"/>
              <a:t>不少于</a:t>
            </a:r>
            <a:r>
              <a:rPr lang="en-US" altLang="zh-CN" dirty="0"/>
              <a:t>4</a:t>
            </a:r>
            <a:r>
              <a:rPr lang="zh-CN" altLang="en-US" dirty="0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1671638" y="951313"/>
            <a:ext cx="0" cy="419219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835696" y="843559"/>
            <a:ext cx="6984776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07504" y="843558"/>
            <a:ext cx="14401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283718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3082826"/>
            <a:ext cx="9155113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/>
        </p:nvSpPr>
        <p:spPr bwMode="auto">
          <a:xfrm>
            <a:off x="2442815" y="3962401"/>
            <a:ext cx="4289425" cy="359569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67240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57685" y="214296"/>
            <a:ext cx="4606927" cy="392415"/>
          </a:xfrm>
          <a:solidFill>
            <a:schemeClr val="bg1"/>
          </a:solidFill>
        </p:spPr>
        <p:txBody>
          <a:bodyPr>
            <a:spAutoFit/>
          </a:bodyPr>
          <a:lstStyle>
            <a:lvl1pPr>
              <a:defRPr sz="21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254" y="910817"/>
            <a:ext cx="7645398" cy="3857652"/>
          </a:xfrm>
        </p:spPr>
        <p:txBody>
          <a:bodyPr/>
          <a:lstStyle>
            <a:lvl1pPr>
              <a:buSzPct val="100000"/>
              <a:buFont typeface="Wingdings" panose="05000000000000000000" pitchFamily="2" charset="2"/>
              <a:buChar char="n"/>
              <a:defRPr b="1">
                <a:latin typeface="+mn-lt"/>
              </a:defRPr>
            </a:lvl1pPr>
            <a:lvl2pPr>
              <a:buSzPct val="100000"/>
              <a:buFont typeface="Wingdings" panose="05000000000000000000" pitchFamily="2" charset="2"/>
              <a:buChar char="u"/>
              <a:defRPr b="1">
                <a:latin typeface="+mn-lt"/>
              </a:defRPr>
            </a:lvl2pPr>
            <a:lvl3pPr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b="1">
                <a:latin typeface="+mn-lt"/>
                <a:ea typeface="+mn-ea"/>
              </a:defRPr>
            </a:lvl3pPr>
            <a:lvl4pPr>
              <a:defRPr sz="1350" b="1">
                <a:latin typeface="+mn-lt"/>
                <a:ea typeface="+mn-ea"/>
              </a:defRPr>
            </a:lvl4pPr>
            <a:lvl5pPr>
              <a:defRPr sz="12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938963" y="4816079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2BC04B-702B-4CBB-87CA-63CD96333525}" type="slidenum">
              <a:rPr lang="zh-CN" altLang="en-US" smtClean="0"/>
            </a:fld>
            <a:r>
              <a:rPr lang="en-US" altLang="zh-CN" dirty="0"/>
              <a:t>/40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5.png"/><Relationship Id="rId11" Type="http://schemas.microsoft.com/office/2007/relationships/hdphoto" Target="../media/image4.wdp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 userDrawn="1"/>
        </p:nvSpPr>
        <p:spPr bwMode="auto">
          <a:xfrm>
            <a:off x="8623697" y="4693446"/>
            <a:ext cx="52268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 userDrawn="1"/>
        </p:nvSpPr>
        <p:spPr bwMode="auto">
          <a:xfrm flipV="1">
            <a:off x="3" y="555526"/>
            <a:ext cx="9146381" cy="41126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 userDrawn="1"/>
        </p:nvSpPr>
        <p:spPr bwMode="auto">
          <a:xfrm>
            <a:off x="8792769" y="4731544"/>
            <a:ext cx="4716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D41CE8-2465-49E5-8469-C528E9CDFDF7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3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8438"/>
            <a:ext cx="1547664" cy="39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panose="020B0604020202020204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pitchFamily="34" charset="-122"/>
          <a:sym typeface="Browallia New" panose="020B0604020202020204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第九单元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元组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第一节课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元组概述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贯穿案例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需求说明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设计点餐系统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思路分析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设计查看菜品模块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设计点餐模块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设计结账模块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设计餐后留言模块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7243" y="2038043"/>
            <a:ext cx="247650" cy="244475"/>
            <a:chOff x="6660232" y="1684535"/>
            <a:chExt cx="247650" cy="244475"/>
          </a:xfrm>
        </p:grpSpPr>
        <p:sp>
          <p:nvSpPr>
            <p:cNvPr id="6" name="Oval 70"/>
            <p:cNvSpPr>
              <a:spLocks noChangeArrowheads="1"/>
            </p:cNvSpPr>
            <p:nvPr/>
          </p:nvSpPr>
          <p:spPr bwMode="auto">
            <a:xfrm>
              <a:off x="6709445" y="1736923"/>
              <a:ext cx="146050" cy="146050"/>
            </a:xfrm>
            <a:prstGeom prst="ellipse">
              <a:avLst/>
            </a:pr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71"/>
            <p:cNvSpPr/>
            <p:nvPr/>
          </p:nvSpPr>
          <p:spPr bwMode="auto">
            <a:xfrm>
              <a:off x="6761832" y="1890910"/>
              <a:ext cx="47625" cy="15875"/>
            </a:xfrm>
            <a:custGeom>
              <a:avLst/>
              <a:gdLst>
                <a:gd name="T0" fmla="*/ 0 w 30"/>
                <a:gd name="T1" fmla="*/ 0 h 10"/>
                <a:gd name="T2" fmla="*/ 30 w 30"/>
                <a:gd name="T3" fmla="*/ 0 h 10"/>
                <a:gd name="T4" fmla="*/ 30 w 30"/>
                <a:gd name="T5" fmla="*/ 10 h 10"/>
                <a:gd name="T6" fmla="*/ 0 w 30"/>
                <a:gd name="T7" fmla="*/ 10 h 10"/>
                <a:gd name="T8" fmla="*/ 0 w 30"/>
                <a:gd name="T9" fmla="*/ 0 h 10"/>
                <a:gd name="T10" fmla="*/ 0 w 3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0">
                  <a:moveTo>
                    <a:pt x="0" y="0"/>
                  </a:moveTo>
                  <a:lnTo>
                    <a:pt x="30" y="0"/>
                  </a:lnTo>
                  <a:lnTo>
                    <a:pt x="30" y="1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72"/>
            <p:cNvSpPr/>
            <p:nvPr/>
          </p:nvSpPr>
          <p:spPr bwMode="auto">
            <a:xfrm>
              <a:off x="6772945" y="1909960"/>
              <a:ext cx="30163" cy="19050"/>
            </a:xfrm>
            <a:custGeom>
              <a:avLst/>
              <a:gdLst>
                <a:gd name="T0" fmla="*/ 0 w 19"/>
                <a:gd name="T1" fmla="*/ 0 h 12"/>
                <a:gd name="T2" fmla="*/ 19 w 19"/>
                <a:gd name="T3" fmla="*/ 0 h 12"/>
                <a:gd name="T4" fmla="*/ 19 w 19"/>
                <a:gd name="T5" fmla="*/ 12 h 12"/>
                <a:gd name="T6" fmla="*/ 0 w 19"/>
                <a:gd name="T7" fmla="*/ 12 h 12"/>
                <a:gd name="T8" fmla="*/ 0 w 19"/>
                <a:gd name="T9" fmla="*/ 0 h 12"/>
                <a:gd name="T10" fmla="*/ 0 w 19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2">
                  <a:moveTo>
                    <a:pt x="0" y="0"/>
                  </a:moveTo>
                  <a:lnTo>
                    <a:pt x="19" y="0"/>
                  </a:lnTo>
                  <a:lnTo>
                    <a:pt x="19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73"/>
            <p:cNvSpPr/>
            <p:nvPr/>
          </p:nvSpPr>
          <p:spPr bwMode="auto">
            <a:xfrm>
              <a:off x="6772945" y="1684535"/>
              <a:ext cx="22225" cy="38100"/>
            </a:xfrm>
            <a:custGeom>
              <a:avLst/>
              <a:gdLst>
                <a:gd name="T0" fmla="*/ 0 w 14"/>
                <a:gd name="T1" fmla="*/ 0 h 24"/>
                <a:gd name="T2" fmla="*/ 14 w 14"/>
                <a:gd name="T3" fmla="*/ 0 h 24"/>
                <a:gd name="T4" fmla="*/ 14 w 14"/>
                <a:gd name="T5" fmla="*/ 24 h 24"/>
                <a:gd name="T6" fmla="*/ 0 w 14"/>
                <a:gd name="T7" fmla="*/ 24 h 24"/>
                <a:gd name="T8" fmla="*/ 0 w 14"/>
                <a:gd name="T9" fmla="*/ 0 h 24"/>
                <a:gd name="T10" fmla="*/ 0 w 14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">
                  <a:moveTo>
                    <a:pt x="0" y="0"/>
                  </a:moveTo>
                  <a:lnTo>
                    <a:pt x="14" y="0"/>
                  </a:lnTo>
                  <a:lnTo>
                    <a:pt x="14" y="2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74"/>
            <p:cNvSpPr/>
            <p:nvPr/>
          </p:nvSpPr>
          <p:spPr bwMode="auto">
            <a:xfrm>
              <a:off x="6866607" y="1778198"/>
              <a:ext cx="41275" cy="22225"/>
            </a:xfrm>
            <a:custGeom>
              <a:avLst/>
              <a:gdLst>
                <a:gd name="T0" fmla="*/ 0 w 26"/>
                <a:gd name="T1" fmla="*/ 0 h 14"/>
                <a:gd name="T2" fmla="*/ 26 w 26"/>
                <a:gd name="T3" fmla="*/ 0 h 14"/>
                <a:gd name="T4" fmla="*/ 26 w 26"/>
                <a:gd name="T5" fmla="*/ 14 h 14"/>
                <a:gd name="T6" fmla="*/ 0 w 26"/>
                <a:gd name="T7" fmla="*/ 14 h 14"/>
                <a:gd name="T8" fmla="*/ 0 w 26"/>
                <a:gd name="T9" fmla="*/ 0 h 14"/>
                <a:gd name="T10" fmla="*/ 0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0" y="0"/>
                  </a:moveTo>
                  <a:lnTo>
                    <a:pt x="26" y="0"/>
                  </a:lnTo>
                  <a:lnTo>
                    <a:pt x="2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75"/>
            <p:cNvSpPr/>
            <p:nvPr/>
          </p:nvSpPr>
          <p:spPr bwMode="auto">
            <a:xfrm>
              <a:off x="6660232" y="1778198"/>
              <a:ext cx="38100" cy="22225"/>
            </a:xfrm>
            <a:custGeom>
              <a:avLst/>
              <a:gdLst>
                <a:gd name="T0" fmla="*/ 0 w 24"/>
                <a:gd name="T1" fmla="*/ 0 h 14"/>
                <a:gd name="T2" fmla="*/ 24 w 24"/>
                <a:gd name="T3" fmla="*/ 0 h 14"/>
                <a:gd name="T4" fmla="*/ 24 w 24"/>
                <a:gd name="T5" fmla="*/ 14 h 14"/>
                <a:gd name="T6" fmla="*/ 0 w 24"/>
                <a:gd name="T7" fmla="*/ 14 h 14"/>
                <a:gd name="T8" fmla="*/ 0 w 24"/>
                <a:gd name="T9" fmla="*/ 0 h 14"/>
                <a:gd name="T10" fmla="*/ 0 w 24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4">
                  <a:moveTo>
                    <a:pt x="0" y="0"/>
                  </a:moveTo>
                  <a:lnTo>
                    <a:pt x="24" y="0"/>
                  </a:lnTo>
                  <a:lnTo>
                    <a:pt x="24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76"/>
            <p:cNvSpPr/>
            <p:nvPr/>
          </p:nvSpPr>
          <p:spPr bwMode="auto">
            <a:xfrm>
              <a:off x="6701507" y="1717873"/>
              <a:ext cx="33338" cy="34925"/>
            </a:xfrm>
            <a:custGeom>
              <a:avLst/>
              <a:gdLst>
                <a:gd name="T0" fmla="*/ 0 w 21"/>
                <a:gd name="T1" fmla="*/ 12 h 22"/>
                <a:gd name="T2" fmla="*/ 12 w 21"/>
                <a:gd name="T3" fmla="*/ 0 h 22"/>
                <a:gd name="T4" fmla="*/ 21 w 21"/>
                <a:gd name="T5" fmla="*/ 12 h 22"/>
                <a:gd name="T6" fmla="*/ 12 w 21"/>
                <a:gd name="T7" fmla="*/ 22 h 22"/>
                <a:gd name="T8" fmla="*/ 0 w 21"/>
                <a:gd name="T9" fmla="*/ 12 h 22"/>
                <a:gd name="T10" fmla="*/ 0 w 21"/>
                <a:gd name="T11" fmla="*/ 12 h 22"/>
                <a:gd name="T12" fmla="*/ 0 w 21"/>
                <a:gd name="T13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2">
                  <a:moveTo>
                    <a:pt x="0" y="12"/>
                  </a:moveTo>
                  <a:lnTo>
                    <a:pt x="12" y="0"/>
                  </a:lnTo>
                  <a:lnTo>
                    <a:pt x="21" y="12"/>
                  </a:lnTo>
                  <a:lnTo>
                    <a:pt x="12" y="2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77"/>
            <p:cNvSpPr/>
            <p:nvPr/>
          </p:nvSpPr>
          <p:spPr bwMode="auto">
            <a:xfrm>
              <a:off x="6833270" y="1722635"/>
              <a:ext cx="33338" cy="30163"/>
            </a:xfrm>
            <a:custGeom>
              <a:avLst/>
              <a:gdLst>
                <a:gd name="T0" fmla="*/ 11 w 21"/>
                <a:gd name="T1" fmla="*/ 0 h 19"/>
                <a:gd name="T2" fmla="*/ 21 w 21"/>
                <a:gd name="T3" fmla="*/ 9 h 19"/>
                <a:gd name="T4" fmla="*/ 11 w 21"/>
                <a:gd name="T5" fmla="*/ 19 h 19"/>
                <a:gd name="T6" fmla="*/ 0 w 21"/>
                <a:gd name="T7" fmla="*/ 9 h 19"/>
                <a:gd name="T8" fmla="*/ 11 w 21"/>
                <a:gd name="T9" fmla="*/ 0 h 19"/>
                <a:gd name="T10" fmla="*/ 11 w 21"/>
                <a:gd name="T11" fmla="*/ 0 h 19"/>
                <a:gd name="T12" fmla="*/ 11 w 21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9">
                  <a:moveTo>
                    <a:pt x="11" y="0"/>
                  </a:moveTo>
                  <a:lnTo>
                    <a:pt x="21" y="9"/>
                  </a:lnTo>
                  <a:lnTo>
                    <a:pt x="11" y="1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332095" y="1199515"/>
            <a:ext cx="1764030" cy="2431415"/>
            <a:chOff x="8331" y="390"/>
            <a:chExt cx="2900" cy="4292"/>
          </a:xfrm>
        </p:grpSpPr>
        <p:pic>
          <p:nvPicPr>
            <p:cNvPr id="4" name="图片 3" descr="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331" y="390"/>
              <a:ext cx="2900" cy="2250"/>
            </a:xfrm>
            <a:prstGeom prst="rect">
              <a:avLst/>
            </a:prstGeom>
          </p:spPr>
        </p:pic>
        <p:pic>
          <p:nvPicPr>
            <p:cNvPr id="16" name="图片 15" descr="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31" y="2640"/>
              <a:ext cx="2901" cy="2042"/>
            </a:xfrm>
            <a:prstGeom prst="rect">
              <a:avLst/>
            </a:prstGeom>
          </p:spPr>
        </p:pic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740" y="1199515"/>
            <a:ext cx="1857375" cy="245491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980" y="1199515"/>
            <a:ext cx="1826260" cy="2454910"/>
          </a:xfrm>
          <a:prstGeom prst="rect">
            <a:avLst/>
          </a:prstGeom>
        </p:spPr>
      </p:pic>
      <p:graphicFrame>
        <p:nvGraphicFramePr>
          <p:cNvPr id="20" name="对象 19"/>
          <p:cNvGraphicFramePr/>
          <p:nvPr/>
        </p:nvGraphicFramePr>
        <p:xfrm>
          <a:off x="4839335" y="771525"/>
          <a:ext cx="2748915" cy="361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" r:id="rId5" imgW="8382000" imgH="10477500" progId="Visio.Drawing.15">
                  <p:embed/>
                </p:oleObj>
              </mc:Choice>
              <mc:Fallback>
                <p:oleObj name="" r:id="rId5" imgW="8382000" imgH="10477500" progId="Visio.Drawing.15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39335" y="771525"/>
                        <a:ext cx="2748915" cy="36144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/>
              <a:t>知识目标</a:t>
            </a:r>
            <a:endParaRPr lang="zh-CN" altLang="en-US"/>
          </a:p>
        </p:txBody>
      </p:sp>
      <p:pic>
        <p:nvPicPr>
          <p:cNvPr id="4" name="图片 3" descr="第七单元 概念图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0245" y="1064260"/>
            <a:ext cx="7763510" cy="3590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为什么使用元组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鞋子"/>
          <p:cNvPicPr>
            <a:picLocks noChangeAspect="1"/>
          </p:cNvPicPr>
          <p:nvPr/>
        </p:nvPicPr>
        <p:blipFill>
          <a:blip r:embed="rId1"/>
          <a:srcRect l="44952" b="1690"/>
          <a:stretch>
            <a:fillRect/>
          </a:stretch>
        </p:blipFill>
        <p:spPr>
          <a:xfrm>
            <a:off x="661670" y="1597025"/>
            <a:ext cx="3087788" cy="2772020"/>
          </a:xfrm>
          <a:prstGeom prst="rect">
            <a:avLst/>
          </a:prstGeom>
        </p:spPr>
      </p:pic>
      <p:pic>
        <p:nvPicPr>
          <p:cNvPr id="7" name="图片 6" descr="地址"/>
          <p:cNvPicPr/>
          <p:nvPr/>
        </p:nvPicPr>
        <p:blipFill>
          <a:blip r:embed="rId2"/>
          <a:srcRect l="25262" t="2500" r="23467" b="4146"/>
          <a:stretch>
            <a:fillRect/>
          </a:stretch>
        </p:blipFill>
        <p:spPr>
          <a:xfrm>
            <a:off x="4631690" y="1597025"/>
            <a:ext cx="3060023" cy="277202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07440" y="3056255"/>
            <a:ext cx="2088015" cy="30607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60265" y="2471420"/>
            <a:ext cx="2736020" cy="190801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Cloud Callout 8"/>
          <p:cNvSpPr/>
          <p:nvPr/>
        </p:nvSpPr>
        <p:spPr bwMode="auto">
          <a:xfrm>
            <a:off x="2617470" y="1416050"/>
            <a:ext cx="2087245" cy="1092200"/>
          </a:xfrm>
          <a:prstGeom prst="cloudCallout">
            <a:avLst>
              <a:gd name="adj1" fmla="val -66639"/>
              <a:gd name="adj2" fmla="val 117063"/>
            </a:avLst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8565" rIns="28565" bIns="57125" numCol="1" spcCol="0" rtlCol="0" fromWordArt="0" anchor="b" anchorCtr="0" forceAA="0" compatLnSpc="1">
            <a:noAutofit/>
          </a:bodyPr>
          <a:lstStyle/>
          <a:p>
            <a:pPr algn="ctr"/>
            <a:r>
              <a:rPr lang="en-US" altLang="zh-CN" sz="17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sym typeface="+mn-ea"/>
              </a:rPr>
              <a:t>     </a:t>
            </a:r>
            <a:r>
              <a:rPr lang="zh-CN" altLang="en-US" sz="17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sym typeface="+mn-ea"/>
              </a:rPr>
              <a:t>数据不可变</a:t>
            </a:r>
            <a:r>
              <a:rPr lang="en-US" altLang="zh-CN" sz="17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sym typeface="+mn-ea"/>
              </a:rPr>
              <a:t>   </a:t>
            </a:r>
            <a:endParaRPr lang="en-US" sz="17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sym typeface="+mn-ea"/>
            </a:endParaRPr>
          </a:p>
          <a:p>
            <a:pPr algn="ctr"/>
            <a:endParaRPr lang="en-US" sz="17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3" name="Cloud Callout 8"/>
          <p:cNvSpPr/>
          <p:nvPr/>
        </p:nvSpPr>
        <p:spPr bwMode="auto">
          <a:xfrm>
            <a:off x="6567805" y="1416050"/>
            <a:ext cx="2087245" cy="1092200"/>
          </a:xfrm>
          <a:prstGeom prst="cloudCallout">
            <a:avLst>
              <a:gd name="adj1" fmla="val -66639"/>
              <a:gd name="adj2" fmla="val 117063"/>
            </a:avLst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8565" rIns="28565" bIns="57125" numCol="1" spcCol="0" rtlCol="0" fromWordArt="0" anchor="b" anchorCtr="0" forceAA="0" compatLnSpc="1">
            <a:noAutofit/>
          </a:bodyPr>
          <a:lstStyle/>
          <a:p>
            <a:pPr algn="ctr"/>
            <a:r>
              <a:rPr lang="en-US" altLang="zh-CN" sz="17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sym typeface="+mn-ea"/>
              </a:rPr>
              <a:t>     </a:t>
            </a:r>
            <a:r>
              <a:rPr lang="zh-CN" altLang="en-US" sz="17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sym typeface="+mn-ea"/>
              </a:rPr>
              <a:t>数据不可变</a:t>
            </a:r>
            <a:r>
              <a:rPr lang="en-US" altLang="zh-CN" sz="17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sym typeface="+mn-ea"/>
              </a:rPr>
              <a:t>   </a:t>
            </a:r>
            <a:endParaRPr lang="en-US" sz="17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sym typeface="+mn-ea"/>
            </a:endParaRPr>
          </a:p>
          <a:p>
            <a:pPr algn="ctr"/>
            <a:endParaRPr lang="en-US" sz="17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2" grpId="0" bldLvl="0" animBg="1"/>
      <p:bldP spid="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Browallia New" panose="020B0604020202020204" charset="0"/>
              </a:rPr>
              <a:t>什么是元组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Browallia New" panose="020B0604020202020204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85261" y="1906588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</a:t>
            </a:r>
            <a:endParaRPr lang="zh-CN" altLang="en-US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129540" y="1492250"/>
            <a:ext cx="11906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被定义项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8"/>
          <p:cNvSpPr txBox="1"/>
          <p:nvPr/>
        </p:nvSpPr>
        <p:spPr>
          <a:xfrm>
            <a:off x="1870552" y="1492250"/>
            <a:ext cx="122428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临近的属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983423" y="1906588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  <a:endParaRPr lang="zh-CN" altLang="en-US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2"/>
          <p:cNvSpPr txBox="1"/>
          <p:nvPr/>
        </p:nvSpPr>
        <p:spPr>
          <a:xfrm>
            <a:off x="6203633" y="1492250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5185" y="1911985"/>
            <a:ext cx="2328545" cy="942975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extBox 22"/>
          <p:cNvSpPr txBox="1"/>
          <p:nvPr/>
        </p:nvSpPr>
        <p:spPr>
          <a:xfrm>
            <a:off x="6162040" y="2117725"/>
            <a:ext cx="1854835" cy="532130"/>
          </a:xfrm>
          <a:prstGeom prst="rect">
            <a:avLst/>
          </a:prstGeom>
          <a:noFill/>
          <a:ln w="9525">
            <a:noFill/>
          </a:ln>
        </p:spPr>
        <p:txBody>
          <a:bodyPr wrap="square" lIns="91405" tIns="45702" rIns="91405" bIns="45702" anchor="t">
            <a:spAutoFit/>
          </a:bodyPr>
          <a:lstStyle/>
          <a:p>
            <a:pPr algn="l" defTabSz="914400">
              <a:lnSpc>
                <a:spcPct val="120000"/>
              </a:lnSpc>
            </a:pPr>
            <a:r>
              <a:rPr lang="en-US" altLang="zh-CN" sz="1200" dirty="0">
                <a:solidFill>
                  <a:srgbClr val="262626"/>
                </a:solidFill>
                <a:latin typeface="Times New Roman" panose="02020603050405020304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200" dirty="0">
                <a:solidFill>
                  <a:srgbClr val="262626"/>
                </a:solidFill>
                <a:latin typeface="Times New Roman" panose="02020603050405020304"/>
                <a:ea typeface="微软雅黑" panose="020B0503020204020204" pitchFamily="34" charset="-122"/>
                <a:sym typeface="+mn-ea"/>
              </a:rPr>
              <a:t>存储不同数据类型</a:t>
            </a:r>
            <a:endParaRPr lang="zh-CN" altLang="en-US" sz="1200" dirty="0">
              <a:solidFill>
                <a:srgbClr val="262626"/>
              </a:solidFill>
              <a:latin typeface="Times New Roman" panose="02020603050405020304"/>
              <a:ea typeface="微软雅黑" panose="020B0503020204020204" pitchFamily="34" charset="-122"/>
              <a:sym typeface="+mn-ea"/>
            </a:endParaRPr>
          </a:p>
          <a:p>
            <a:pPr algn="l" defTabSz="914400">
              <a:lnSpc>
                <a:spcPct val="120000"/>
              </a:lnSpc>
            </a:pPr>
            <a:r>
              <a:rPr lang="en-US" altLang="zh-CN" sz="1200" dirty="0">
                <a:solidFill>
                  <a:srgbClr val="262626"/>
                </a:solidFill>
                <a:latin typeface="Times New Roman" panose="02020603050405020304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200" dirty="0">
                <a:solidFill>
                  <a:srgbClr val="262626"/>
                </a:solidFill>
                <a:latin typeface="Times New Roman" panose="02020603050405020304"/>
                <a:ea typeface="微软雅黑" panose="020B0503020204020204" pitchFamily="34" charset="-122"/>
                <a:sym typeface="+mn-ea"/>
              </a:rPr>
              <a:t>数据不可变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15490" y="3561715"/>
            <a:ext cx="6989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>
                <a:latin typeface="+mn-ea"/>
                <a:ea typeface="+mn-ea"/>
                <a:cs typeface="+mn-ea"/>
                <a:sym typeface="+mn-ea"/>
              </a:rPr>
              <a:t>定义：元组是一种可以存储不同数据类型，且数据不可变的序列。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Text Box 8"/>
          <p:cNvSpPr txBox="1"/>
          <p:nvPr/>
        </p:nvSpPr>
        <p:spPr>
          <a:xfrm>
            <a:off x="3346133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同属的其它种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610610" y="1906905"/>
            <a:ext cx="1512570" cy="1056005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endParaRPr lang="zh-CN" altLang="en-US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endParaRPr lang="zh-CN" altLang="en-US" sz="2000" b="1" strike="noStrike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7"/>
          <p:cNvSpPr/>
          <p:nvPr/>
        </p:nvSpPr>
        <p:spPr>
          <a:xfrm flipH="1">
            <a:off x="576580" y="3064510"/>
            <a:ext cx="215900" cy="1052830"/>
          </a:xfrm>
          <a:prstGeom prst="downArrow">
            <a:avLst>
              <a:gd name="adj1" fmla="val 50000"/>
              <a:gd name="adj2" fmla="val 6646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8"/>
          <p:cNvSpPr txBox="1"/>
          <p:nvPr/>
        </p:nvSpPr>
        <p:spPr>
          <a:xfrm>
            <a:off x="676275" y="3406775"/>
            <a:ext cx="8636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外延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095035" y="4210474"/>
            <a:ext cx="2480356" cy="485918"/>
            <a:chOff x="2782599" y="1459401"/>
            <a:chExt cx="1870251" cy="276935"/>
          </a:xfrm>
          <a:solidFill>
            <a:schemeClr val="accent1"/>
          </a:solidFill>
        </p:grpSpPr>
        <p:sp>
          <p:nvSpPr>
            <p:cNvPr id="34" name="AutoShape 5"/>
            <p:cNvSpPr>
              <a:spLocks noChangeArrowheads="1"/>
            </p:cNvSpPr>
            <p:nvPr/>
          </p:nvSpPr>
          <p:spPr bwMode="auto">
            <a:xfrm>
              <a:off x="2782599" y="1459401"/>
              <a:ext cx="1870251" cy="276935"/>
            </a:xfrm>
            <a:prstGeom prst="chevron">
              <a:avLst>
                <a:gd name="adj" fmla="val 12153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2997593" y="1507535"/>
              <a:ext cx="1491634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r>
                <a:rPr lang="zh-CN" altLang="zh-CN" sz="21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嵌套元组</a:t>
              </a:r>
              <a:endParaRPr lang="zh-CN" altLang="zh-CN" sz="2100" b="1" strike="noStrike" kern="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17354" y="4210473"/>
            <a:ext cx="2477832" cy="485919"/>
            <a:chOff x="897128" y="1459399"/>
            <a:chExt cx="1868348" cy="276935"/>
          </a:xfrm>
          <a:solidFill>
            <a:schemeClr val="accent1"/>
          </a:solidFill>
        </p:grpSpPr>
        <p:sp>
          <p:nvSpPr>
            <p:cNvPr id="37" name="AutoShape 7"/>
            <p:cNvSpPr>
              <a:spLocks noChangeArrowheads="1"/>
            </p:cNvSpPr>
            <p:nvPr/>
          </p:nvSpPr>
          <p:spPr bwMode="auto">
            <a:xfrm>
              <a:off x="897128" y="1459399"/>
              <a:ext cx="1868348" cy="276935"/>
            </a:xfrm>
            <a:prstGeom prst="homePlate">
              <a:avLst>
                <a:gd name="adj" fmla="val 11944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8"/>
            <p:cNvSpPr txBox="1">
              <a:spLocks noChangeArrowheads="1"/>
            </p:cNvSpPr>
            <p:nvPr/>
          </p:nvSpPr>
          <p:spPr bwMode="auto">
            <a:xfrm>
              <a:off x="978940" y="1507535"/>
              <a:ext cx="1649550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r>
                <a:rPr lang="zh-CN" altLang="zh-CN" sz="2100" b="1" strike="noStrike" kern="0" noProof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普通元组</a:t>
              </a:r>
              <a:endParaRPr lang="zh-CN" altLang="zh-CN" sz="2100" b="1" strike="noStrike" kern="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7" grpId="0"/>
      <p:bldP spid="10" grpId="0"/>
      <p:bldP spid="12" grpId="0"/>
      <p:bldP spid="15" grpId="0" bldLvl="0" animBg="1"/>
      <p:bldP spid="18" grpId="0" bldLvl="0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如何使用元组</a:t>
            </a:r>
            <a:endParaRPr lang="zh-CN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23520" y="772795"/>
            <a:ext cx="199072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创建普通元组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65480" y="1336675"/>
            <a:ext cx="13220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31838" y="2715895"/>
            <a:ext cx="125539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2196465" y="1811655"/>
            <a:ext cx="2457450" cy="454434"/>
          </a:xfrm>
          <a:prstGeom prst="roundRect">
            <a:avLst>
              <a:gd name="adj" fmla="val 134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元组名 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 tuple(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序列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96465" y="3415030"/>
            <a:ext cx="2457450" cy="908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indent="0" algn="l" eaLnBrk="1" latinLnBrk="0" hangingPunct="1">
              <a:lnSpc>
                <a:spcPct val="150000"/>
              </a:lnSpc>
              <a:buNone/>
              <a:defRPr/>
            </a:pP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t_fac1 = tuple()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None/>
              <a:defRPr/>
            </a:pP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t_fac2 = tuple('123')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54270" y="3415030"/>
            <a:ext cx="2766060" cy="12331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indent="0" algn="l" eaLnBrk="1" latinLnBrk="0" hangingPunct="1">
              <a:lnSpc>
                <a:spcPct val="150000"/>
              </a:lnSpc>
              <a:buNone/>
              <a:defRPr/>
            </a:pP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tuple_normal1 = ()</a:t>
            </a:r>
            <a:endParaRPr lang="en-US" altLang="zh-CN" sz="16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eaLnBrk="1" latinLnBrk="0" hangingPunct="1">
              <a:lnSpc>
                <a:spcPct val="150000"/>
              </a:lnSpc>
              <a:buNone/>
              <a:defRPr/>
            </a:pP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tuple_normal2 = (100,)</a:t>
            </a:r>
            <a:endParaRPr lang="en-US" altLang="zh-CN" sz="16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None/>
              <a:defRPr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tuple_normal3 = ('123', [1])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4954270" y="1811655"/>
            <a:ext cx="2765425" cy="454434"/>
          </a:xfrm>
          <a:prstGeom prst="roundRect">
            <a:avLst>
              <a:gd name="adj" fmla="val 134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元组名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=(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元素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元素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2,···)</a:t>
            </a:r>
            <a:endParaRPr lang="en-US" altLang="zh-CN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11" name="肘形连接符 10"/>
          <p:cNvCxnSpPr>
            <a:stCxn id="4" idx="1"/>
            <a:endCxn id="8" idx="1"/>
          </p:cNvCxnSpPr>
          <p:nvPr/>
        </p:nvCxnSpPr>
        <p:spPr>
          <a:xfrm rot="10800000" flipV="1">
            <a:off x="2196465" y="2083435"/>
            <a:ext cx="3175" cy="1830070"/>
          </a:xfrm>
          <a:prstGeom prst="bentConnector3">
            <a:avLst>
              <a:gd name="adj1" fmla="val 7600000"/>
            </a:avLst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" name="肘形连接符 11"/>
          <p:cNvCxnSpPr>
            <a:stCxn id="18" idx="3"/>
            <a:endCxn id="9" idx="3"/>
          </p:cNvCxnSpPr>
          <p:nvPr/>
        </p:nvCxnSpPr>
        <p:spPr>
          <a:xfrm>
            <a:off x="7719695" y="2083435"/>
            <a:ext cx="635" cy="1992630"/>
          </a:xfrm>
          <a:prstGeom prst="bentConnector3">
            <a:avLst>
              <a:gd name="adj1" fmla="val 37600000"/>
            </a:avLst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4" grpId="0" bldLvl="0" animBg="1"/>
      <p:bldP spid="8" grpId="0" bldLvl="0" animBg="1"/>
      <p:bldP spid="9" grpId="0" bldLvl="0" animBg="1"/>
      <p:bldP spid="18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如何使用元组</a:t>
            </a:r>
            <a:endParaRPr lang="zh-C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29273" y="1283970"/>
            <a:ext cx="13220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语法格式：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62610" y="2726055"/>
            <a:ext cx="125539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25650" y="3523615"/>
            <a:ext cx="2126615" cy="453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indent="0" algn="l" eaLnBrk="1" latinLnBrk="0" hangingPunct="1">
              <a:lnSpc>
                <a:spcPct val="150000"/>
              </a:lnSpc>
              <a:buNone/>
              <a:defRPr/>
            </a:pP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t_nor1 = ((1,2) , (1,))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2025650" y="1811655"/>
            <a:ext cx="2818130" cy="454434"/>
          </a:xfrm>
          <a:prstGeom prst="roundRect">
            <a:avLst>
              <a:gd name="adj" fmla="val 134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元组名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(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2,···)</a:t>
            </a:r>
            <a:endParaRPr lang="en-US" altLang="zh-CN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11" name="肘形连接符 10"/>
          <p:cNvCxnSpPr>
            <a:stCxn id="18" idx="1"/>
            <a:endCxn id="9" idx="1"/>
          </p:cNvCxnSpPr>
          <p:nvPr/>
        </p:nvCxnSpPr>
        <p:spPr>
          <a:xfrm rot="10800000" flipV="1">
            <a:off x="2070100" y="2038985"/>
            <a:ext cx="3175" cy="1711325"/>
          </a:xfrm>
          <a:prstGeom prst="bentConnector3">
            <a:avLst>
              <a:gd name="adj1" fmla="val 7600000"/>
            </a:avLst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223520" y="772795"/>
            <a:ext cx="199072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创建嵌套元组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9" grpId="0" bldLvl="0" animBg="1"/>
      <p:bldP spid="1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如何使用元组</a:t>
            </a:r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3050"/>
          </a:xfrm>
        </p:spPr>
        <p:txBody>
          <a:bodyPr/>
          <a:lstStyle/>
          <a:p>
            <a:pPr>
              <a:defRPr/>
            </a:pPr>
            <a:fld id="{E22BC04B-702B-4CBB-87CA-63CD96333525}" type="slidenum">
              <a:rPr lang="zh-CN" altLang="en-US" sz="100" smtClean="0"/>
            </a:fld>
            <a:r>
              <a:rPr lang="en-US" altLang="zh-CN" sz="100"/>
              <a:t>/40</a:t>
            </a:r>
            <a:endParaRPr lang="zh-CN" altLang="en-US" sz="100" dirty="0"/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396240" y="1678940"/>
            <a:ext cx="4203065" cy="454434"/>
          </a:xfrm>
          <a:prstGeom prst="roundRect">
            <a:avLst>
              <a:gd name="adj" fmla="val 134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18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tuple_factory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tuple(“1,2,3”,(2,3))</a:t>
            </a:r>
            <a:endParaRPr lang="en-US" altLang="zh-CN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" y="2446655"/>
            <a:ext cx="6184265" cy="1297305"/>
          </a:xfrm>
          <a:prstGeom prst="rect">
            <a:avLst/>
          </a:prstGeom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23520" y="772795"/>
            <a:ext cx="1990725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错误代码示例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如何使用元组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22913" y="2075934"/>
            <a:ext cx="250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22913" y="2075934"/>
            <a:ext cx="250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361315" y="2954020"/>
            <a:ext cx="100711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示例：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361315" y="3583305"/>
            <a:ext cx="3385820" cy="929352"/>
          </a:xfrm>
          <a:prstGeom prst="roundRect">
            <a:avLst>
              <a:gd name="adj" fmla="val 134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indent="0" algn="l" eaLnBrk="1" latinLnBrk="0" hangingPunct="1">
              <a:lnSpc>
                <a:spcPct val="150000"/>
              </a:lnSpc>
              <a:buNone/>
              <a:defRPr/>
            </a:pPr>
            <a:r>
              <a:rPr sz="18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country = </a:t>
            </a:r>
            <a:r>
              <a:rPr lang="en-US" sz="18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('</a:t>
            </a:r>
            <a:r>
              <a:rPr sz="18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中国</a:t>
            </a:r>
            <a:r>
              <a:rPr lang="en-US" sz="18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','</a:t>
            </a:r>
            <a:r>
              <a:rPr sz="18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美国</a:t>
            </a:r>
            <a:r>
              <a:rPr lang="en-US" sz="18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','</a:t>
            </a:r>
            <a:r>
              <a:rPr sz="18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法国</a:t>
            </a:r>
            <a:r>
              <a:rPr lang="en-US" sz="18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')</a:t>
            </a:r>
            <a:endParaRPr sz="180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indent="0" algn="l" eaLnBrk="1" latinLnBrk="0" hangingPunct="1">
              <a:lnSpc>
                <a:spcPct val="150000"/>
              </a:lnSpc>
              <a:buNone/>
              <a:defRPr/>
            </a:pPr>
            <a:r>
              <a:rPr lang="en-US" altLang="zh-CN" sz="18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del  country</a:t>
            </a:r>
            <a:endParaRPr lang="zh-CN" altLang="en-US" sz="18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291465" y="1518285"/>
            <a:ext cx="5830570" cy="1081405"/>
            <a:chOff x="1627238" y="2200274"/>
            <a:chExt cx="5889524" cy="1339678"/>
          </a:xfrm>
        </p:grpSpPr>
        <p:sp>
          <p:nvSpPr>
            <p:cNvPr id="13" name="直角三角形 12"/>
            <p:cNvSpPr/>
            <p:nvPr>
              <p:custDataLst>
                <p:tags r:id="rId2"/>
              </p:custDataLst>
            </p:nvPr>
          </p:nvSpPr>
          <p:spPr>
            <a:xfrm rot="5400000" flipV="1">
              <a:off x="1678814" y="3320918"/>
              <a:ext cx="143302" cy="246449"/>
            </a:xfrm>
            <a:prstGeom prst="rtTriangle">
              <a:avLst/>
            </a:prstGeom>
            <a:solidFill>
              <a:srgbClr val="018BE9">
                <a:lumMod val="50000"/>
              </a:srgbClr>
            </a:solidFill>
            <a:ln>
              <a:noFill/>
            </a:ln>
          </p:spPr>
          <p:style>
            <a:lnRef idx="2">
              <a:srgbClr val="018BE9">
                <a:shade val="50000"/>
              </a:srgbClr>
            </a:lnRef>
            <a:fillRef idx="1">
              <a:srgbClr val="018BE9"/>
            </a:fillRef>
            <a:effectRef idx="0">
              <a:srgbClr val="018BE9"/>
            </a:effectRef>
            <a:fontRef idx="minor">
              <a:srgbClr val="FFFFFF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4" name="直角三角形 13"/>
            <p:cNvSpPr/>
            <p:nvPr>
              <p:custDataLst>
                <p:tags r:id="rId3"/>
              </p:custDataLst>
            </p:nvPr>
          </p:nvSpPr>
          <p:spPr>
            <a:xfrm rot="16200000">
              <a:off x="1679375" y="2173417"/>
              <a:ext cx="142182" cy="246449"/>
            </a:xfrm>
            <a:prstGeom prst="rtTriangle">
              <a:avLst/>
            </a:prstGeom>
            <a:solidFill>
              <a:srgbClr val="018BE9">
                <a:lumMod val="50000"/>
              </a:srgbClr>
            </a:solidFill>
            <a:ln>
              <a:noFill/>
            </a:ln>
          </p:spPr>
          <p:style>
            <a:lnRef idx="2">
              <a:srgbClr val="018BE9">
                <a:shade val="50000"/>
              </a:srgbClr>
            </a:lnRef>
            <a:fillRef idx="1">
              <a:srgbClr val="018BE9"/>
            </a:fillRef>
            <a:effectRef idx="0">
              <a:srgbClr val="018BE9"/>
            </a:effectRef>
            <a:fontRef idx="minor">
              <a:srgbClr val="FFFFFF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5" name="任意多边形 14"/>
            <p:cNvSpPr/>
            <p:nvPr>
              <p:custDataLst>
                <p:tags r:id="rId4"/>
              </p:custDataLst>
            </p:nvPr>
          </p:nvSpPr>
          <p:spPr>
            <a:xfrm>
              <a:off x="1753620" y="2200274"/>
              <a:ext cx="5169134" cy="1339678"/>
            </a:xfrm>
            <a:custGeom>
              <a:avLst/>
              <a:gdLst>
                <a:gd name="connsiteX0" fmla="*/ 111132 w 3895725"/>
                <a:gd name="connsiteY0" fmla="*/ 0 h 1009650"/>
                <a:gd name="connsiteX1" fmla="*/ 3895725 w 3895725"/>
                <a:gd name="connsiteY1" fmla="*/ 0 h 1009650"/>
                <a:gd name="connsiteX2" fmla="*/ 3895725 w 3895725"/>
                <a:gd name="connsiteY2" fmla="*/ 1009650 h 1009650"/>
                <a:gd name="connsiteX3" fmla="*/ 111132 w 3895725"/>
                <a:gd name="connsiteY3" fmla="*/ 1009650 h 1009650"/>
                <a:gd name="connsiteX4" fmla="*/ 0 w 3895725"/>
                <a:gd name="connsiteY4" fmla="*/ 898518 h 1009650"/>
                <a:gd name="connsiteX5" fmla="*/ 0 w 3895725"/>
                <a:gd name="connsiteY5" fmla="*/ 111132 h 1009650"/>
                <a:gd name="connsiteX6" fmla="*/ 111132 w 3895725"/>
                <a:gd name="connsiteY6" fmla="*/ 0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95725" h="1009650">
                  <a:moveTo>
                    <a:pt x="111132" y="0"/>
                  </a:moveTo>
                  <a:lnTo>
                    <a:pt x="3895725" y="0"/>
                  </a:lnTo>
                  <a:lnTo>
                    <a:pt x="3895725" y="1009650"/>
                  </a:lnTo>
                  <a:lnTo>
                    <a:pt x="111132" y="1009650"/>
                  </a:lnTo>
                  <a:cubicBezTo>
                    <a:pt x="49755" y="1009650"/>
                    <a:pt x="0" y="959895"/>
                    <a:pt x="0" y="898518"/>
                  </a:cubicBezTo>
                  <a:lnTo>
                    <a:pt x="0" y="111132"/>
                  </a:lnTo>
                  <a:cubicBezTo>
                    <a:pt x="0" y="49755"/>
                    <a:pt x="49755" y="0"/>
                    <a:pt x="111132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620000" tIns="34290" rIns="81000" bIns="34290" numCol="1" spcCol="0" rtlCol="0" fromWordArt="0" anchor="ctr" anchorCtr="0" forceAA="0" compatLnSpc="1">
              <a:normAutofit/>
            </a:bodyPr>
            <a:lstStyle/>
            <a:p>
              <a:pPr algn="just" eaLnBrk="1" latinLnBrk="0" hangingPunct="1"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200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del </a:t>
              </a:r>
              <a:r>
                <a:rPr lang="zh-CN" altLang="en-US" sz="200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元组名</a:t>
              </a:r>
              <a:endParaRPr lang="en-US" altLang="zh-CN" sz="2000" dirty="0">
                <a:solidFill>
                  <a:srgbClr val="FF0000"/>
                </a:solidFill>
                <a:latin typeface="+mn-ea"/>
                <a:sym typeface="+mn-ea"/>
              </a:endParaRPr>
            </a:p>
          </p:txBody>
        </p:sp>
        <p:sp>
          <p:nvSpPr>
            <p:cNvPr id="16" name="任意多边形 15"/>
            <p:cNvSpPr/>
            <p:nvPr>
              <p:custDataLst>
                <p:tags r:id="rId5"/>
              </p:custDataLst>
            </p:nvPr>
          </p:nvSpPr>
          <p:spPr>
            <a:xfrm>
              <a:off x="1627238" y="2364316"/>
              <a:ext cx="1187143" cy="1010927"/>
            </a:xfrm>
            <a:custGeom>
              <a:avLst/>
              <a:gdLst>
                <a:gd name="connsiteX0" fmla="*/ 0 w 1362074"/>
                <a:gd name="connsiteY0" fmla="*/ 0 h 762000"/>
                <a:gd name="connsiteX1" fmla="*/ 981074 w 1362074"/>
                <a:gd name="connsiteY1" fmla="*/ 0 h 762000"/>
                <a:gd name="connsiteX2" fmla="*/ 1362074 w 1362074"/>
                <a:gd name="connsiteY2" fmla="*/ 381000 h 762000"/>
                <a:gd name="connsiteX3" fmla="*/ 981074 w 1362074"/>
                <a:gd name="connsiteY3" fmla="*/ 762000 h 762000"/>
                <a:gd name="connsiteX4" fmla="*/ 0 w 1362074"/>
                <a:gd name="connsiteY4" fmla="*/ 7620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2074" h="762000">
                  <a:moveTo>
                    <a:pt x="0" y="0"/>
                  </a:moveTo>
                  <a:lnTo>
                    <a:pt x="981074" y="0"/>
                  </a:lnTo>
                  <a:cubicBezTo>
                    <a:pt x="1191494" y="0"/>
                    <a:pt x="1362074" y="170580"/>
                    <a:pt x="1362074" y="381000"/>
                  </a:cubicBezTo>
                  <a:cubicBezTo>
                    <a:pt x="1362074" y="591420"/>
                    <a:pt x="1191494" y="762000"/>
                    <a:pt x="981074" y="762000"/>
                  </a:cubicBezTo>
                  <a:lnTo>
                    <a:pt x="0" y="762000"/>
                  </a:lnTo>
                  <a:close/>
                </a:path>
              </a:pathLst>
            </a:custGeom>
            <a:ln>
              <a:noFill/>
            </a:ln>
            <a:effectLst>
              <a:outerShdw blurRad="50800" dist="254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rgbClr val="018BE9">
                <a:shade val="50000"/>
              </a:srgbClr>
            </a:lnRef>
            <a:fillRef idx="1">
              <a:srgbClr val="018BE9"/>
            </a:fillRef>
            <a:effectRef idx="0">
              <a:srgbClr val="018BE9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rmAutofit/>
            </a:bodyPr>
            <a:lstStyle/>
            <a:p>
              <a:pPr algn="ctr"/>
              <a:r>
                <a:rPr kumimoji="1" lang="zh-CN" altLang="en-US" sz="2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+mn-ea"/>
                </a:rPr>
                <a:t>语法格式</a:t>
              </a:r>
              <a:endParaRPr kumimoji="1" lang="zh-CN" altLang="en-US" sz="2000" b="1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+mn-ea"/>
              </a:endParaRPr>
            </a:p>
          </p:txBody>
        </p:sp>
        <p:sp>
          <p:nvSpPr>
            <p:cNvPr id="17" name="任意多边形 16"/>
            <p:cNvSpPr/>
            <p:nvPr>
              <p:custDataLst>
                <p:tags r:id="rId6"/>
              </p:custDataLst>
            </p:nvPr>
          </p:nvSpPr>
          <p:spPr>
            <a:xfrm>
              <a:off x="6922754" y="2200274"/>
              <a:ext cx="594008" cy="1339678"/>
            </a:xfrm>
            <a:custGeom>
              <a:avLst/>
              <a:gdLst>
                <a:gd name="connsiteX0" fmla="*/ 0 w 447675"/>
                <a:gd name="connsiteY0" fmla="*/ 0 h 1009650"/>
                <a:gd name="connsiteX1" fmla="*/ 336543 w 447675"/>
                <a:gd name="connsiteY1" fmla="*/ 0 h 1009650"/>
                <a:gd name="connsiteX2" fmla="*/ 447675 w 447675"/>
                <a:gd name="connsiteY2" fmla="*/ 111132 h 1009650"/>
                <a:gd name="connsiteX3" fmla="*/ 447675 w 447675"/>
                <a:gd name="connsiteY3" fmla="*/ 898518 h 1009650"/>
                <a:gd name="connsiteX4" fmla="*/ 336543 w 447675"/>
                <a:gd name="connsiteY4" fmla="*/ 1009650 h 1009650"/>
                <a:gd name="connsiteX5" fmla="*/ 0 w 447675"/>
                <a:gd name="connsiteY5" fmla="*/ 1009650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7675" h="1009650">
                  <a:moveTo>
                    <a:pt x="0" y="0"/>
                  </a:moveTo>
                  <a:lnTo>
                    <a:pt x="336543" y="0"/>
                  </a:lnTo>
                  <a:cubicBezTo>
                    <a:pt x="397920" y="0"/>
                    <a:pt x="447675" y="49755"/>
                    <a:pt x="447675" y="111132"/>
                  </a:cubicBezTo>
                  <a:lnTo>
                    <a:pt x="447675" y="898518"/>
                  </a:lnTo>
                  <a:cubicBezTo>
                    <a:pt x="447675" y="959895"/>
                    <a:pt x="397920" y="1009650"/>
                    <a:pt x="336543" y="1009650"/>
                  </a:cubicBezTo>
                  <a:lnTo>
                    <a:pt x="0" y="1009650"/>
                  </a:lnTo>
                  <a:close/>
                </a:path>
              </a:pathLst>
            </a:custGeom>
            <a:solidFill>
              <a:srgbClr val="018BE9"/>
            </a:solidFill>
            <a:ln>
              <a:noFill/>
            </a:ln>
          </p:spPr>
          <p:style>
            <a:lnRef idx="2">
              <a:srgbClr val="018BE9">
                <a:shade val="50000"/>
              </a:srgbClr>
            </a:lnRef>
            <a:fillRef idx="1">
              <a:srgbClr val="018BE9"/>
            </a:fillRef>
            <a:effectRef idx="0">
              <a:srgbClr val="018BE9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rmAutofit/>
            </a:bodyPr>
            <a:lstStyle/>
            <a:p>
              <a:pPr algn="ctr"/>
              <a:endParaRPr lang="zh-CN" altLang="en-US" sz="2100" dirty="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23520" y="772795"/>
            <a:ext cx="128905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删除元组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如何遍历元组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22913" y="2075934"/>
            <a:ext cx="250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22913" y="2075934"/>
            <a:ext cx="250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23520" y="772795"/>
            <a:ext cx="547348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使用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enumerate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遍历元组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-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第一种使用方式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7000" y="1221750"/>
            <a:ext cx="823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enumerate() 函数用于将一个可遍历的数据对象(如列表、元组或字符串)组合为一个索引序列，同时列出数据和数据下标，一般用在 for 循环当中。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77000" y="2031750"/>
            <a:ext cx="71834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if __name__ == '__main__':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    </a:t>
            </a:r>
            <a:r>
              <a:rPr lang="en-US" altLang="zh-CN" dirty="0" err="1"/>
              <a:t>mtup</a:t>
            </a:r>
            <a:r>
              <a:rPr lang="en-US" altLang="zh-CN" dirty="0"/>
              <a:t> = (1,2,3,4,5,6,7)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    for </a:t>
            </a:r>
            <a:r>
              <a:rPr lang="en-US" altLang="zh-CN" dirty="0" err="1"/>
              <a:t>ind</a:t>
            </a:r>
            <a:r>
              <a:rPr lang="en-US" altLang="zh-CN" dirty="0"/>
              <a:t>, </a:t>
            </a:r>
            <a:r>
              <a:rPr lang="en-US" altLang="zh-CN" dirty="0" err="1"/>
              <a:t>val</a:t>
            </a:r>
            <a:r>
              <a:rPr lang="en-US" altLang="zh-CN" dirty="0"/>
              <a:t> in enumerate(</a:t>
            </a:r>
            <a:r>
              <a:rPr lang="en-US" altLang="zh-CN" dirty="0" err="1"/>
              <a:t>mtup</a:t>
            </a:r>
            <a:r>
              <a:rPr lang="en-US" altLang="zh-CN" dirty="0"/>
              <a:t>):</a:t>
            </a:r>
            <a:endParaRPr lang="en-US" altLang="zh-CN" dirty="0"/>
          </a:p>
          <a:p>
            <a:pPr algn="l"/>
            <a:r>
              <a:rPr lang="en-US" altLang="zh-CN" dirty="0"/>
              <a:t>        print("</a:t>
            </a:r>
            <a:r>
              <a:rPr lang="zh-CN" altLang="en-US" dirty="0"/>
              <a:t>元组中的下标是</a:t>
            </a:r>
            <a:r>
              <a:rPr lang="en-US" altLang="zh-CN" dirty="0"/>
              <a:t>:{</a:t>
            </a:r>
            <a:r>
              <a:rPr lang="en-US" altLang="zh-CN" dirty="0" err="1"/>
              <a:t>ind</a:t>
            </a:r>
            <a:r>
              <a:rPr lang="en-US" altLang="zh-CN" dirty="0"/>
              <a:t>}, </a:t>
            </a:r>
            <a:r>
              <a:rPr lang="zh-CN" altLang="en-US" dirty="0"/>
              <a:t>元组中的值</a:t>
            </a:r>
            <a:r>
              <a:rPr lang="en-US" altLang="zh-CN" dirty="0"/>
              <a:t>:{</a:t>
            </a:r>
            <a:r>
              <a:rPr lang="en-US" altLang="zh-CN" dirty="0" err="1"/>
              <a:t>val</a:t>
            </a:r>
            <a:r>
              <a:rPr lang="en-US" altLang="zh-CN" dirty="0"/>
              <a:t>}".\</a:t>
            </a:r>
            <a:endParaRPr lang="en-US" altLang="zh-CN" dirty="0"/>
          </a:p>
          <a:p>
            <a:pPr algn="l"/>
            <a:r>
              <a:rPr lang="en-US" altLang="zh-CN" dirty="0"/>
              <a:t>              format(</a:t>
            </a:r>
            <a:r>
              <a:rPr lang="en-US" altLang="zh-CN" dirty="0" err="1"/>
              <a:t>ind</a:t>
            </a:r>
            <a:r>
              <a:rPr lang="en-US" altLang="zh-CN" dirty="0"/>
              <a:t> = </a:t>
            </a:r>
            <a:r>
              <a:rPr lang="en-US" altLang="zh-CN" dirty="0" err="1"/>
              <a:t>ind</a:t>
            </a:r>
            <a:r>
              <a:rPr lang="en-US" altLang="zh-CN" dirty="0"/>
              <a:t>, </a:t>
            </a:r>
            <a:r>
              <a:rPr lang="en-US" altLang="zh-CN" dirty="0" err="1"/>
              <a:t>val</a:t>
            </a:r>
            <a:r>
              <a:rPr lang="en-US" altLang="zh-CN" dirty="0"/>
              <a:t> = </a:t>
            </a:r>
            <a:r>
              <a:rPr lang="en-US" altLang="zh-CN" dirty="0" err="1"/>
              <a:t>val</a:t>
            </a:r>
            <a:r>
              <a:rPr lang="en-US" altLang="zh-CN" dirty="0"/>
              <a:t>))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如何遍历元组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22913" y="2075934"/>
            <a:ext cx="250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22913" y="2075934"/>
            <a:ext cx="2508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23520" y="772795"/>
            <a:ext cx="596848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使用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enumerate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遍历元组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-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第二种使用方式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7000" y="1221750"/>
            <a:ext cx="823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enumerate() 函数用于将一个可遍历的数据对象(如列表、元组或字符串)组合为一个索引序列，同时列出数据和数据下标，一般用在 for 循环当中。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77000" y="2031750"/>
            <a:ext cx="71834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if __name__ == '__main__':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    </a:t>
            </a:r>
            <a:r>
              <a:rPr lang="en-US" altLang="zh-CN" dirty="0" err="1"/>
              <a:t>mtup</a:t>
            </a:r>
            <a:r>
              <a:rPr lang="en-US" altLang="zh-CN" dirty="0"/>
              <a:t> = (1,2,3,4,5,6,7)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    # </a:t>
            </a:r>
            <a:r>
              <a:rPr lang="zh-CN" altLang="en-US" dirty="0"/>
              <a:t>如果</a:t>
            </a:r>
            <a:r>
              <a:rPr lang="en-US" altLang="zh-CN" dirty="0"/>
              <a:t>start=1</a:t>
            </a:r>
            <a:r>
              <a:rPr lang="zh-CN" altLang="en-US" dirty="0"/>
              <a:t>，则</a:t>
            </a:r>
            <a:r>
              <a:rPr lang="en-US" altLang="zh-CN" dirty="0" err="1"/>
              <a:t>ind</a:t>
            </a:r>
            <a:r>
              <a:rPr lang="zh-CN" altLang="en-US" dirty="0"/>
              <a:t>的值将会从</a:t>
            </a:r>
            <a:r>
              <a:rPr lang="en-US" altLang="zh-CN" dirty="0"/>
              <a:t>1</a:t>
            </a:r>
            <a:r>
              <a:rPr lang="zh-CN" altLang="en-US" dirty="0"/>
              <a:t>开始</a:t>
            </a:r>
            <a:endParaRPr lang="zh-CN" altLang="en-US" dirty="0"/>
          </a:p>
          <a:p>
            <a:pPr algn="l"/>
            <a:r>
              <a:rPr lang="zh-CN" altLang="en-US" dirty="0"/>
              <a:t>    </a:t>
            </a:r>
            <a:r>
              <a:rPr lang="en-US" altLang="zh-CN" dirty="0"/>
              <a:t>for </a:t>
            </a:r>
            <a:r>
              <a:rPr lang="en-US" altLang="zh-CN" dirty="0" err="1"/>
              <a:t>ind</a:t>
            </a:r>
            <a:r>
              <a:rPr lang="en-US" altLang="zh-CN" dirty="0"/>
              <a:t>, </a:t>
            </a:r>
            <a:r>
              <a:rPr lang="en-US" altLang="zh-CN" dirty="0" err="1"/>
              <a:t>val</a:t>
            </a:r>
            <a:r>
              <a:rPr lang="en-US" altLang="zh-CN" dirty="0"/>
              <a:t> in enumerate(</a:t>
            </a:r>
            <a:r>
              <a:rPr lang="en-US" altLang="zh-CN" dirty="0" err="1"/>
              <a:t>mtup</a:t>
            </a:r>
            <a:r>
              <a:rPr lang="en-US" altLang="zh-CN" dirty="0"/>
              <a:t>, start=1):</a:t>
            </a:r>
            <a:endParaRPr lang="en-US" altLang="zh-CN" dirty="0"/>
          </a:p>
          <a:p>
            <a:pPr algn="l"/>
            <a:r>
              <a:rPr lang="en-US" altLang="zh-CN" dirty="0"/>
              <a:t>        print("</a:t>
            </a:r>
            <a:r>
              <a:rPr lang="zh-CN" altLang="en-US" dirty="0"/>
              <a:t>元组中的下标是</a:t>
            </a:r>
            <a:r>
              <a:rPr lang="en-US" altLang="zh-CN" dirty="0"/>
              <a:t>:{</a:t>
            </a:r>
            <a:r>
              <a:rPr lang="en-US" altLang="zh-CN" dirty="0" err="1"/>
              <a:t>ind</a:t>
            </a:r>
            <a:r>
              <a:rPr lang="en-US" altLang="zh-CN" dirty="0"/>
              <a:t>}, </a:t>
            </a:r>
            <a:r>
              <a:rPr lang="zh-CN" altLang="en-US" dirty="0"/>
              <a:t>元组中的值</a:t>
            </a:r>
            <a:r>
              <a:rPr lang="en-US" altLang="zh-CN" dirty="0"/>
              <a:t>:{</a:t>
            </a:r>
            <a:r>
              <a:rPr lang="en-US" altLang="zh-CN" dirty="0" err="1"/>
              <a:t>val</a:t>
            </a:r>
            <a:r>
              <a:rPr lang="en-US" altLang="zh-CN" dirty="0"/>
              <a:t>}".\</a:t>
            </a:r>
            <a:endParaRPr lang="en-US" altLang="zh-CN" dirty="0"/>
          </a:p>
          <a:p>
            <a:pPr algn="l"/>
            <a:r>
              <a:rPr lang="en-US" altLang="zh-CN" dirty="0"/>
              <a:t>              format(</a:t>
            </a:r>
            <a:r>
              <a:rPr lang="en-US" altLang="zh-CN" dirty="0" err="1"/>
              <a:t>ind</a:t>
            </a:r>
            <a:r>
              <a:rPr lang="en-US" altLang="zh-CN" dirty="0"/>
              <a:t> = </a:t>
            </a:r>
            <a:r>
              <a:rPr lang="en-US" altLang="zh-CN" dirty="0" err="1"/>
              <a:t>ind</a:t>
            </a:r>
            <a:r>
              <a:rPr lang="en-US" altLang="zh-CN" dirty="0"/>
              <a:t>, </a:t>
            </a:r>
            <a:r>
              <a:rPr lang="en-US" altLang="zh-CN" dirty="0" err="1"/>
              <a:t>val</a:t>
            </a:r>
            <a:r>
              <a:rPr lang="en-US" altLang="zh-CN" dirty="0"/>
              <a:t> = </a:t>
            </a:r>
            <a:r>
              <a:rPr lang="en-US" altLang="zh-CN" dirty="0" err="1"/>
              <a:t>val</a:t>
            </a:r>
            <a:r>
              <a:rPr lang="en-US" altLang="zh-CN" dirty="0"/>
              <a:t>))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课堂测试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23215" y="843280"/>
            <a:ext cx="8352790" cy="38989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下列元组的使用正确的是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tuple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= 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1, 2, 3, 4, 5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tuple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 = ()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tuple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=     "a", "b", "c", "d“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tuple4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()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下列元组的写法错误的是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= tuple(list())                   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 = ([1,2,3])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 = tuple(1,2)            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 = (1,2,3)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00300" y="3253105"/>
            <a:ext cx="599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×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77610" y="1661795"/>
            <a:ext cx="582930" cy="368300"/>
          </a:xfrm>
          <a:prstGeom prst="rect">
            <a:avLst/>
          </a:prstGeom>
          <a:noFill/>
          <a:ln w="6350">
            <a:noFill/>
          </a:ln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cs typeface="Arial" panose="020B0604020202020204" pitchFamily="34" charset="0"/>
              </a:rPr>
              <a:t>√</a:t>
            </a:r>
            <a:endParaRPr lang="zh-CN" altLang="en-US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50360" y="1661795"/>
            <a:ext cx="3086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olidFill>
                  <a:srgbClr val="FF0000"/>
                </a:solidFill>
                <a:cs typeface="Arial" panose="020B0604020202020204" pitchFamily="34" charset="0"/>
                <a:sym typeface="+mn-ea"/>
              </a:rPr>
              <a:t>√</a:t>
            </a:r>
            <a:endParaRPr lang="zh-CN" altLang="en-US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元组的特性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3"/>
          <p:cNvSpPr>
            <a:spLocks noGrp="1"/>
          </p:cNvSpPr>
          <p:nvPr/>
        </p:nvSpPr>
        <p:spPr>
          <a:xfrm>
            <a:off x="429895" y="1275080"/>
            <a:ext cx="3304540" cy="3867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27330" indent="-227330" algn="l" rtl="0" eaLnBrk="0" fontAlgn="base" hangingPunct="0">
              <a:lnSpc>
                <a:spcPts val="2500"/>
              </a:lnSpc>
              <a:spcBef>
                <a:spcPts val="1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6845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u"/>
              <a:defRPr sz="16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2pPr>
            <a:lvl3pPr marL="11417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3pPr>
            <a:lvl4pPr marL="15989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61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5146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atinLnBrk="0">
              <a:lnSpc>
                <a:spcPct val="100000"/>
              </a:lnSpc>
              <a:spcBef>
                <a:spcPts val="0"/>
              </a:spcBef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有序：元素的位置是有顺序的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3"/>
          <p:cNvSpPr>
            <a:spLocks noGrp="1"/>
          </p:cNvSpPr>
          <p:nvPr/>
        </p:nvSpPr>
        <p:spPr>
          <a:xfrm>
            <a:off x="429895" y="3371850"/>
            <a:ext cx="2945130" cy="3867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27330" indent="-227330" algn="l" rtl="0" eaLnBrk="0" fontAlgn="base" hangingPunct="0">
              <a:lnSpc>
                <a:spcPts val="2500"/>
              </a:lnSpc>
              <a:spcBef>
                <a:spcPts val="1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6845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u"/>
              <a:defRPr sz="16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2pPr>
            <a:lvl3pPr marL="11417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3pPr>
            <a:lvl4pPr marL="15989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61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5146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可嵌套：元组嵌套元组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429895" y="1658272"/>
            <a:ext cx="3304540" cy="836545"/>
          </a:xfrm>
          <a:prstGeom prst="roundRect">
            <a:avLst>
              <a:gd name="adj" fmla="val 134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('django','mysql','</a:t>
            </a:r>
            <a:r>
              <a:rPr lang="zh-CN" alt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面试</a:t>
            </a: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.png')</a:t>
            </a:r>
            <a:endParaRPr lang="en-US" altLang="zh-CN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正序</a:t>
            </a: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	0           1             2</a:t>
            </a:r>
            <a:endParaRPr lang="en-US" altLang="zh-CN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倒序</a:t>
            </a: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	-3          -2           -1</a:t>
            </a:r>
            <a:endParaRPr lang="en-US" altLang="zh-CN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AutoShape 15"/>
          <p:cNvSpPr>
            <a:spLocks noChangeArrowheads="1"/>
          </p:cNvSpPr>
          <p:nvPr/>
        </p:nvSpPr>
        <p:spPr bwMode="auto">
          <a:xfrm>
            <a:off x="429895" y="3745478"/>
            <a:ext cx="2945765" cy="339865"/>
          </a:xfrm>
          <a:prstGeom prst="roundRect">
            <a:avLst>
              <a:gd name="adj" fmla="val 134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 ('django01', </a:t>
            </a: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'django01')</a:t>
            </a:r>
            <a:r>
              <a:rPr lang="zh-CN" altLang="en-US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16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AutoShape 15"/>
          <p:cNvSpPr>
            <a:spLocks noChangeArrowheads="1"/>
          </p:cNvSpPr>
          <p:nvPr/>
        </p:nvSpPr>
        <p:spPr bwMode="auto">
          <a:xfrm>
            <a:off x="4344035" y="3745230"/>
            <a:ext cx="1431290" cy="339865"/>
          </a:xfrm>
          <a:prstGeom prst="roundRect">
            <a:avLst>
              <a:gd name="adj" fmla="val 134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('123',[1,2])</a:t>
            </a:r>
            <a:endParaRPr lang="en-US" altLang="zh-CN" sz="18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内容占位符 3"/>
          <p:cNvSpPr>
            <a:spLocks noGrp="1"/>
          </p:cNvSpPr>
          <p:nvPr/>
        </p:nvSpPr>
        <p:spPr>
          <a:xfrm>
            <a:off x="4344187" y="1275080"/>
            <a:ext cx="3876675" cy="3867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27330" indent="-227330" algn="l" rtl="0" eaLnBrk="0" fontAlgn="base" hangingPunct="0">
              <a:lnSpc>
                <a:spcPts val="2500"/>
              </a:lnSpc>
              <a:spcBef>
                <a:spcPts val="1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6845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u"/>
              <a:defRPr sz="16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2pPr>
            <a:lvl3pPr marL="11417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3pPr>
            <a:lvl4pPr marL="15989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61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5146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atinLnBrk="0">
              <a:lnSpc>
                <a:spcPct val="100000"/>
              </a:lnSpc>
              <a:spcBef>
                <a:spcPts val="0"/>
              </a:spcBef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不可变：是指元组本身是不可以改变的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3"/>
          <p:cNvSpPr>
            <a:spLocks noGrp="1"/>
          </p:cNvSpPr>
          <p:nvPr/>
        </p:nvSpPr>
        <p:spPr>
          <a:xfrm>
            <a:off x="4344187" y="3371850"/>
            <a:ext cx="4363720" cy="3867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27330" indent="-227330" algn="l" rtl="0" eaLnBrk="0" fontAlgn="base" hangingPunct="0">
              <a:lnSpc>
                <a:spcPts val="2500"/>
              </a:lnSpc>
              <a:spcBef>
                <a:spcPts val="1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6845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u"/>
              <a:defRPr sz="16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2pPr>
            <a:lvl3pPr marL="11417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3pPr>
            <a:lvl4pPr marL="15989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61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5146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atinLnBrk="0">
              <a:lnSpc>
                <a:spcPct val="100000"/>
              </a:lnSpc>
              <a:spcBef>
                <a:spcPts val="0"/>
              </a:spcBef>
            </a:pPr>
            <a:r>
              <a:rPr lang="zh-CN" altLang="en-US" sz="16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异构：是指元组中可以存储不同的数据类型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4" grpId="0" bldLvl="0" animBg="1"/>
      <p:bldP spid="14" grpId="0" bldLvl="0" animBg="1"/>
      <p:bldP spid="17" grpId="0" bldLvl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/>
              <a:t>元组的应用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案例要求：</a:t>
            </a:r>
            <a:endParaRPr lang="zh-CN" altLang="en-US"/>
          </a:p>
          <a:p>
            <a:pPr lvl="1"/>
            <a:r>
              <a:rPr lang="zh-CN" altLang="en-US"/>
              <a:t>1)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创建元组，元组内容为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姓名，科目，分数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2"/>
            <a:r>
              <a:rPr lang="zh-CN" altLang="en-US"/>
              <a:t>姓名：小一</a:t>
            </a:r>
            <a:endParaRPr lang="zh-CN" altLang="en-US"/>
          </a:p>
          <a:p>
            <a:pPr lvl="2"/>
            <a:r>
              <a:rPr lang="zh-CN" altLang="en-US"/>
              <a:t>科目：</a:t>
            </a:r>
            <a:r>
              <a:rPr lang="en-US" altLang="zh-CN"/>
              <a:t>python</a:t>
            </a:r>
            <a:r>
              <a:rPr lang="zh-CN" altLang="en-US"/>
              <a:t>初级</a:t>
            </a:r>
            <a:endParaRPr lang="en-US" altLang="zh-CN"/>
          </a:p>
          <a:p>
            <a:pPr lvl="2"/>
            <a:r>
              <a:rPr lang="zh-CN" altLang="en-US"/>
              <a:t>分数：</a:t>
            </a:r>
            <a:r>
              <a:rPr lang="en-US" altLang="zh-CN"/>
              <a:t>100</a:t>
            </a:r>
            <a:endParaRPr lang="zh-CN" altLang="en-US"/>
          </a:p>
          <a:p>
            <a:pPr lvl="0"/>
            <a:r>
              <a:rPr lang="zh-CN" altLang="en-US"/>
              <a:t>注意事项</a:t>
            </a:r>
            <a:r>
              <a:rPr lang="en-US" altLang="zh-CN"/>
              <a:t>:</a:t>
            </a:r>
            <a:endParaRPr lang="en-US" altLang="zh-CN"/>
          </a:p>
          <a:p>
            <a:pPr lvl="1"/>
            <a:r>
              <a:rPr lang="en-US" altLang="zh-CN" sz="1600"/>
              <a:t>1)</a:t>
            </a:r>
            <a:r>
              <a:rPr lang="zh-CN" altLang="en-US" sz="1600"/>
              <a:t>分数为数值型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2924706" y="4142821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0" eaLnBrk="0" latin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元组的应用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362903" y="3205480"/>
            <a:ext cx="4990465" cy="898630"/>
          </a:xfrm>
          <a:prstGeom prst="roundRect">
            <a:avLst>
              <a:gd name="adj" fmla="val 134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demo1 = </a:t>
            </a: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('</a:t>
            </a:r>
            <a:r>
              <a:rPr lang="zh-CN" altLang="en-US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小一</a:t>
            </a: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','</a:t>
            </a:r>
            <a:r>
              <a:rPr lang="en-US" altLang="zh-CN" sz="2000">
                <a:sym typeface="+mn-ea"/>
              </a:rPr>
              <a:t>python</a:t>
            </a:r>
            <a:r>
              <a:rPr lang="zh-CN" altLang="en-US" sz="2000">
                <a:sym typeface="+mn-ea"/>
              </a:rPr>
              <a:t>初级</a:t>
            </a: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',100)</a:t>
            </a:r>
            <a:endParaRPr lang="en-US" altLang="zh-CN" sz="20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demo2 = tuple(['</a:t>
            </a:r>
            <a:r>
              <a:rPr lang="zh-CN" altLang="en-US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小一</a:t>
            </a: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','</a:t>
            </a:r>
            <a:r>
              <a:rPr lang="en-US" altLang="zh-CN" sz="2000">
                <a:sym typeface="+mn-ea"/>
              </a:rPr>
              <a:t>python</a:t>
            </a:r>
            <a:r>
              <a:rPr lang="zh-CN" altLang="en-US" sz="2000">
                <a:sym typeface="+mn-ea"/>
              </a:rPr>
              <a:t>初级</a:t>
            </a: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',100])</a:t>
            </a:r>
            <a:endParaRPr lang="en-US" altLang="zh-CN" sz="20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370205" y="1551940"/>
            <a:ext cx="4990465" cy="898630"/>
          </a:xfrm>
          <a:prstGeom prst="roundRect">
            <a:avLst>
              <a:gd name="adj" fmla="val 134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= ('</a:t>
            </a:r>
            <a:r>
              <a:rPr lang="zh-CN" altLang="en-US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小一</a:t>
            </a: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','</a:t>
            </a:r>
            <a:r>
              <a:rPr lang="en-US" altLang="zh-CN" sz="2000">
                <a:sym typeface="+mn-ea"/>
              </a:rPr>
              <a:t>python</a:t>
            </a:r>
            <a:r>
              <a:rPr lang="zh-CN" altLang="en-US" sz="2000">
                <a:sym typeface="+mn-ea"/>
              </a:rPr>
              <a:t>初级</a:t>
            </a: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','100')</a:t>
            </a:r>
            <a:endParaRPr lang="en-US" altLang="zh-CN" sz="20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 = tuple('</a:t>
            </a:r>
            <a:r>
              <a:rPr lang="zh-CN" altLang="en-US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小一</a:t>
            </a: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','</a:t>
            </a:r>
            <a:r>
              <a:rPr lang="en-US" altLang="zh-CN" sz="2000">
                <a:sym typeface="+mn-ea"/>
              </a:rPr>
              <a:t>python</a:t>
            </a:r>
            <a:r>
              <a:rPr lang="zh-CN" altLang="en-US" sz="2000">
                <a:sym typeface="+mn-ea"/>
              </a:rPr>
              <a:t>初级</a:t>
            </a:r>
            <a:r>
              <a:rPr lang="en-US" altLang="zh-CN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',100</a:t>
            </a:r>
            <a:r>
              <a:rPr lang="en-US" sz="2000" dirty="0">
                <a:solidFill>
                  <a:srgbClr val="091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2000" dirty="0">
              <a:solidFill>
                <a:srgbClr val="0913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23520" y="772795"/>
            <a:ext cx="128905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代码示例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错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735" y="1562100"/>
            <a:ext cx="915035" cy="898525"/>
          </a:xfrm>
          <a:prstGeom prst="rect">
            <a:avLst/>
          </a:prstGeom>
        </p:spPr>
      </p:pic>
      <p:pic>
        <p:nvPicPr>
          <p:cNvPr id="7" name="图片 6" descr="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735" y="3205480"/>
            <a:ext cx="915035" cy="89852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/>
              <a:t>元组的应用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案例要求：</a:t>
            </a:r>
            <a:endParaRPr lang="zh-CN" altLang="en-US" dirty="0"/>
          </a:p>
          <a:p>
            <a:pPr lvl="1"/>
            <a:r>
              <a:rPr lang="zh-CN" altLang="en-US" dirty="0"/>
              <a:t>1)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创建元组，元组内容为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学院名，班级列表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2"/>
            <a:r>
              <a:rPr lang="zh-CN" altLang="en-US" dirty="0"/>
              <a:t>学院</a:t>
            </a:r>
            <a:r>
              <a:rPr lang="zh-CN" altLang="en-US"/>
              <a:t>名：人工智能学院</a:t>
            </a:r>
            <a:endParaRPr lang="zh-CN" altLang="en-US" dirty="0"/>
          </a:p>
          <a:p>
            <a:pPr lvl="2"/>
            <a:r>
              <a:rPr lang="zh-CN" altLang="en-US" dirty="0"/>
              <a:t>班级列表：</a:t>
            </a:r>
            <a:r>
              <a:rPr lang="zh-CN" altLang="zh-CN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['1601','1602','1603']</a:t>
            </a:r>
            <a:endParaRPr lang="zh-CN" altLang="zh-CN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/>
            <a:r>
              <a:rPr lang="en-US" altLang="zh-CN" sz="1400" dirty="0">
                <a:sym typeface="+mn-ea"/>
              </a:rPr>
              <a:t>2</a:t>
            </a:r>
            <a:r>
              <a:rPr lang="zh-CN" altLang="en-US" sz="1400" dirty="0">
                <a:sym typeface="+mn-ea"/>
              </a:rPr>
              <a:t>)	向班级列表中追加</a:t>
            </a:r>
            <a:r>
              <a:rPr lang="en-US" altLang="zh-CN" sz="1400" dirty="0">
                <a:sym typeface="+mn-ea"/>
              </a:rPr>
              <a:t>1604</a:t>
            </a:r>
            <a:r>
              <a:rPr lang="zh-CN" altLang="en-US" sz="1400" dirty="0">
                <a:sym typeface="+mn-ea"/>
              </a:rPr>
              <a:t>班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2"/>
            <a:r>
              <a:rPr lang="zh-CN" altLang="en-US" dirty="0"/>
              <a:t>打印输出追加后的结果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2924706" y="4142821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0" eaLnBrk="0" latin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元组的应用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2"/>
          <p:cNvSpPr txBox="1">
            <a:spLocks noChangeArrowheads="1"/>
          </p:cNvSpPr>
          <p:nvPr/>
        </p:nvSpPr>
        <p:spPr bwMode="auto">
          <a:xfrm>
            <a:off x="299720" y="1667510"/>
            <a:ext cx="4348480" cy="10604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r>
              <a:rPr lang="zh-CN" altLang="zh-CN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 = (‘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班级</a:t>
            </a:r>
            <a:r>
              <a:rPr lang="zh-CN" altLang="zh-CN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',['1601','1602','1603']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zh-CN" sz="14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zh-CN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a[1].append('1604')</a:t>
            </a:r>
            <a:endParaRPr lang="zh-CN" altLang="zh-CN" sz="14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zh-CN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print(a)</a:t>
            </a:r>
            <a:endParaRPr lang="zh-CN" altLang="zh-CN" sz="14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223520" y="772795"/>
            <a:ext cx="1289050" cy="385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latinLnBrk="0" hangingPunct="0">
              <a:lnSpc>
                <a:spcPct val="9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代码示例</a:t>
            </a:r>
            <a:endParaRPr lang="zh-CN" altLang="en-US" sz="16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元组的作用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52270" y="1591628"/>
            <a:ext cx="5839460" cy="1960245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0" name="圆角矩形 9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1、方便存储不同类型数据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2、可以防止数据被修改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3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、可以作为列表的嵌套元素使用</a:t>
              </a:r>
              <a:endParaRPr lang="zh-CN" altLang="en-US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第二三节课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电影院购票系统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/>
              <a:t>案例</a:t>
            </a:r>
            <a:endParaRPr 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pic>
        <p:nvPicPr>
          <p:cNvPr id="4" name="图片 3" descr="电影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375" y="922655"/>
            <a:ext cx="4313555" cy="27787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1300" y="725170"/>
            <a:ext cx="430403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编写一个程序，程序模拟某电影院售的系统。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250190" y="2360930"/>
            <a:ext cx="3365500" cy="188468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p>
            <a:pPr marL="0" indent="0" latinLnBrk="0">
              <a:lnSpc>
                <a:spcPts val="1000"/>
              </a:lnSpc>
              <a:buNone/>
              <a:defRPr/>
            </a:pPr>
            <a:endParaRPr lang="zh-CN" altLang="en-US" sz="1200" dirty="0">
              <a:solidFill>
                <a:schemeClr val="tx1"/>
              </a:solidFill>
              <a:effectLst/>
            </a:endParaRPr>
          </a:p>
          <a:p>
            <a:pPr marL="0" indent="0" latinLnBrk="0">
              <a:lnSpc>
                <a:spcPts val="1000"/>
              </a:lnSpc>
              <a:buNone/>
              <a:defRPr/>
            </a:pPr>
            <a:r>
              <a:rPr lang="zh-CN" altLang="en-US" sz="1600" dirty="0">
                <a:solidFill>
                  <a:schemeClr val="tx1"/>
                </a:solidFill>
                <a:effectLst/>
              </a:rPr>
              <a:t>查看热映电影</a:t>
            </a:r>
            <a:endParaRPr lang="zh-CN" altLang="en-US" sz="1600" dirty="0">
              <a:solidFill>
                <a:schemeClr val="tx1"/>
              </a:solidFill>
              <a:effectLst/>
            </a:endParaRPr>
          </a:p>
          <a:p>
            <a:pPr marL="0" indent="0" latinLnBrk="0">
              <a:lnSpc>
                <a:spcPts val="1000"/>
              </a:lnSpc>
              <a:buNone/>
              <a:defRPr/>
            </a:pPr>
            <a:r>
              <a:rPr lang="zh-CN" altLang="en-US" sz="1600" dirty="0">
                <a:solidFill>
                  <a:schemeClr val="tx1"/>
                </a:solidFill>
                <a:effectLst/>
              </a:rPr>
              <a:t>订票</a:t>
            </a:r>
            <a:endParaRPr lang="zh-CN" altLang="en-US" sz="1600" dirty="0">
              <a:solidFill>
                <a:schemeClr val="tx1"/>
              </a:solidFill>
              <a:effectLst/>
            </a:endParaRPr>
          </a:p>
          <a:p>
            <a:pPr marL="0" indent="0" latinLnBrk="0">
              <a:lnSpc>
                <a:spcPts val="1000"/>
              </a:lnSpc>
              <a:buNone/>
              <a:defRPr/>
            </a:pPr>
            <a:r>
              <a:rPr lang="zh-CN" altLang="en-US" sz="1600" dirty="0">
                <a:solidFill>
                  <a:schemeClr val="tx1"/>
                </a:solidFill>
                <a:effectLst/>
              </a:rPr>
              <a:t>查看订单</a:t>
            </a:r>
            <a:endParaRPr lang="zh-CN" altLang="en-US" sz="1600" dirty="0">
              <a:solidFill>
                <a:schemeClr val="tx1"/>
              </a:solidFill>
              <a:effectLst/>
            </a:endParaRPr>
          </a:p>
          <a:p>
            <a:pPr marL="0" indent="0" latinLnBrk="0">
              <a:lnSpc>
                <a:spcPts val="1000"/>
              </a:lnSpc>
              <a:buNone/>
              <a:defRPr/>
            </a:pPr>
            <a:r>
              <a:rPr lang="zh-CN" altLang="en-US" sz="1600" dirty="0">
                <a:solidFill>
                  <a:schemeClr val="tx1"/>
                </a:solidFill>
                <a:effectLst/>
              </a:rPr>
              <a:t>退票</a:t>
            </a:r>
            <a:endParaRPr lang="zh-CN" altLang="en-US" sz="1600" dirty="0">
              <a:solidFill>
                <a:schemeClr val="tx1"/>
              </a:solidFill>
              <a:effectLst/>
            </a:endParaRPr>
          </a:p>
          <a:p>
            <a:pPr marL="0" indent="0" latinLnBrk="0">
              <a:lnSpc>
                <a:spcPts val="1000"/>
              </a:lnSpc>
              <a:buNone/>
              <a:defRPr/>
            </a:pPr>
            <a:r>
              <a:rPr lang="zh-CN" altLang="en-US" sz="1600" dirty="0">
                <a:solidFill>
                  <a:schemeClr val="tx1"/>
                </a:solidFill>
                <a:effectLst/>
              </a:rPr>
              <a:t>结账</a:t>
            </a:r>
            <a:endParaRPr lang="zh-CN" altLang="en-US" sz="1600" dirty="0">
              <a:solidFill>
                <a:schemeClr val="tx1"/>
              </a:solidFill>
              <a:effectLst/>
            </a:endParaRPr>
          </a:p>
          <a:p>
            <a:pPr marL="0" indent="0" latinLnBrk="0">
              <a:lnSpc>
                <a:spcPts val="1000"/>
              </a:lnSpc>
              <a:buNone/>
              <a:defRPr/>
            </a:pPr>
            <a:r>
              <a:rPr lang="zh-CN" altLang="en-US" sz="1600" dirty="0">
                <a:solidFill>
                  <a:schemeClr val="tx1"/>
                </a:solidFill>
                <a:effectLst/>
              </a:rPr>
              <a:t>影评</a:t>
            </a:r>
            <a:endParaRPr lang="zh-CN" altLang="en-US" sz="1600" dirty="0">
              <a:solidFill>
                <a:schemeClr val="tx1"/>
              </a:solidFill>
              <a:effectLst/>
            </a:endParaRPr>
          </a:p>
          <a:p>
            <a:pPr marL="0" indent="0" latinLnBrk="0">
              <a:lnSpc>
                <a:spcPts val="1000"/>
              </a:lnSpc>
              <a:buNone/>
              <a:defRPr/>
            </a:pPr>
            <a:endParaRPr lang="zh-CN" altLang="en-US" sz="1600" dirty="0">
              <a:solidFill>
                <a:schemeClr val="tx1"/>
              </a:solidFill>
              <a:effectLst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2410" y="1706880"/>
            <a:ext cx="3383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ym typeface="+mn-ea"/>
              </a:rPr>
              <a:t>显示电影院售票系统界面如下：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案例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2143760" y="2070100"/>
          <a:ext cx="3716020" cy="2739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740"/>
                <a:gridCol w="695325"/>
                <a:gridCol w="655955"/>
              </a:tblGrid>
              <a:tr h="4025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电影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票价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评分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25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姜子牙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8.3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95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夺冠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65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9.1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25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金刚川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9.4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707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汪汪队立大功之超能救援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8.2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25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我和我的家乡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9.2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内容占位符 6"/>
          <p:cNvSpPr/>
          <p:nvPr>
            <p:ph idx="1"/>
          </p:nvPr>
        </p:nvSpPr>
        <p:spPr>
          <a:xfrm>
            <a:off x="179705" y="771525"/>
            <a:ext cx="8641080" cy="1170305"/>
          </a:xfrm>
        </p:spPr>
        <p:txBody>
          <a:bodyPr/>
          <a:p>
            <a:r>
              <a:rPr lang="zh-CN" altLang="en-US"/>
              <a:t>实现查看热映电影功能</a:t>
            </a:r>
            <a:endParaRPr lang="zh-CN" altLang="en-US"/>
          </a:p>
          <a:p>
            <a:r>
              <a:rPr lang="zh-CN" altLang="en-US"/>
              <a:t>热映电影信息如下，使用列表保存所有热映电影信息，使用元组保存每部热映电影的信息</a:t>
            </a:r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案例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323850" y="1399540"/>
            <a:ext cx="8641080" cy="1640840"/>
          </a:xfrm>
        </p:spPr>
        <p:txBody>
          <a:bodyPr/>
          <a:p>
            <a:r>
              <a:rPr lang="zh-CN" altLang="en-US"/>
              <a:t>实现订票功能</a:t>
            </a:r>
            <a:endParaRPr lang="zh-CN" altLang="en-US"/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  将用户选中的电影，添加到selected列表中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  注意包含电影票的票价和评分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案例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323850" y="1399540"/>
            <a:ext cx="8641080" cy="1640840"/>
          </a:xfrm>
        </p:spPr>
        <p:txBody>
          <a:bodyPr/>
          <a:p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实现“查看订单”功能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  将添加到selected列表中的电影票信息，显示出来</a:t>
            </a:r>
            <a:endParaRPr lang="zh-CN" altLang="en-US"/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</a:t>
            </a:r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案例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323850" y="1399540"/>
            <a:ext cx="8095615" cy="1640840"/>
          </a:xfrm>
        </p:spPr>
        <p:txBody>
          <a:bodyPr/>
          <a:p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实现退票”功能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  将添加到selected列表中的电影票信息删除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  通过序号删除和自己定电影票</a:t>
            </a:r>
            <a:endParaRPr lang="en-US" altLang="zh-CN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</a:t>
            </a:r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案例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323850" y="1399540"/>
            <a:ext cx="8641080" cy="1640840"/>
          </a:xfrm>
        </p:spPr>
        <p:txBody>
          <a:bodyPr/>
          <a:p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实现“结账”功能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  将添加到selected列表中的电影票信息，显示出来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  输入用户所支付金额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  显示结算金额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  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</a:t>
            </a:r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案例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323850" y="1399540"/>
            <a:ext cx="8641080" cy="1640840"/>
          </a:xfrm>
        </p:spPr>
        <p:txBody>
          <a:bodyPr/>
          <a:p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实现“影评”功能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  添加客户观影评价，可以查看所有影评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     </a:t>
            </a:r>
            <a:endParaRPr lang="zh-CN" altLang="en-US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 </a:t>
            </a:r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第四节课</a:t>
            </a:r>
            <a:endParaRPr lang="en-US" altLang="zh-CN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功能扩展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"/>
    </mc:Choice>
    <mc:Fallback>
      <p:transition spd="slow" advTm="96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案例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711200" y="1492885"/>
          <a:ext cx="3716020" cy="2739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740"/>
                <a:gridCol w="695325"/>
                <a:gridCol w="655955"/>
              </a:tblGrid>
              <a:tr h="4025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电影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票价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评分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25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姜子牙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8.3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95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夺冠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65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9.1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25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金刚川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9.4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707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汪汪队立大功之超能救援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8.2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25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我和我的家乡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9.2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内容占位符 6"/>
          <p:cNvSpPr/>
          <p:nvPr>
            <p:ph idx="1"/>
          </p:nvPr>
        </p:nvSpPr>
        <p:spPr>
          <a:xfrm>
            <a:off x="179705" y="771525"/>
            <a:ext cx="8641080" cy="581660"/>
          </a:xfrm>
        </p:spPr>
        <p:txBody>
          <a:bodyPr/>
          <a:p>
            <a:r>
              <a:rPr lang="zh-CN" altLang="en-US"/>
              <a:t>实现按评分排序功能</a:t>
            </a:r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案例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179705" y="771525"/>
            <a:ext cx="8641080" cy="1486535"/>
          </a:xfrm>
        </p:spPr>
        <p:txBody>
          <a:bodyPr/>
          <a:p>
            <a:r>
              <a:rPr lang="zh-CN" altLang="en-US"/>
              <a:t>使用operator.itemgetter函数</a:t>
            </a:r>
            <a:endParaRPr lang="zh-CN" altLang="en-US"/>
          </a:p>
          <a:p>
            <a:r>
              <a:rPr lang="zh-CN" altLang="en-US"/>
              <a:t>operator模块提供的itemgetter函数用于获取对象的哪些维的数据，参数为一些序号（即需要获取的数据在对象中的序号）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65125" y="2589530"/>
            <a:ext cx="48768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import operator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a = [('a',1),('c',50),('d',6),('b',3)]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a.sort(key=operator.itemgetter(0))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print(a)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1625" y="214820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参考代码：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案例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179705" y="771525"/>
            <a:ext cx="8641080" cy="1486535"/>
          </a:xfrm>
        </p:spPr>
        <p:txBody>
          <a:bodyPr/>
          <a:p>
            <a:r>
              <a:rPr lang="zh-CN" altLang="en-US"/>
              <a:t>参考代码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79705" y="1463040"/>
            <a:ext cx="48768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from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operator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import  itemgetter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a = [('a',1),('c',50),('d',6),('b',3)]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a.sort(key=itemgetter(0))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print(a)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概念图</a:t>
            </a:r>
            <a:endParaRPr lang="zh-CN" altLang="en-US"/>
          </a:p>
        </p:txBody>
      </p:sp>
      <p:pic>
        <p:nvPicPr>
          <p:cNvPr id="5" name="图片 4" descr="第七单元 概念图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0245" y="1064260"/>
            <a:ext cx="7763510" cy="35909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t>作业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7000" y="816750"/>
            <a:ext cx="8352928" cy="313757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zh-CN" altLang="en-US" dirty="0"/>
              <a:t>课后作业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完成练习手册中的简答题和编程题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复习指引</a:t>
            </a:r>
            <a:endParaRPr lang="zh-CN" altLang="en-US" dirty="0"/>
          </a:p>
          <a:p>
            <a:pPr lvl="1"/>
            <a:r>
              <a:rPr lang="zh-CN" altLang="en-US"/>
              <a:t>练习今天的案例，完善其功能</a:t>
            </a:r>
            <a:endParaRPr lang="en-US" altLang="zh-CN"/>
          </a:p>
          <a:p>
            <a:pPr lvl="1"/>
            <a:r>
              <a:rPr lang="zh-CN" altLang="en-US" dirty="0"/>
              <a:t>熟悉记忆元组的特征和用法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预习作业</a:t>
            </a:r>
            <a:endParaRPr lang="en-US" altLang="zh-CN" dirty="0"/>
          </a:p>
          <a:p>
            <a:pPr lvl="1"/>
            <a:r>
              <a:rPr lang="zh-CN" altLang="en-US"/>
              <a:t>借助书籍和</a:t>
            </a:r>
            <a:r>
              <a:rPr lang="en-US" altLang="zh-CN"/>
              <a:t>PPT</a:t>
            </a:r>
            <a:r>
              <a:rPr lang="zh-CN" altLang="en-US"/>
              <a:t>完成下一单元的预习工作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6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7" y="3102770"/>
            <a:ext cx="9144001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 bwMode="auto">
          <a:xfrm>
            <a:off x="0" y="-204696"/>
            <a:ext cx="9151144" cy="3852068"/>
            <a:chOff x="0" y="107177"/>
            <a:chExt cx="9151144" cy="3852791"/>
          </a:xfrm>
        </p:grpSpPr>
        <p:sp>
          <p:nvSpPr>
            <p:cNvPr id="5" name="矩形 254"/>
            <p:cNvSpPr>
              <a:spLocks noChangeArrowheads="1"/>
            </p:cNvSpPr>
            <p:nvPr/>
          </p:nvSpPr>
          <p:spPr bwMode="auto">
            <a:xfrm>
              <a:off x="0" y="113953"/>
              <a:ext cx="9144000" cy="3846015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</a:gdLst>
              <a:ahLst/>
              <a:cxnLst/>
              <a:rect l="T0" t="T1" r="T2" b="T3"/>
              <a:pathLst>
                <a:path w="9144000" h="3846015">
                  <a:moveTo>
                    <a:pt x="0" y="0"/>
                  </a:moveTo>
                  <a:lnTo>
                    <a:pt x="9144000" y="0"/>
                  </a:lnTo>
                  <a:lnTo>
                    <a:pt x="9144000" y="3651870"/>
                  </a:lnTo>
                  <a:lnTo>
                    <a:pt x="4766144" y="3651870"/>
                  </a:lnTo>
                  <a:lnTo>
                    <a:pt x="4571999" y="3846015"/>
                  </a:lnTo>
                  <a:lnTo>
                    <a:pt x="4377855" y="3651870"/>
                  </a:lnTo>
                  <a:lnTo>
                    <a:pt x="0" y="3651870"/>
                  </a:lnTo>
                  <a:close/>
                </a:path>
              </a:pathLst>
            </a:custGeom>
            <a:solidFill>
              <a:srgbClr val="292929">
                <a:alpha val="2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矩形 254"/>
            <p:cNvSpPr>
              <a:spLocks noChangeArrowheads="1"/>
            </p:cNvSpPr>
            <p:nvPr/>
          </p:nvSpPr>
          <p:spPr bwMode="auto">
            <a:xfrm>
              <a:off x="0" y="107177"/>
              <a:ext cx="9151144" cy="3738838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  <a:gd name="connsiteX0" fmla="*/ 42863 w 9144000"/>
                <a:gd name="connsiteY0" fmla="*/ 643058 h 3846015"/>
                <a:gd name="connsiteX1" fmla="*/ 9144000 w 9144000"/>
                <a:gd name="connsiteY1" fmla="*/ 0 h 3846015"/>
                <a:gd name="connsiteX2" fmla="*/ 9144000 w 9144000"/>
                <a:gd name="connsiteY2" fmla="*/ 3651870 h 3846015"/>
                <a:gd name="connsiteX3" fmla="*/ 4766144 w 9144000"/>
                <a:gd name="connsiteY3" fmla="*/ 3651870 h 3846015"/>
                <a:gd name="connsiteX4" fmla="*/ 4571999 w 9144000"/>
                <a:gd name="connsiteY4" fmla="*/ 3846015 h 3846015"/>
                <a:gd name="connsiteX5" fmla="*/ 4377855 w 9144000"/>
                <a:gd name="connsiteY5" fmla="*/ 3651870 h 3846015"/>
                <a:gd name="connsiteX6" fmla="*/ 0 w 9144000"/>
                <a:gd name="connsiteY6" fmla="*/ 3651870 h 3846015"/>
                <a:gd name="connsiteX7" fmla="*/ 42863 w 9144000"/>
                <a:gd name="connsiteY7" fmla="*/ 643058 h 3846015"/>
                <a:gd name="connsiteX0-1" fmla="*/ 7145 w 9144000"/>
                <a:gd name="connsiteY0-2" fmla="*/ 121467 h 3846015"/>
                <a:gd name="connsiteX1-3" fmla="*/ 9144000 w 9144000"/>
                <a:gd name="connsiteY1-4" fmla="*/ 0 h 3846015"/>
                <a:gd name="connsiteX2-5" fmla="*/ 9144000 w 9144000"/>
                <a:gd name="connsiteY2-6" fmla="*/ 3651870 h 3846015"/>
                <a:gd name="connsiteX3-7" fmla="*/ 4766144 w 9144000"/>
                <a:gd name="connsiteY3-8" fmla="*/ 3651870 h 3846015"/>
                <a:gd name="connsiteX4-9" fmla="*/ 4571999 w 9144000"/>
                <a:gd name="connsiteY4-10" fmla="*/ 3846015 h 3846015"/>
                <a:gd name="connsiteX5-11" fmla="*/ 4377855 w 9144000"/>
                <a:gd name="connsiteY5-12" fmla="*/ 3651870 h 3846015"/>
                <a:gd name="connsiteX6-13" fmla="*/ 0 w 9144000"/>
                <a:gd name="connsiteY6-14" fmla="*/ 3651870 h 3846015"/>
                <a:gd name="connsiteX7-15" fmla="*/ 7145 w 9144000"/>
                <a:gd name="connsiteY7-16" fmla="*/ 121467 h 3846015"/>
                <a:gd name="connsiteX0-17" fmla="*/ 7145 w 9144000"/>
                <a:gd name="connsiteY0-18" fmla="*/ 0 h 3724548"/>
                <a:gd name="connsiteX1-19" fmla="*/ 8851106 w 9144000"/>
                <a:gd name="connsiteY1-20" fmla="*/ 392980 h 3724548"/>
                <a:gd name="connsiteX2-21" fmla="*/ 9144000 w 9144000"/>
                <a:gd name="connsiteY2-22" fmla="*/ 3530403 h 3724548"/>
                <a:gd name="connsiteX3-23" fmla="*/ 4766144 w 9144000"/>
                <a:gd name="connsiteY3-24" fmla="*/ 3530403 h 3724548"/>
                <a:gd name="connsiteX4-25" fmla="*/ 4571999 w 9144000"/>
                <a:gd name="connsiteY4-26" fmla="*/ 3724548 h 3724548"/>
                <a:gd name="connsiteX5-27" fmla="*/ 4377855 w 9144000"/>
                <a:gd name="connsiteY5-28" fmla="*/ 3530403 h 3724548"/>
                <a:gd name="connsiteX6-29" fmla="*/ 0 w 9144000"/>
                <a:gd name="connsiteY6-30" fmla="*/ 3530403 h 3724548"/>
                <a:gd name="connsiteX7-31" fmla="*/ 7145 w 9144000"/>
                <a:gd name="connsiteY7-32" fmla="*/ 0 h 3724548"/>
                <a:gd name="connsiteX0-33" fmla="*/ 7145 w 9151144"/>
                <a:gd name="connsiteY0-34" fmla="*/ 14290 h 3738838"/>
                <a:gd name="connsiteX1-35" fmla="*/ 9151144 w 9151144"/>
                <a:gd name="connsiteY1-36" fmla="*/ 0 h 3738838"/>
                <a:gd name="connsiteX2-37" fmla="*/ 9144000 w 9151144"/>
                <a:gd name="connsiteY2-38" fmla="*/ 3544693 h 3738838"/>
                <a:gd name="connsiteX3-39" fmla="*/ 4766144 w 9151144"/>
                <a:gd name="connsiteY3-40" fmla="*/ 3544693 h 3738838"/>
                <a:gd name="connsiteX4-41" fmla="*/ 4571999 w 9151144"/>
                <a:gd name="connsiteY4-42" fmla="*/ 3738838 h 3738838"/>
                <a:gd name="connsiteX5-43" fmla="*/ 4377855 w 9151144"/>
                <a:gd name="connsiteY5-44" fmla="*/ 3544693 h 3738838"/>
                <a:gd name="connsiteX6-45" fmla="*/ 0 w 9151144"/>
                <a:gd name="connsiteY6-46" fmla="*/ 3544693 h 3738838"/>
                <a:gd name="connsiteX7-47" fmla="*/ 7145 w 9151144"/>
                <a:gd name="connsiteY7-48" fmla="*/ 14290 h 3738838"/>
                <a:gd name="connsiteX0-49" fmla="*/ 7145 w 9151144"/>
                <a:gd name="connsiteY0-50" fmla="*/ 7145 h 3738838"/>
                <a:gd name="connsiteX1-51" fmla="*/ 9151144 w 9151144"/>
                <a:gd name="connsiteY1-52" fmla="*/ 0 h 3738838"/>
                <a:gd name="connsiteX2-53" fmla="*/ 9144000 w 9151144"/>
                <a:gd name="connsiteY2-54" fmla="*/ 3544693 h 3738838"/>
                <a:gd name="connsiteX3-55" fmla="*/ 4766144 w 9151144"/>
                <a:gd name="connsiteY3-56" fmla="*/ 3544693 h 3738838"/>
                <a:gd name="connsiteX4-57" fmla="*/ 4571999 w 9151144"/>
                <a:gd name="connsiteY4-58" fmla="*/ 3738838 h 3738838"/>
                <a:gd name="connsiteX5-59" fmla="*/ 4377855 w 9151144"/>
                <a:gd name="connsiteY5-60" fmla="*/ 3544693 h 3738838"/>
                <a:gd name="connsiteX6-61" fmla="*/ 0 w 9151144"/>
                <a:gd name="connsiteY6-62" fmla="*/ 3544693 h 3738838"/>
                <a:gd name="connsiteX7-63" fmla="*/ 7145 w 9151144"/>
                <a:gd name="connsiteY7-64" fmla="*/ 7145 h 37388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9151144" h="3738838">
                  <a:moveTo>
                    <a:pt x="7145" y="7145"/>
                  </a:moveTo>
                  <a:lnTo>
                    <a:pt x="9151144" y="0"/>
                  </a:lnTo>
                  <a:cubicBezTo>
                    <a:pt x="9148763" y="1181564"/>
                    <a:pt x="9146381" y="2363129"/>
                    <a:pt x="9144000" y="3544693"/>
                  </a:cubicBezTo>
                  <a:lnTo>
                    <a:pt x="4766144" y="3544693"/>
                  </a:lnTo>
                  <a:lnTo>
                    <a:pt x="4571999" y="3738838"/>
                  </a:lnTo>
                  <a:lnTo>
                    <a:pt x="4377855" y="3544693"/>
                  </a:lnTo>
                  <a:lnTo>
                    <a:pt x="0" y="3544693"/>
                  </a:lnTo>
                  <a:cubicBezTo>
                    <a:pt x="0" y="2327403"/>
                    <a:pt x="7145" y="1224435"/>
                    <a:pt x="7145" y="714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16723" y="3983478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algn="ctr"/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创新教育</a:t>
            </a:r>
            <a:r>
              <a:rPr lang="en-US" altLang="zh-CN" sz="48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引领未来</a:t>
            </a:r>
            <a:endParaRPr lang="zh-CN" altLang="en-US" sz="48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pSp>
        <p:nvGrpSpPr>
          <p:cNvPr id="14" name="组合 46"/>
          <p:cNvGrpSpPr/>
          <p:nvPr/>
        </p:nvGrpSpPr>
        <p:grpSpPr bwMode="auto">
          <a:xfrm>
            <a:off x="3795175" y="970438"/>
            <a:ext cx="1587103" cy="1587103"/>
            <a:chOff x="0" y="0"/>
            <a:chExt cx="2116920" cy="2116920"/>
          </a:xfrm>
        </p:grpSpPr>
        <p:sp>
          <p:nvSpPr>
            <p:cNvPr id="15" name="椭圆 47"/>
            <p:cNvSpPr>
              <a:spLocks noChangeArrowheads="1"/>
            </p:cNvSpPr>
            <p:nvPr/>
          </p:nvSpPr>
          <p:spPr bwMode="auto">
            <a:xfrm>
              <a:off x="0" y="0"/>
              <a:ext cx="2116920" cy="2116920"/>
            </a:xfrm>
            <a:prstGeom prst="ellipse">
              <a:avLst/>
            </a:prstGeom>
            <a:solidFill>
              <a:srgbClr val="F2F2F2"/>
            </a:solidFill>
            <a:ln w="57150">
              <a:solidFill>
                <a:srgbClr val="1D8DE5"/>
              </a:solidFill>
              <a:beve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grpSp>
          <p:nvGrpSpPr>
            <p:cNvPr id="16" name="组合 48"/>
            <p:cNvGrpSpPr/>
            <p:nvPr/>
          </p:nvGrpSpPr>
          <p:grpSpPr bwMode="auto">
            <a:xfrm>
              <a:off x="461855" y="280091"/>
              <a:ext cx="1193210" cy="1836829"/>
              <a:chOff x="0" y="0"/>
              <a:chExt cx="2598738" cy="4000499"/>
            </a:xfrm>
          </p:grpSpPr>
          <p:sp>
            <p:nvSpPr>
              <p:cNvPr id="17" name="Freeform 1281"/>
              <p:cNvSpPr>
                <a:spLocks noChangeArrowheads="1"/>
              </p:cNvSpPr>
              <p:nvPr/>
            </p:nvSpPr>
            <p:spPr bwMode="auto">
              <a:xfrm>
                <a:off x="1435100" y="3543299"/>
                <a:ext cx="327025" cy="457200"/>
              </a:xfrm>
              <a:custGeom>
                <a:avLst/>
                <a:gdLst>
                  <a:gd name="T0" fmla="*/ 519152188 w 206"/>
                  <a:gd name="T1" fmla="*/ 0 h 288"/>
                  <a:gd name="T2" fmla="*/ 367942813 w 206"/>
                  <a:gd name="T3" fmla="*/ 0 h 288"/>
                  <a:gd name="T4" fmla="*/ 153730325 w 206"/>
                  <a:gd name="T5" fmla="*/ 0 h 288"/>
                  <a:gd name="T6" fmla="*/ 0 w 206"/>
                  <a:gd name="T7" fmla="*/ 0 h 288"/>
                  <a:gd name="T8" fmla="*/ 0 w 206"/>
                  <a:gd name="T9" fmla="*/ 20161250 h 288"/>
                  <a:gd name="T10" fmla="*/ 153730325 w 206"/>
                  <a:gd name="T11" fmla="*/ 20161250 h 288"/>
                  <a:gd name="T12" fmla="*/ 153730325 w 206"/>
                  <a:gd name="T13" fmla="*/ 725805000 h 288"/>
                  <a:gd name="T14" fmla="*/ 153730325 w 206"/>
                  <a:gd name="T15" fmla="*/ 725805000 h 288"/>
                  <a:gd name="T16" fmla="*/ 367942813 w 206"/>
                  <a:gd name="T17" fmla="*/ 725805000 h 288"/>
                  <a:gd name="T18" fmla="*/ 367942813 w 206"/>
                  <a:gd name="T19" fmla="*/ 725805000 h 288"/>
                  <a:gd name="T20" fmla="*/ 367942813 w 206"/>
                  <a:gd name="T21" fmla="*/ 20161250 h 288"/>
                  <a:gd name="T22" fmla="*/ 519152188 w 206"/>
                  <a:gd name="T23" fmla="*/ 20161250 h 288"/>
                  <a:gd name="T24" fmla="*/ 519152188 w 206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06"/>
                  <a:gd name="T40" fmla="*/ 0 h 288"/>
                  <a:gd name="T41" fmla="*/ 206 w 206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06" h="288">
                    <a:moveTo>
                      <a:pt x="206" y="0"/>
                    </a:moveTo>
                    <a:lnTo>
                      <a:pt x="146" y="0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61" y="8"/>
                    </a:lnTo>
                    <a:lnTo>
                      <a:pt x="61" y="288"/>
                    </a:lnTo>
                    <a:lnTo>
                      <a:pt x="146" y="288"/>
                    </a:lnTo>
                    <a:lnTo>
                      <a:pt x="146" y="8"/>
                    </a:lnTo>
                    <a:lnTo>
                      <a:pt x="206" y="8"/>
                    </a:lnTo>
                    <a:lnTo>
                      <a:pt x="2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283"/>
              <p:cNvSpPr>
                <a:spLocks noChangeArrowheads="1"/>
              </p:cNvSpPr>
              <p:nvPr/>
            </p:nvSpPr>
            <p:spPr bwMode="auto">
              <a:xfrm>
                <a:off x="1820863" y="3541712"/>
                <a:ext cx="328613" cy="458787"/>
              </a:xfrm>
              <a:custGeom>
                <a:avLst/>
                <a:gdLst>
                  <a:gd name="T0" fmla="*/ 521673931 w 207"/>
                  <a:gd name="T1" fmla="*/ 0 h 289"/>
                  <a:gd name="T2" fmla="*/ 214214401 w 207"/>
                  <a:gd name="T3" fmla="*/ 0 h 289"/>
                  <a:gd name="T4" fmla="*/ 138609598 w 207"/>
                  <a:gd name="T5" fmla="*/ 0 h 289"/>
                  <a:gd name="T6" fmla="*/ 0 w 207"/>
                  <a:gd name="T7" fmla="*/ 0 h 289"/>
                  <a:gd name="T8" fmla="*/ 0 w 207"/>
                  <a:gd name="T9" fmla="*/ 728323569 h 289"/>
                  <a:gd name="T10" fmla="*/ 138609598 w 207"/>
                  <a:gd name="T11" fmla="*/ 728323569 h 289"/>
                  <a:gd name="T12" fmla="*/ 214214401 w 207"/>
                  <a:gd name="T13" fmla="*/ 728323569 h 289"/>
                  <a:gd name="T14" fmla="*/ 521673931 w 207"/>
                  <a:gd name="T15" fmla="*/ 728323569 h 289"/>
                  <a:gd name="T16" fmla="*/ 521673931 w 207"/>
                  <a:gd name="T17" fmla="*/ 708162341 h 289"/>
                  <a:gd name="T18" fmla="*/ 214214401 w 207"/>
                  <a:gd name="T19" fmla="*/ 708162341 h 289"/>
                  <a:gd name="T20" fmla="*/ 214214401 w 207"/>
                  <a:gd name="T21" fmla="*/ 161289824 h 289"/>
                  <a:gd name="T22" fmla="*/ 405746567 w 207"/>
                  <a:gd name="T23" fmla="*/ 161289824 h 289"/>
                  <a:gd name="T24" fmla="*/ 405746567 w 207"/>
                  <a:gd name="T25" fmla="*/ 141128596 h 289"/>
                  <a:gd name="T26" fmla="*/ 214214401 w 207"/>
                  <a:gd name="T27" fmla="*/ 141128596 h 289"/>
                  <a:gd name="T28" fmla="*/ 214214401 w 207"/>
                  <a:gd name="T29" fmla="*/ 20161228 h 289"/>
                  <a:gd name="T30" fmla="*/ 521673931 w 207"/>
                  <a:gd name="T31" fmla="*/ 20161228 h 289"/>
                  <a:gd name="T32" fmla="*/ 521673931 w 207"/>
                  <a:gd name="T33" fmla="*/ 0 h 289"/>
                  <a:gd name="T34" fmla="*/ 521673931 w 207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7"/>
                  <a:gd name="T55" fmla="*/ 0 h 289"/>
                  <a:gd name="T56" fmla="*/ 207 w 207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7" h="289">
                    <a:moveTo>
                      <a:pt x="207" y="0"/>
                    </a:moveTo>
                    <a:lnTo>
                      <a:pt x="85" y="0"/>
                    </a:lnTo>
                    <a:lnTo>
                      <a:pt x="55" y="0"/>
                    </a:lnTo>
                    <a:lnTo>
                      <a:pt x="0" y="0"/>
                    </a:lnTo>
                    <a:lnTo>
                      <a:pt x="0" y="289"/>
                    </a:lnTo>
                    <a:lnTo>
                      <a:pt x="55" y="289"/>
                    </a:lnTo>
                    <a:lnTo>
                      <a:pt x="85" y="289"/>
                    </a:lnTo>
                    <a:lnTo>
                      <a:pt x="207" y="289"/>
                    </a:lnTo>
                    <a:lnTo>
                      <a:pt x="207" y="281"/>
                    </a:lnTo>
                    <a:lnTo>
                      <a:pt x="85" y="281"/>
                    </a:lnTo>
                    <a:lnTo>
                      <a:pt x="85" y="64"/>
                    </a:lnTo>
                    <a:lnTo>
                      <a:pt x="161" y="64"/>
                    </a:lnTo>
                    <a:lnTo>
                      <a:pt x="161" y="56"/>
                    </a:lnTo>
                    <a:lnTo>
                      <a:pt x="85" y="56"/>
                    </a:lnTo>
                    <a:lnTo>
                      <a:pt x="85" y="8"/>
                    </a:lnTo>
                    <a:lnTo>
                      <a:pt x="207" y="8"/>
                    </a:lnTo>
                    <a:lnTo>
                      <a:pt x="2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284"/>
              <p:cNvSpPr>
                <a:spLocks noChangeArrowheads="1"/>
              </p:cNvSpPr>
              <p:nvPr/>
            </p:nvSpPr>
            <p:spPr bwMode="auto">
              <a:xfrm>
                <a:off x="2598738" y="3733799"/>
                <a:ext cx="1" cy="317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520950 h 2"/>
                  <a:gd name="T4" fmla="*/ 0 w 1"/>
                  <a:gd name="T5" fmla="*/ 504031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2"/>
                  <a:gd name="T14" fmla="*/ 1 w 1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1289"/>
              <p:cNvSpPr>
                <a:spLocks noChangeArrowheads="1"/>
              </p:cNvSpPr>
              <p:nvPr/>
            </p:nvSpPr>
            <p:spPr bwMode="auto">
              <a:xfrm>
                <a:off x="1112838" y="3733799"/>
                <a:ext cx="1" cy="3175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2240492 h 3"/>
                  <a:gd name="T4" fmla="*/ 0 w 1"/>
                  <a:gd name="T5" fmla="*/ 3360208 h 3"/>
                  <a:gd name="T6" fmla="*/ 0 w 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3"/>
                  <a:gd name="T14" fmla="*/ 1 w 1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292"/>
              <p:cNvSpPr>
                <a:spLocks noChangeArrowheads="1"/>
              </p:cNvSpPr>
              <p:nvPr/>
            </p:nvSpPr>
            <p:spPr bwMode="auto">
              <a:xfrm>
                <a:off x="0" y="3543299"/>
                <a:ext cx="395288" cy="457200"/>
              </a:xfrm>
              <a:custGeom>
                <a:avLst/>
                <a:gdLst>
                  <a:gd name="T0" fmla="*/ 627520494 w 249"/>
                  <a:gd name="T1" fmla="*/ 0 h 288"/>
                  <a:gd name="T2" fmla="*/ 521673797 w 249"/>
                  <a:gd name="T3" fmla="*/ 0 h 288"/>
                  <a:gd name="T4" fmla="*/ 413306148 w 249"/>
                  <a:gd name="T5" fmla="*/ 0 h 288"/>
                  <a:gd name="T6" fmla="*/ 413306148 w 249"/>
                  <a:gd name="T7" fmla="*/ 138609388 h 288"/>
                  <a:gd name="T8" fmla="*/ 214214346 w 249"/>
                  <a:gd name="T9" fmla="*/ 138609388 h 288"/>
                  <a:gd name="T10" fmla="*/ 214214346 w 249"/>
                  <a:gd name="T11" fmla="*/ 0 h 288"/>
                  <a:gd name="T12" fmla="*/ 0 w 249"/>
                  <a:gd name="T13" fmla="*/ 0 h 288"/>
                  <a:gd name="T14" fmla="*/ 0 w 249"/>
                  <a:gd name="T15" fmla="*/ 725805000 h 288"/>
                  <a:gd name="T16" fmla="*/ 214214346 w 249"/>
                  <a:gd name="T17" fmla="*/ 725805000 h 288"/>
                  <a:gd name="T18" fmla="*/ 214214346 w 249"/>
                  <a:gd name="T19" fmla="*/ 161290000 h 288"/>
                  <a:gd name="T20" fmla="*/ 413306148 w 249"/>
                  <a:gd name="T21" fmla="*/ 161290000 h 288"/>
                  <a:gd name="T22" fmla="*/ 413306148 w 249"/>
                  <a:gd name="T23" fmla="*/ 725805000 h 288"/>
                  <a:gd name="T24" fmla="*/ 521673797 w 249"/>
                  <a:gd name="T25" fmla="*/ 725805000 h 288"/>
                  <a:gd name="T26" fmla="*/ 627520494 w 249"/>
                  <a:gd name="T27" fmla="*/ 725805000 h 288"/>
                  <a:gd name="T28" fmla="*/ 627520494 w 249"/>
                  <a:gd name="T29" fmla="*/ 725805000 h 288"/>
                  <a:gd name="T30" fmla="*/ 627520494 w 249"/>
                  <a:gd name="T31" fmla="*/ 0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9"/>
                  <a:gd name="T49" fmla="*/ 0 h 288"/>
                  <a:gd name="T50" fmla="*/ 249 w 249"/>
                  <a:gd name="T51" fmla="*/ 288 h 28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9" h="288">
                    <a:moveTo>
                      <a:pt x="249" y="0"/>
                    </a:moveTo>
                    <a:lnTo>
                      <a:pt x="207" y="0"/>
                    </a:lnTo>
                    <a:lnTo>
                      <a:pt x="164" y="0"/>
                    </a:lnTo>
                    <a:lnTo>
                      <a:pt x="164" y="55"/>
                    </a:lnTo>
                    <a:lnTo>
                      <a:pt x="85" y="55"/>
                    </a:lnTo>
                    <a:lnTo>
                      <a:pt x="8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85" y="288"/>
                    </a:lnTo>
                    <a:lnTo>
                      <a:pt x="85" y="64"/>
                    </a:lnTo>
                    <a:lnTo>
                      <a:pt x="164" y="64"/>
                    </a:lnTo>
                    <a:lnTo>
                      <a:pt x="164" y="288"/>
                    </a:lnTo>
                    <a:lnTo>
                      <a:pt x="207" y="288"/>
                    </a:lnTo>
                    <a:lnTo>
                      <a:pt x="249" y="288"/>
                    </a:lnTo>
                    <a:lnTo>
                      <a:pt x="2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293"/>
              <p:cNvSpPr>
                <a:spLocks noEditPoints="1" noChangeArrowheads="1"/>
              </p:cNvSpPr>
              <p:nvPr/>
            </p:nvSpPr>
            <p:spPr bwMode="auto">
              <a:xfrm>
                <a:off x="319088" y="1646237"/>
                <a:ext cx="1916113" cy="677862"/>
              </a:xfrm>
              <a:custGeom>
                <a:avLst/>
                <a:gdLst>
                  <a:gd name="T0" fmla="*/ 2147483646 w 1660"/>
                  <a:gd name="T1" fmla="*/ 137354242 h 587"/>
                  <a:gd name="T2" fmla="*/ 2126468733 w 1660"/>
                  <a:gd name="T3" fmla="*/ 90681076 h 587"/>
                  <a:gd name="T4" fmla="*/ 1460281260 w 1660"/>
                  <a:gd name="T5" fmla="*/ 52008298 h 587"/>
                  <a:gd name="T6" fmla="*/ 1115196235 w 1660"/>
                  <a:gd name="T7" fmla="*/ 198697866 h 587"/>
                  <a:gd name="T8" fmla="*/ 1096544144 w 1660"/>
                  <a:gd name="T9" fmla="*/ 198697866 h 587"/>
                  <a:gd name="T10" fmla="*/ 751459119 w 1660"/>
                  <a:gd name="T11" fmla="*/ 52008298 h 587"/>
                  <a:gd name="T12" fmla="*/ 85271646 w 1660"/>
                  <a:gd name="T13" fmla="*/ 90681076 h 587"/>
                  <a:gd name="T14" fmla="*/ 2665244 w 1660"/>
                  <a:gd name="T15" fmla="*/ 137354242 h 587"/>
                  <a:gd name="T16" fmla="*/ 35974444 w 1660"/>
                  <a:gd name="T17" fmla="*/ 214699797 h 587"/>
                  <a:gd name="T18" fmla="*/ 130572712 w 1660"/>
                  <a:gd name="T19" fmla="*/ 394728165 h 587"/>
                  <a:gd name="T20" fmla="*/ 285128003 w 1660"/>
                  <a:gd name="T21" fmla="*/ 721446102 h 587"/>
                  <a:gd name="T22" fmla="*/ 818077520 w 1660"/>
                  <a:gd name="T23" fmla="*/ 716110970 h 587"/>
                  <a:gd name="T24" fmla="*/ 1103205523 w 1660"/>
                  <a:gd name="T25" fmla="*/ 317382610 h 587"/>
                  <a:gd name="T26" fmla="*/ 1108534856 w 1660"/>
                  <a:gd name="T27" fmla="*/ 317382610 h 587"/>
                  <a:gd name="T28" fmla="*/ 1393662859 w 1660"/>
                  <a:gd name="T29" fmla="*/ 716110970 h 587"/>
                  <a:gd name="T30" fmla="*/ 1926612376 w 1660"/>
                  <a:gd name="T31" fmla="*/ 721446102 h 587"/>
                  <a:gd name="T32" fmla="*/ 2081167666 w 1660"/>
                  <a:gd name="T33" fmla="*/ 394728165 h 587"/>
                  <a:gd name="T34" fmla="*/ 2147483646 w 1660"/>
                  <a:gd name="T35" fmla="*/ 214699797 h 587"/>
                  <a:gd name="T36" fmla="*/ 2147483646 w 1660"/>
                  <a:gd name="T37" fmla="*/ 137354242 h 587"/>
                  <a:gd name="T38" fmla="*/ 892690498 w 1660"/>
                  <a:gd name="T39" fmla="*/ 454738006 h 587"/>
                  <a:gd name="T40" fmla="*/ 783436274 w 1660"/>
                  <a:gd name="T41" fmla="*/ 652102089 h 587"/>
                  <a:gd name="T42" fmla="*/ 547605473 w 1660"/>
                  <a:gd name="T43" fmla="*/ 692107495 h 587"/>
                  <a:gd name="T44" fmla="*/ 311775825 w 1660"/>
                  <a:gd name="T45" fmla="*/ 653434717 h 587"/>
                  <a:gd name="T46" fmla="*/ 213180268 w 1660"/>
                  <a:gd name="T47" fmla="*/ 421399206 h 587"/>
                  <a:gd name="T48" fmla="*/ 194527024 w 1660"/>
                  <a:gd name="T49" fmla="*/ 176027019 h 587"/>
                  <a:gd name="T50" fmla="*/ 539610895 w 1660"/>
                  <a:gd name="T51" fmla="*/ 118684744 h 587"/>
                  <a:gd name="T52" fmla="*/ 935326321 w 1660"/>
                  <a:gd name="T53" fmla="*/ 226701534 h 587"/>
                  <a:gd name="T54" fmla="*/ 892690498 w 1660"/>
                  <a:gd name="T55" fmla="*/ 454738006 h 587"/>
                  <a:gd name="T56" fmla="*/ 1998560110 w 1660"/>
                  <a:gd name="T57" fmla="*/ 421399206 h 587"/>
                  <a:gd name="T58" fmla="*/ 1899964554 w 1660"/>
                  <a:gd name="T59" fmla="*/ 653434717 h 587"/>
                  <a:gd name="T60" fmla="*/ 1664134906 w 1660"/>
                  <a:gd name="T61" fmla="*/ 692107495 h 587"/>
                  <a:gd name="T62" fmla="*/ 1428304104 w 1660"/>
                  <a:gd name="T63" fmla="*/ 652102089 h 587"/>
                  <a:gd name="T64" fmla="*/ 1319049881 w 1660"/>
                  <a:gd name="T65" fmla="*/ 454738006 h 587"/>
                  <a:gd name="T66" fmla="*/ 1276414058 w 1660"/>
                  <a:gd name="T67" fmla="*/ 226701534 h 587"/>
                  <a:gd name="T68" fmla="*/ 1672129484 w 1660"/>
                  <a:gd name="T69" fmla="*/ 118684744 h 587"/>
                  <a:gd name="T70" fmla="*/ 2017213355 w 1660"/>
                  <a:gd name="T71" fmla="*/ 176027019 h 587"/>
                  <a:gd name="T72" fmla="*/ 1998560110 w 1660"/>
                  <a:gd name="T73" fmla="*/ 421399206 h 58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60"/>
                  <a:gd name="T112" fmla="*/ 0 h 587"/>
                  <a:gd name="T113" fmla="*/ 1660 w 1660"/>
                  <a:gd name="T114" fmla="*/ 587 h 58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60" h="587">
                    <a:moveTo>
                      <a:pt x="1658" y="103"/>
                    </a:moveTo>
                    <a:cubicBezTo>
                      <a:pt x="1658" y="71"/>
                      <a:pt x="1653" y="83"/>
                      <a:pt x="1596" y="68"/>
                    </a:cubicBezTo>
                    <a:cubicBezTo>
                      <a:pt x="1539" y="52"/>
                      <a:pt x="1364" y="0"/>
                      <a:pt x="1096" y="39"/>
                    </a:cubicBezTo>
                    <a:cubicBezTo>
                      <a:pt x="872" y="72"/>
                      <a:pt x="929" y="146"/>
                      <a:pt x="837" y="149"/>
                    </a:cubicBezTo>
                    <a:cubicBezTo>
                      <a:pt x="823" y="149"/>
                      <a:pt x="823" y="149"/>
                      <a:pt x="823" y="149"/>
                    </a:cubicBezTo>
                    <a:cubicBezTo>
                      <a:pt x="731" y="146"/>
                      <a:pt x="788" y="72"/>
                      <a:pt x="564" y="39"/>
                    </a:cubicBezTo>
                    <a:cubicBezTo>
                      <a:pt x="296" y="0"/>
                      <a:pt x="121" y="52"/>
                      <a:pt x="64" y="68"/>
                    </a:cubicBezTo>
                    <a:cubicBezTo>
                      <a:pt x="7" y="83"/>
                      <a:pt x="2" y="71"/>
                      <a:pt x="2" y="103"/>
                    </a:cubicBezTo>
                    <a:cubicBezTo>
                      <a:pt x="3" y="135"/>
                      <a:pt x="0" y="161"/>
                      <a:pt x="27" y="161"/>
                    </a:cubicBezTo>
                    <a:cubicBezTo>
                      <a:pt x="55" y="161"/>
                      <a:pt x="55" y="161"/>
                      <a:pt x="98" y="296"/>
                    </a:cubicBezTo>
                    <a:cubicBezTo>
                      <a:pt x="150" y="458"/>
                      <a:pt x="164" y="504"/>
                      <a:pt x="214" y="541"/>
                    </a:cubicBezTo>
                    <a:cubicBezTo>
                      <a:pt x="275" y="587"/>
                      <a:pt x="531" y="587"/>
                      <a:pt x="614" y="537"/>
                    </a:cubicBezTo>
                    <a:cubicBezTo>
                      <a:pt x="717" y="475"/>
                      <a:pt x="704" y="241"/>
                      <a:pt x="828" y="238"/>
                    </a:cubicBezTo>
                    <a:cubicBezTo>
                      <a:pt x="829" y="238"/>
                      <a:pt x="831" y="238"/>
                      <a:pt x="832" y="238"/>
                    </a:cubicBezTo>
                    <a:cubicBezTo>
                      <a:pt x="956" y="241"/>
                      <a:pt x="943" y="475"/>
                      <a:pt x="1046" y="537"/>
                    </a:cubicBezTo>
                    <a:cubicBezTo>
                      <a:pt x="1129" y="587"/>
                      <a:pt x="1385" y="587"/>
                      <a:pt x="1446" y="541"/>
                    </a:cubicBezTo>
                    <a:cubicBezTo>
                      <a:pt x="1496" y="504"/>
                      <a:pt x="1510" y="458"/>
                      <a:pt x="1562" y="296"/>
                    </a:cubicBezTo>
                    <a:cubicBezTo>
                      <a:pt x="1605" y="161"/>
                      <a:pt x="1605" y="161"/>
                      <a:pt x="1633" y="161"/>
                    </a:cubicBezTo>
                    <a:cubicBezTo>
                      <a:pt x="1660" y="161"/>
                      <a:pt x="1657" y="135"/>
                      <a:pt x="1658" y="103"/>
                    </a:cubicBezTo>
                    <a:close/>
                    <a:moveTo>
                      <a:pt x="670" y="341"/>
                    </a:moveTo>
                    <a:cubicBezTo>
                      <a:pt x="644" y="407"/>
                      <a:pt x="624" y="465"/>
                      <a:pt x="588" y="489"/>
                    </a:cubicBezTo>
                    <a:cubicBezTo>
                      <a:pt x="550" y="515"/>
                      <a:pt x="494" y="520"/>
                      <a:pt x="411" y="519"/>
                    </a:cubicBezTo>
                    <a:cubicBezTo>
                      <a:pt x="341" y="517"/>
                      <a:pt x="266" y="520"/>
                      <a:pt x="234" y="490"/>
                    </a:cubicBezTo>
                    <a:cubicBezTo>
                      <a:pt x="208" y="465"/>
                      <a:pt x="182" y="386"/>
                      <a:pt x="160" y="316"/>
                    </a:cubicBezTo>
                    <a:cubicBezTo>
                      <a:pt x="129" y="219"/>
                      <a:pt x="115" y="161"/>
                      <a:pt x="146" y="132"/>
                    </a:cubicBezTo>
                    <a:cubicBezTo>
                      <a:pt x="185" y="97"/>
                      <a:pt x="286" y="91"/>
                      <a:pt x="405" y="89"/>
                    </a:cubicBezTo>
                    <a:cubicBezTo>
                      <a:pt x="524" y="88"/>
                      <a:pt x="682" y="123"/>
                      <a:pt x="702" y="170"/>
                    </a:cubicBezTo>
                    <a:cubicBezTo>
                      <a:pt x="718" y="205"/>
                      <a:pt x="693" y="282"/>
                      <a:pt x="670" y="341"/>
                    </a:cubicBezTo>
                    <a:close/>
                    <a:moveTo>
                      <a:pt x="1500" y="316"/>
                    </a:moveTo>
                    <a:cubicBezTo>
                      <a:pt x="1478" y="386"/>
                      <a:pt x="1452" y="465"/>
                      <a:pt x="1426" y="490"/>
                    </a:cubicBezTo>
                    <a:cubicBezTo>
                      <a:pt x="1394" y="520"/>
                      <a:pt x="1319" y="517"/>
                      <a:pt x="1249" y="519"/>
                    </a:cubicBezTo>
                    <a:cubicBezTo>
                      <a:pt x="1166" y="520"/>
                      <a:pt x="1110" y="515"/>
                      <a:pt x="1072" y="489"/>
                    </a:cubicBezTo>
                    <a:cubicBezTo>
                      <a:pt x="1036" y="465"/>
                      <a:pt x="1016" y="407"/>
                      <a:pt x="990" y="341"/>
                    </a:cubicBezTo>
                    <a:cubicBezTo>
                      <a:pt x="967" y="282"/>
                      <a:pt x="942" y="205"/>
                      <a:pt x="958" y="170"/>
                    </a:cubicBezTo>
                    <a:cubicBezTo>
                      <a:pt x="978" y="123"/>
                      <a:pt x="1136" y="88"/>
                      <a:pt x="1255" y="89"/>
                    </a:cubicBezTo>
                    <a:cubicBezTo>
                      <a:pt x="1374" y="91"/>
                      <a:pt x="1475" y="97"/>
                      <a:pt x="1514" y="132"/>
                    </a:cubicBezTo>
                    <a:cubicBezTo>
                      <a:pt x="1546" y="161"/>
                      <a:pt x="1531" y="219"/>
                      <a:pt x="1500" y="316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294"/>
              <p:cNvSpPr>
                <a:spLocks noChangeArrowheads="1"/>
              </p:cNvSpPr>
              <p:nvPr/>
            </p:nvSpPr>
            <p:spPr bwMode="auto">
              <a:xfrm>
                <a:off x="663575" y="2454274"/>
                <a:ext cx="622300" cy="488950"/>
              </a:xfrm>
              <a:custGeom>
                <a:avLst/>
                <a:gdLst>
                  <a:gd name="T0" fmla="*/ 0 w 538"/>
                  <a:gd name="T1" fmla="*/ 461452328 h 424"/>
                  <a:gd name="T2" fmla="*/ 204704313 w 538"/>
                  <a:gd name="T3" fmla="*/ 398949758 h 424"/>
                  <a:gd name="T4" fmla="*/ 457573257 w 538"/>
                  <a:gd name="T5" fmla="*/ 216762836 h 424"/>
                  <a:gd name="T6" fmla="*/ 709105067 w 538"/>
                  <a:gd name="T7" fmla="*/ 115695487 h 424"/>
                  <a:gd name="T8" fmla="*/ 544539104 w 538"/>
                  <a:gd name="T9" fmla="*/ 2659242 h 424"/>
                  <a:gd name="T10" fmla="*/ 198014009 w 538"/>
                  <a:gd name="T11" fmla="*/ 239369855 h 424"/>
                  <a:gd name="T12" fmla="*/ 109711027 w 538"/>
                  <a:gd name="T13" fmla="*/ 433525672 h 424"/>
                  <a:gd name="T14" fmla="*/ 0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0" y="347"/>
                    </a:moveTo>
                    <a:cubicBezTo>
                      <a:pt x="0" y="347"/>
                      <a:pt x="82" y="424"/>
                      <a:pt x="153" y="300"/>
                    </a:cubicBezTo>
                    <a:cubicBezTo>
                      <a:pt x="209" y="203"/>
                      <a:pt x="220" y="166"/>
                      <a:pt x="342" y="163"/>
                    </a:cubicBezTo>
                    <a:cubicBezTo>
                      <a:pt x="465" y="160"/>
                      <a:pt x="522" y="141"/>
                      <a:pt x="530" y="87"/>
                    </a:cubicBezTo>
                    <a:cubicBezTo>
                      <a:pt x="538" y="33"/>
                      <a:pt x="492" y="0"/>
                      <a:pt x="407" y="2"/>
                    </a:cubicBezTo>
                    <a:cubicBezTo>
                      <a:pt x="323" y="4"/>
                      <a:pt x="210" y="54"/>
                      <a:pt x="148" y="180"/>
                    </a:cubicBezTo>
                    <a:cubicBezTo>
                      <a:pt x="104" y="269"/>
                      <a:pt x="108" y="298"/>
                      <a:pt x="82" y="326"/>
                    </a:cubicBezTo>
                    <a:cubicBezTo>
                      <a:pt x="56" y="354"/>
                      <a:pt x="0" y="347"/>
                      <a:pt x="0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1295"/>
              <p:cNvSpPr>
                <a:spLocks noChangeArrowheads="1"/>
              </p:cNvSpPr>
              <p:nvPr/>
            </p:nvSpPr>
            <p:spPr bwMode="auto">
              <a:xfrm>
                <a:off x="1268413" y="2454274"/>
                <a:ext cx="622300" cy="488950"/>
              </a:xfrm>
              <a:custGeom>
                <a:avLst/>
                <a:gdLst>
                  <a:gd name="T0" fmla="*/ 719809089 w 538"/>
                  <a:gd name="T1" fmla="*/ 461452328 h 424"/>
                  <a:gd name="T2" fmla="*/ 515104777 w 538"/>
                  <a:gd name="T3" fmla="*/ 398949758 h 424"/>
                  <a:gd name="T4" fmla="*/ 262235832 w 538"/>
                  <a:gd name="T5" fmla="*/ 216762836 h 424"/>
                  <a:gd name="T6" fmla="*/ 10704023 w 538"/>
                  <a:gd name="T7" fmla="*/ 115695487 h 424"/>
                  <a:gd name="T8" fmla="*/ 175269985 w 538"/>
                  <a:gd name="T9" fmla="*/ 2659242 h 424"/>
                  <a:gd name="T10" fmla="*/ 521795080 w 538"/>
                  <a:gd name="T11" fmla="*/ 239369855 h 424"/>
                  <a:gd name="T12" fmla="*/ 610098062 w 538"/>
                  <a:gd name="T13" fmla="*/ 433525672 h 424"/>
                  <a:gd name="T14" fmla="*/ 719809089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538" y="347"/>
                    </a:moveTo>
                    <a:cubicBezTo>
                      <a:pt x="538" y="347"/>
                      <a:pt x="456" y="424"/>
                      <a:pt x="385" y="300"/>
                    </a:cubicBezTo>
                    <a:cubicBezTo>
                      <a:pt x="329" y="203"/>
                      <a:pt x="318" y="166"/>
                      <a:pt x="196" y="163"/>
                    </a:cubicBezTo>
                    <a:cubicBezTo>
                      <a:pt x="74" y="160"/>
                      <a:pt x="16" y="141"/>
                      <a:pt x="8" y="87"/>
                    </a:cubicBezTo>
                    <a:cubicBezTo>
                      <a:pt x="0" y="33"/>
                      <a:pt x="46" y="0"/>
                      <a:pt x="131" y="2"/>
                    </a:cubicBezTo>
                    <a:cubicBezTo>
                      <a:pt x="215" y="4"/>
                      <a:pt x="328" y="54"/>
                      <a:pt x="390" y="180"/>
                    </a:cubicBezTo>
                    <a:cubicBezTo>
                      <a:pt x="434" y="269"/>
                      <a:pt x="430" y="298"/>
                      <a:pt x="456" y="326"/>
                    </a:cubicBezTo>
                    <a:cubicBezTo>
                      <a:pt x="482" y="354"/>
                      <a:pt x="538" y="347"/>
                      <a:pt x="538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1296"/>
              <p:cNvSpPr>
                <a:spLocks noChangeArrowheads="1"/>
              </p:cNvSpPr>
              <p:nvPr/>
            </p:nvSpPr>
            <p:spPr bwMode="auto">
              <a:xfrm>
                <a:off x="454025" y="2387599"/>
                <a:ext cx="1647825" cy="1027112"/>
              </a:xfrm>
              <a:custGeom>
                <a:avLst/>
                <a:gdLst>
                  <a:gd name="T0" fmla="*/ 1680137151 w 1427"/>
                  <a:gd name="T1" fmla="*/ 299666273 h 890"/>
                  <a:gd name="T2" fmla="*/ 1357444054 w 1427"/>
                  <a:gd name="T3" fmla="*/ 728522463 h 890"/>
                  <a:gd name="T4" fmla="*/ 1056086077 w 1427"/>
                  <a:gd name="T5" fmla="*/ 554049602 h 890"/>
                  <a:gd name="T6" fmla="*/ 950744216 w 1427"/>
                  <a:gd name="T7" fmla="*/ 499444174 h 890"/>
                  <a:gd name="T8" fmla="*/ 845402355 w 1427"/>
                  <a:gd name="T9" fmla="*/ 554049602 h 890"/>
                  <a:gd name="T10" fmla="*/ 544044378 w 1427"/>
                  <a:gd name="T11" fmla="*/ 728522463 h 890"/>
                  <a:gd name="T12" fmla="*/ 221351281 w 1427"/>
                  <a:gd name="T13" fmla="*/ 299666273 h 890"/>
                  <a:gd name="T14" fmla="*/ 0 w 1427"/>
                  <a:gd name="T15" fmla="*/ 0 h 890"/>
                  <a:gd name="T16" fmla="*/ 120009467 w 1427"/>
                  <a:gd name="T17" fmla="*/ 594005413 h 890"/>
                  <a:gd name="T18" fmla="*/ 616049827 w 1427"/>
                  <a:gd name="T19" fmla="*/ 1049498425 h 890"/>
                  <a:gd name="T20" fmla="*/ 950744216 w 1427"/>
                  <a:gd name="T21" fmla="*/ 1172028271 h 890"/>
                  <a:gd name="T22" fmla="*/ 1285438605 w 1427"/>
                  <a:gd name="T23" fmla="*/ 1049498425 h 890"/>
                  <a:gd name="T24" fmla="*/ 1781478966 w 1427"/>
                  <a:gd name="T25" fmla="*/ 594005413 h 890"/>
                  <a:gd name="T26" fmla="*/ 1902822166 w 1427"/>
                  <a:gd name="T27" fmla="*/ 0 h 890"/>
                  <a:gd name="T28" fmla="*/ 1680137151 w 1427"/>
                  <a:gd name="T29" fmla="*/ 299666273 h 8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27"/>
                  <a:gd name="T46" fmla="*/ 0 h 890"/>
                  <a:gd name="T47" fmla="*/ 1427 w 1427"/>
                  <a:gd name="T48" fmla="*/ 890 h 8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27" h="890">
                    <a:moveTo>
                      <a:pt x="1260" y="225"/>
                    </a:moveTo>
                    <a:cubicBezTo>
                      <a:pt x="1249" y="317"/>
                      <a:pt x="1157" y="492"/>
                      <a:pt x="1018" y="547"/>
                    </a:cubicBezTo>
                    <a:cubicBezTo>
                      <a:pt x="879" y="602"/>
                      <a:pt x="841" y="467"/>
                      <a:pt x="792" y="416"/>
                    </a:cubicBezTo>
                    <a:cubicBezTo>
                      <a:pt x="753" y="376"/>
                      <a:pt x="724" y="374"/>
                      <a:pt x="713" y="375"/>
                    </a:cubicBezTo>
                    <a:cubicBezTo>
                      <a:pt x="702" y="374"/>
                      <a:pt x="673" y="376"/>
                      <a:pt x="634" y="416"/>
                    </a:cubicBezTo>
                    <a:cubicBezTo>
                      <a:pt x="585" y="467"/>
                      <a:pt x="547" y="602"/>
                      <a:pt x="408" y="547"/>
                    </a:cubicBezTo>
                    <a:cubicBezTo>
                      <a:pt x="269" y="492"/>
                      <a:pt x="177" y="317"/>
                      <a:pt x="166" y="225"/>
                    </a:cubicBezTo>
                    <a:cubicBezTo>
                      <a:pt x="143" y="32"/>
                      <a:pt x="0" y="0"/>
                      <a:pt x="0" y="0"/>
                    </a:cubicBezTo>
                    <a:cubicBezTo>
                      <a:pt x="0" y="0"/>
                      <a:pt x="41" y="368"/>
                      <a:pt x="90" y="446"/>
                    </a:cubicBezTo>
                    <a:cubicBezTo>
                      <a:pt x="139" y="523"/>
                      <a:pt x="332" y="684"/>
                      <a:pt x="462" y="788"/>
                    </a:cubicBezTo>
                    <a:cubicBezTo>
                      <a:pt x="590" y="890"/>
                      <a:pt x="643" y="880"/>
                      <a:pt x="713" y="880"/>
                    </a:cubicBezTo>
                    <a:cubicBezTo>
                      <a:pt x="783" y="880"/>
                      <a:pt x="836" y="890"/>
                      <a:pt x="964" y="788"/>
                    </a:cubicBezTo>
                    <a:cubicBezTo>
                      <a:pt x="1095" y="684"/>
                      <a:pt x="1287" y="523"/>
                      <a:pt x="1336" y="446"/>
                    </a:cubicBezTo>
                    <a:cubicBezTo>
                      <a:pt x="1385" y="368"/>
                      <a:pt x="1427" y="0"/>
                      <a:pt x="1427" y="0"/>
                    </a:cubicBezTo>
                    <a:cubicBezTo>
                      <a:pt x="1427" y="0"/>
                      <a:pt x="1284" y="32"/>
                      <a:pt x="1260" y="225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Oval 1297"/>
              <p:cNvSpPr>
                <a:spLocks noChangeArrowheads="1"/>
              </p:cNvSpPr>
              <p:nvPr/>
            </p:nvSpPr>
            <p:spPr bwMode="auto">
              <a:xfrm>
                <a:off x="19050" y="719137"/>
                <a:ext cx="2516188" cy="909637"/>
              </a:xfrm>
              <a:prstGeom prst="ellipse">
                <a:avLst/>
              </a:pr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27" name="Freeform 1298"/>
              <p:cNvSpPr>
                <a:spLocks noChangeArrowheads="1"/>
              </p:cNvSpPr>
              <p:nvPr/>
            </p:nvSpPr>
            <p:spPr bwMode="auto">
              <a:xfrm>
                <a:off x="449263" y="0"/>
                <a:ext cx="1655763" cy="1004887"/>
              </a:xfrm>
              <a:custGeom>
                <a:avLst/>
                <a:gdLst>
                  <a:gd name="T0" fmla="*/ 1906487547 w 1434"/>
                  <a:gd name="T1" fmla="*/ 897865379 h 870"/>
                  <a:gd name="T2" fmla="*/ 1906487547 w 1434"/>
                  <a:gd name="T3" fmla="*/ 896531305 h 870"/>
                  <a:gd name="T4" fmla="*/ 1905155085 w 1434"/>
                  <a:gd name="T5" fmla="*/ 895197231 h 870"/>
                  <a:gd name="T6" fmla="*/ 1541188588 w 1434"/>
                  <a:gd name="T7" fmla="*/ 126741662 h 870"/>
                  <a:gd name="T8" fmla="*/ 990573493 w 1434"/>
                  <a:gd name="T9" fmla="*/ 269493368 h 870"/>
                  <a:gd name="T10" fmla="*/ 525284461 w 1434"/>
                  <a:gd name="T11" fmla="*/ 69374164 h 870"/>
                  <a:gd name="T12" fmla="*/ 5333312 w 1434"/>
                  <a:gd name="T13" fmla="*/ 896531305 h 870"/>
                  <a:gd name="T14" fmla="*/ 5333312 w 1434"/>
                  <a:gd name="T15" fmla="*/ 896531305 h 870"/>
                  <a:gd name="T16" fmla="*/ 0 w 1434"/>
                  <a:gd name="T17" fmla="*/ 921878714 h 870"/>
                  <a:gd name="T18" fmla="*/ 79992751 w 1434"/>
                  <a:gd name="T19" fmla="*/ 1016601441 h 870"/>
                  <a:gd name="T20" fmla="*/ 955909852 w 1434"/>
                  <a:gd name="T21" fmla="*/ 1160687222 h 870"/>
                  <a:gd name="T22" fmla="*/ 1831828108 w 1434"/>
                  <a:gd name="T23" fmla="*/ 1016601441 h 870"/>
                  <a:gd name="T24" fmla="*/ 1911820859 w 1434"/>
                  <a:gd name="T25" fmla="*/ 921878714 h 870"/>
                  <a:gd name="T26" fmla="*/ 1906487547 w 1434"/>
                  <a:gd name="T27" fmla="*/ 897865379 h 87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434"/>
                  <a:gd name="T43" fmla="*/ 0 h 870"/>
                  <a:gd name="T44" fmla="*/ 1434 w 1434"/>
                  <a:gd name="T45" fmla="*/ 870 h 87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434" h="870">
                    <a:moveTo>
                      <a:pt x="1430" y="673"/>
                    </a:moveTo>
                    <a:cubicBezTo>
                      <a:pt x="1430" y="672"/>
                      <a:pt x="1430" y="672"/>
                      <a:pt x="1430" y="672"/>
                    </a:cubicBezTo>
                    <a:cubicBezTo>
                      <a:pt x="1429" y="671"/>
                      <a:pt x="1429" y="671"/>
                      <a:pt x="1429" y="671"/>
                    </a:cubicBezTo>
                    <a:cubicBezTo>
                      <a:pt x="1429" y="671"/>
                      <a:pt x="1245" y="189"/>
                      <a:pt x="1156" y="95"/>
                    </a:cubicBezTo>
                    <a:cubicBezTo>
                      <a:pt x="1067" y="0"/>
                      <a:pt x="934" y="156"/>
                      <a:pt x="743" y="202"/>
                    </a:cubicBezTo>
                    <a:cubicBezTo>
                      <a:pt x="606" y="234"/>
                      <a:pt x="550" y="74"/>
                      <a:pt x="394" y="52"/>
                    </a:cubicBezTo>
                    <a:cubicBezTo>
                      <a:pt x="262" y="34"/>
                      <a:pt x="14" y="646"/>
                      <a:pt x="4" y="672"/>
                    </a:cubicBezTo>
                    <a:cubicBezTo>
                      <a:pt x="4" y="672"/>
                      <a:pt x="4" y="672"/>
                      <a:pt x="4" y="672"/>
                    </a:cubicBezTo>
                    <a:cubicBezTo>
                      <a:pt x="1" y="678"/>
                      <a:pt x="0" y="684"/>
                      <a:pt x="0" y="691"/>
                    </a:cubicBezTo>
                    <a:cubicBezTo>
                      <a:pt x="0" y="716"/>
                      <a:pt x="22" y="740"/>
                      <a:pt x="60" y="762"/>
                    </a:cubicBezTo>
                    <a:cubicBezTo>
                      <a:pt x="171" y="826"/>
                      <a:pt x="423" y="870"/>
                      <a:pt x="717" y="870"/>
                    </a:cubicBezTo>
                    <a:cubicBezTo>
                      <a:pt x="1011" y="870"/>
                      <a:pt x="1263" y="826"/>
                      <a:pt x="1374" y="762"/>
                    </a:cubicBezTo>
                    <a:cubicBezTo>
                      <a:pt x="1412" y="740"/>
                      <a:pt x="1434" y="716"/>
                      <a:pt x="1434" y="691"/>
                    </a:cubicBezTo>
                    <a:cubicBezTo>
                      <a:pt x="1434" y="685"/>
                      <a:pt x="1433" y="679"/>
                      <a:pt x="1430" y="673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1299"/>
              <p:cNvSpPr>
                <a:spLocks noChangeArrowheads="1"/>
              </p:cNvSpPr>
              <p:nvPr/>
            </p:nvSpPr>
            <p:spPr bwMode="auto">
              <a:xfrm>
                <a:off x="433388" y="785812"/>
                <a:ext cx="25400" cy="44450"/>
              </a:xfrm>
              <a:custGeom>
                <a:avLst/>
                <a:gdLst>
                  <a:gd name="T0" fmla="*/ 17328573 w 22"/>
                  <a:gd name="T1" fmla="*/ 14288965 h 39"/>
                  <a:gd name="T2" fmla="*/ 18662073 w 22"/>
                  <a:gd name="T3" fmla="*/ 0 h 39"/>
                  <a:gd name="T4" fmla="*/ 18662073 w 22"/>
                  <a:gd name="T5" fmla="*/ 0 h 39"/>
                  <a:gd name="T6" fmla="*/ 0 w 22"/>
                  <a:gd name="T7" fmla="*/ 48064127 h 39"/>
                  <a:gd name="T8" fmla="*/ 29325455 w 22"/>
                  <a:gd name="T9" fmla="*/ 50661603 h 39"/>
                  <a:gd name="T10" fmla="*/ 17328573 w 22"/>
                  <a:gd name="T11" fmla="*/ 14288965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39"/>
                  <a:gd name="T20" fmla="*/ 22 w 22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39">
                    <a:moveTo>
                      <a:pt x="13" y="11"/>
                    </a:moveTo>
                    <a:cubicBezTo>
                      <a:pt x="13" y="7"/>
                      <a:pt x="14" y="3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6" y="30"/>
                      <a:pt x="13" y="20"/>
                      <a:pt x="13" y="11"/>
                    </a:cubicBez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1300"/>
              <p:cNvSpPr>
                <a:spLocks noChangeArrowheads="1"/>
              </p:cNvSpPr>
              <p:nvPr/>
            </p:nvSpPr>
            <p:spPr bwMode="auto">
              <a:xfrm>
                <a:off x="760413" y="1246187"/>
                <a:ext cx="411163" cy="38100"/>
              </a:xfrm>
              <a:custGeom>
                <a:avLst/>
                <a:gdLst>
                  <a:gd name="T0" fmla="*/ 0 w 355"/>
                  <a:gd name="T1" fmla="*/ 1333500 h 33"/>
                  <a:gd name="T2" fmla="*/ 335359599 w 355"/>
                  <a:gd name="T3" fmla="*/ 43988182 h 33"/>
                  <a:gd name="T4" fmla="*/ 476211303 w 355"/>
                  <a:gd name="T5" fmla="*/ 0 h 33"/>
                  <a:gd name="T6" fmla="*/ 0 w 355"/>
                  <a:gd name="T7" fmla="*/ 133350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5"/>
                  <a:gd name="T13" fmla="*/ 0 h 33"/>
                  <a:gd name="T14" fmla="*/ 355 w 35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5" h="33">
                    <a:moveTo>
                      <a:pt x="0" y="1"/>
                    </a:moveTo>
                    <a:cubicBezTo>
                      <a:pt x="75" y="16"/>
                      <a:pt x="159" y="27"/>
                      <a:pt x="250" y="33"/>
                    </a:cubicBezTo>
                    <a:cubicBezTo>
                      <a:pt x="355" y="0"/>
                      <a:pt x="355" y="0"/>
                      <a:pt x="35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1301"/>
              <p:cNvSpPr>
                <a:spLocks noChangeArrowheads="1"/>
              </p:cNvSpPr>
              <p:nvPr/>
            </p:nvSpPr>
            <p:spPr bwMode="auto">
              <a:xfrm>
                <a:off x="450850" y="776287"/>
                <a:ext cx="3175" cy="9525"/>
              </a:xfrm>
              <a:custGeom>
                <a:avLst/>
                <a:gdLst>
                  <a:gd name="T0" fmla="*/ 3360208 w 3"/>
                  <a:gd name="T1" fmla="*/ 0 h 8"/>
                  <a:gd name="T2" fmla="*/ 3360208 w 3"/>
                  <a:gd name="T3" fmla="*/ 1418034 h 8"/>
                  <a:gd name="T4" fmla="*/ 0 w 3"/>
                  <a:gd name="T5" fmla="*/ 11340703 h 8"/>
                  <a:gd name="T6" fmla="*/ 0 w 3"/>
                  <a:gd name="T7" fmla="*/ 11340703 h 8"/>
                  <a:gd name="T8" fmla="*/ 3360208 w 3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8"/>
                  <a:gd name="T17" fmla="*/ 3 w 3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8">
                    <a:moveTo>
                      <a:pt x="3" y="0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5"/>
                      <a:pt x="2" y="3"/>
                      <a:pt x="3" y="0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302"/>
              <p:cNvSpPr>
                <a:spLocks noChangeArrowheads="1"/>
              </p:cNvSpPr>
              <p:nvPr/>
            </p:nvSpPr>
            <p:spPr bwMode="auto">
              <a:xfrm>
                <a:off x="1355725" y="1117599"/>
                <a:ext cx="485775" cy="128587"/>
              </a:xfrm>
              <a:custGeom>
                <a:avLst/>
                <a:gdLst>
                  <a:gd name="T0" fmla="*/ 0 w 421"/>
                  <a:gd name="T1" fmla="*/ 113358625 h 112"/>
                  <a:gd name="T2" fmla="*/ 508591425 w 421"/>
                  <a:gd name="T3" fmla="*/ 147630505 h 112"/>
                  <a:gd name="T4" fmla="*/ 560516272 w 421"/>
                  <a:gd name="T5" fmla="*/ 137085223 h 112"/>
                  <a:gd name="T6" fmla="*/ 426045444 w 421"/>
                  <a:gd name="T7" fmla="*/ 0 h 112"/>
                  <a:gd name="T8" fmla="*/ 0 w 421"/>
                  <a:gd name="T9" fmla="*/ 113358625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1"/>
                  <a:gd name="T16" fmla="*/ 0 h 112"/>
                  <a:gd name="T17" fmla="*/ 421 w 421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1" h="112">
                    <a:moveTo>
                      <a:pt x="0" y="86"/>
                    </a:moveTo>
                    <a:cubicBezTo>
                      <a:pt x="382" y="112"/>
                      <a:pt x="382" y="112"/>
                      <a:pt x="382" y="112"/>
                    </a:cubicBezTo>
                    <a:cubicBezTo>
                      <a:pt x="395" y="109"/>
                      <a:pt x="408" y="107"/>
                      <a:pt x="421" y="104"/>
                    </a:cubicBezTo>
                    <a:cubicBezTo>
                      <a:pt x="320" y="0"/>
                      <a:pt x="320" y="0"/>
                      <a:pt x="320" y="0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303"/>
              <p:cNvSpPr>
                <a:spLocks noChangeArrowheads="1"/>
              </p:cNvSpPr>
              <p:nvPr/>
            </p:nvSpPr>
            <p:spPr bwMode="auto">
              <a:xfrm>
                <a:off x="1065213" y="998537"/>
                <a:ext cx="180975" cy="47625"/>
              </a:xfrm>
              <a:custGeom>
                <a:avLst/>
                <a:gdLst>
                  <a:gd name="T0" fmla="*/ 209948401 w 156"/>
                  <a:gd name="T1" fmla="*/ 7715250 h 42"/>
                  <a:gd name="T2" fmla="*/ 0 w 156"/>
                  <a:gd name="T3" fmla="*/ 0 h 42"/>
                  <a:gd name="T4" fmla="*/ 14803987 w 156"/>
                  <a:gd name="T5" fmla="*/ 54003348 h 42"/>
                  <a:gd name="T6" fmla="*/ 209948401 w 156"/>
                  <a:gd name="T7" fmla="*/ 771525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2"/>
                  <a:gd name="T14" fmla="*/ 156 w 15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2">
                    <a:moveTo>
                      <a:pt x="156" y="6"/>
                    </a:moveTo>
                    <a:cubicBezTo>
                      <a:pt x="102" y="5"/>
                      <a:pt x="50" y="3"/>
                      <a:pt x="0" y="0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156" y="6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304"/>
              <p:cNvSpPr>
                <a:spLocks noChangeArrowheads="1"/>
              </p:cNvSpPr>
              <p:nvPr/>
            </p:nvSpPr>
            <p:spPr bwMode="auto">
              <a:xfrm>
                <a:off x="1077913" y="1004887"/>
                <a:ext cx="244475" cy="60325"/>
              </a:xfrm>
              <a:custGeom>
                <a:avLst/>
                <a:gdLst>
                  <a:gd name="T0" fmla="*/ 193314841 w 211"/>
                  <a:gd name="T1" fmla="*/ 69982800 h 52"/>
                  <a:gd name="T2" fmla="*/ 283260785 w 211"/>
                  <a:gd name="T3" fmla="*/ 0 h 52"/>
                  <a:gd name="T4" fmla="*/ 230904900 w 211"/>
                  <a:gd name="T5" fmla="*/ 0 h 52"/>
                  <a:gd name="T6" fmla="*/ 194657715 w 211"/>
                  <a:gd name="T7" fmla="*/ 0 h 52"/>
                  <a:gd name="T8" fmla="*/ 0 w 211"/>
                  <a:gd name="T9" fmla="*/ 48449096 h 52"/>
                  <a:gd name="T10" fmla="*/ 193314841 w 211"/>
                  <a:gd name="T11" fmla="*/ 69982800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1"/>
                  <a:gd name="T19" fmla="*/ 0 h 52"/>
                  <a:gd name="T20" fmla="*/ 211 w 211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1" h="52">
                    <a:moveTo>
                      <a:pt x="144" y="52"/>
                    </a:moveTo>
                    <a:cubicBezTo>
                      <a:pt x="211" y="0"/>
                      <a:pt x="211" y="0"/>
                      <a:pt x="211" y="0"/>
                    </a:cubicBezTo>
                    <a:cubicBezTo>
                      <a:pt x="198" y="0"/>
                      <a:pt x="185" y="0"/>
                      <a:pt x="172" y="0"/>
                    </a:cubicBezTo>
                    <a:cubicBezTo>
                      <a:pt x="163" y="0"/>
                      <a:pt x="154" y="0"/>
                      <a:pt x="145" y="0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144" y="5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305"/>
              <p:cNvSpPr>
                <a:spLocks noChangeArrowheads="1"/>
              </p:cNvSpPr>
              <p:nvPr/>
            </p:nvSpPr>
            <p:spPr bwMode="auto">
              <a:xfrm>
                <a:off x="633413" y="927099"/>
                <a:ext cx="1588" cy="1587"/>
              </a:xfrm>
              <a:custGeom>
                <a:avLst/>
                <a:gdLst>
                  <a:gd name="T0" fmla="*/ 1260872 w 2"/>
                  <a:gd name="T1" fmla="*/ 2518569 h 1"/>
                  <a:gd name="T2" fmla="*/ 0 w 2"/>
                  <a:gd name="T3" fmla="*/ 0 h 1"/>
                  <a:gd name="T4" fmla="*/ 1260872 w 2"/>
                  <a:gd name="T5" fmla="*/ 2518569 h 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"/>
                  <a:gd name="T11" fmla="*/ 2 w 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06"/>
              <p:cNvSpPr>
                <a:spLocks noChangeArrowheads="1"/>
              </p:cNvSpPr>
              <p:nvPr/>
            </p:nvSpPr>
            <p:spPr bwMode="auto">
              <a:xfrm>
                <a:off x="423863" y="828674"/>
                <a:ext cx="158750" cy="80962"/>
              </a:xfrm>
              <a:custGeom>
                <a:avLst/>
                <a:gdLst>
                  <a:gd name="T0" fmla="*/ 110102974 w 137"/>
                  <a:gd name="T1" fmla="*/ 58513860 h 71"/>
                  <a:gd name="T2" fmla="*/ 41624945 w 137"/>
                  <a:gd name="T3" fmla="*/ 2601047 h 71"/>
                  <a:gd name="T4" fmla="*/ 12084699 w 137"/>
                  <a:gd name="T5" fmla="*/ 0 h 71"/>
                  <a:gd name="T6" fmla="*/ 0 w 137"/>
                  <a:gd name="T7" fmla="*/ 29906907 h 71"/>
                  <a:gd name="T8" fmla="*/ 183953011 w 137"/>
                  <a:gd name="T9" fmla="*/ 92321767 h 71"/>
                  <a:gd name="T10" fmla="*/ 110102974 w 137"/>
                  <a:gd name="T11" fmla="*/ 58513860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7"/>
                  <a:gd name="T19" fmla="*/ 0 h 71"/>
                  <a:gd name="T20" fmla="*/ 137 w 137"/>
                  <a:gd name="T21" fmla="*/ 71 h 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7" h="71">
                    <a:moveTo>
                      <a:pt x="82" y="45"/>
                    </a:moveTo>
                    <a:cubicBezTo>
                      <a:pt x="58" y="32"/>
                      <a:pt x="41" y="17"/>
                      <a:pt x="31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37" y="71"/>
                      <a:pt x="137" y="71"/>
                      <a:pt x="137" y="71"/>
                    </a:cubicBezTo>
                    <a:cubicBezTo>
                      <a:pt x="116" y="63"/>
                      <a:pt x="98" y="54"/>
                      <a:pt x="82" y="45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307"/>
              <p:cNvSpPr>
                <a:spLocks noChangeArrowheads="1"/>
              </p:cNvSpPr>
              <p:nvPr/>
            </p:nvSpPr>
            <p:spPr bwMode="auto">
              <a:xfrm>
                <a:off x="361950" y="855662"/>
                <a:ext cx="273050" cy="247650"/>
              </a:xfrm>
              <a:custGeom>
                <a:avLst/>
                <a:gdLst>
                  <a:gd name="T0" fmla="*/ 313239258 w 236"/>
                  <a:gd name="T1" fmla="*/ 83587058 h 215"/>
                  <a:gd name="T2" fmla="*/ 254339133 w 236"/>
                  <a:gd name="T3" fmla="*/ 63685213 h 215"/>
                  <a:gd name="T4" fmla="*/ 70947877 w 236"/>
                  <a:gd name="T5" fmla="*/ 0 h 215"/>
                  <a:gd name="T6" fmla="*/ 6693196 w 236"/>
                  <a:gd name="T7" fmla="*/ 164521382 h 215"/>
                  <a:gd name="T8" fmla="*/ 5354557 w 236"/>
                  <a:gd name="T9" fmla="*/ 169828003 h 215"/>
                  <a:gd name="T10" fmla="*/ 4015918 w 236"/>
                  <a:gd name="T11" fmla="*/ 172481890 h 215"/>
                  <a:gd name="T12" fmla="*/ 4015918 w 236"/>
                  <a:gd name="T13" fmla="*/ 172481890 h 215"/>
                  <a:gd name="T14" fmla="*/ 0 w 236"/>
                  <a:gd name="T15" fmla="*/ 199017299 h 215"/>
                  <a:gd name="T16" fmla="*/ 42836454 w 236"/>
                  <a:gd name="T17" fmla="*/ 285258244 h 215"/>
                  <a:gd name="T18" fmla="*/ 315916536 w 236"/>
                  <a:gd name="T19" fmla="*/ 84914002 h 215"/>
                  <a:gd name="T20" fmla="*/ 313239258 w 236"/>
                  <a:gd name="T21" fmla="*/ 83587058 h 2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6"/>
                  <a:gd name="T34" fmla="*/ 0 h 215"/>
                  <a:gd name="T35" fmla="*/ 236 w 236"/>
                  <a:gd name="T36" fmla="*/ 215 h 2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6" h="215">
                    <a:moveTo>
                      <a:pt x="234" y="63"/>
                    </a:moveTo>
                    <a:cubicBezTo>
                      <a:pt x="218" y="58"/>
                      <a:pt x="204" y="53"/>
                      <a:pt x="190" y="4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8"/>
                      <a:pt x="4" y="128"/>
                      <a:pt x="4" y="128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1" y="137"/>
                      <a:pt x="0" y="144"/>
                      <a:pt x="0" y="150"/>
                    </a:cubicBezTo>
                    <a:cubicBezTo>
                      <a:pt x="0" y="173"/>
                      <a:pt x="11" y="194"/>
                      <a:pt x="32" y="215"/>
                    </a:cubicBezTo>
                    <a:cubicBezTo>
                      <a:pt x="236" y="64"/>
                      <a:pt x="236" y="64"/>
                      <a:pt x="236" y="64"/>
                    </a:cubicBezTo>
                    <a:lnTo>
                      <a:pt x="234" y="63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308"/>
              <p:cNvSpPr>
                <a:spLocks noChangeArrowheads="1"/>
              </p:cNvSpPr>
              <p:nvPr/>
            </p:nvSpPr>
            <p:spPr bwMode="auto">
              <a:xfrm>
                <a:off x="1355725" y="1216024"/>
                <a:ext cx="441325" cy="58737"/>
              </a:xfrm>
              <a:custGeom>
                <a:avLst/>
                <a:gdLst>
                  <a:gd name="T0" fmla="*/ 289633973 w 382"/>
                  <a:gd name="T1" fmla="*/ 67647748 h 51"/>
                  <a:gd name="T2" fmla="*/ 509863235 w 382"/>
                  <a:gd name="T3" fmla="*/ 34486681 h 51"/>
                  <a:gd name="T4" fmla="*/ 0 w 382"/>
                  <a:gd name="T5" fmla="*/ 0 h 51"/>
                  <a:gd name="T6" fmla="*/ 289633973 w 382"/>
                  <a:gd name="T7" fmla="*/ 67647748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2"/>
                  <a:gd name="T13" fmla="*/ 0 h 51"/>
                  <a:gd name="T14" fmla="*/ 382 w 38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2" h="51">
                    <a:moveTo>
                      <a:pt x="217" y="51"/>
                    </a:moveTo>
                    <a:cubicBezTo>
                      <a:pt x="276" y="45"/>
                      <a:pt x="331" y="36"/>
                      <a:pt x="382" y="2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17" y="51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309"/>
              <p:cNvSpPr>
                <a:spLocks noChangeArrowheads="1"/>
              </p:cNvSpPr>
              <p:nvPr/>
            </p:nvSpPr>
            <p:spPr bwMode="auto">
              <a:xfrm>
                <a:off x="1077913" y="1046162"/>
                <a:ext cx="166688" cy="38100"/>
              </a:xfrm>
              <a:custGeom>
                <a:avLst/>
                <a:gdLst>
                  <a:gd name="T0" fmla="*/ 264617994 w 105"/>
                  <a:gd name="T1" fmla="*/ 30241875 h 24"/>
                  <a:gd name="T2" fmla="*/ 0 w 105"/>
                  <a:gd name="T3" fmla="*/ 0 h 24"/>
                  <a:gd name="T4" fmla="*/ 206653432 w 105"/>
                  <a:gd name="T5" fmla="*/ 60483750 h 24"/>
                  <a:gd name="T6" fmla="*/ 264617994 w 105"/>
                  <a:gd name="T7" fmla="*/ 30241875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"/>
                  <a:gd name="T13" fmla="*/ 0 h 24"/>
                  <a:gd name="T14" fmla="*/ 105 w 10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" h="24">
                    <a:moveTo>
                      <a:pt x="105" y="12"/>
                    </a:moveTo>
                    <a:lnTo>
                      <a:pt x="0" y="0"/>
                    </a:lnTo>
                    <a:lnTo>
                      <a:pt x="82" y="24"/>
                    </a:lnTo>
                    <a:lnTo>
                      <a:pt x="105" y="1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310"/>
              <p:cNvSpPr>
                <a:spLocks noChangeArrowheads="1"/>
              </p:cNvSpPr>
              <p:nvPr/>
            </p:nvSpPr>
            <p:spPr bwMode="auto">
              <a:xfrm>
                <a:off x="1171575" y="1084262"/>
                <a:ext cx="184150" cy="161925"/>
              </a:xfrm>
              <a:custGeom>
                <a:avLst/>
                <a:gdLst>
                  <a:gd name="T0" fmla="*/ 0 w 116"/>
                  <a:gd name="T1" fmla="*/ 257055938 h 102"/>
                  <a:gd name="T2" fmla="*/ 292338125 w 116"/>
                  <a:gd name="T3" fmla="*/ 209173763 h 102"/>
                  <a:gd name="T4" fmla="*/ 57964388 w 116"/>
                  <a:gd name="T5" fmla="*/ 0 h 102"/>
                  <a:gd name="T6" fmla="*/ 0 w 116"/>
                  <a:gd name="T7" fmla="*/ 257055938 h 1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6"/>
                  <a:gd name="T13" fmla="*/ 0 h 102"/>
                  <a:gd name="T14" fmla="*/ 116 w 116"/>
                  <a:gd name="T15" fmla="*/ 102 h 1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6" h="102">
                    <a:moveTo>
                      <a:pt x="0" y="102"/>
                    </a:moveTo>
                    <a:lnTo>
                      <a:pt x="116" y="83"/>
                    </a:lnTo>
                    <a:lnTo>
                      <a:pt x="23" y="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311"/>
              <p:cNvSpPr>
                <a:spLocks noChangeArrowheads="1"/>
              </p:cNvSpPr>
              <p:nvPr/>
            </p:nvSpPr>
            <p:spPr bwMode="auto">
              <a:xfrm>
                <a:off x="1208088" y="1065212"/>
                <a:ext cx="147638" cy="150812"/>
              </a:xfrm>
              <a:custGeom>
                <a:avLst/>
                <a:gdLst>
                  <a:gd name="T0" fmla="*/ 0 w 93"/>
                  <a:gd name="T1" fmla="*/ 30241775 h 95"/>
                  <a:gd name="T2" fmla="*/ 234376119 w 93"/>
                  <a:gd name="T3" fmla="*/ 239413256 h 95"/>
                  <a:gd name="T4" fmla="*/ 57964584 w 93"/>
                  <a:gd name="T5" fmla="*/ 0 h 95"/>
                  <a:gd name="T6" fmla="*/ 0 w 93"/>
                  <a:gd name="T7" fmla="*/ 3024177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95"/>
                  <a:gd name="T14" fmla="*/ 93 w 9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95">
                    <a:moveTo>
                      <a:pt x="0" y="12"/>
                    </a:moveTo>
                    <a:lnTo>
                      <a:pt x="93" y="95"/>
                    </a:lnTo>
                    <a:lnTo>
                      <a:pt x="23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1312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42" name="Freeform 1313"/>
              <p:cNvSpPr>
                <a:spLocks noChangeArrowheads="1"/>
              </p:cNvSpPr>
              <p:nvPr/>
            </p:nvSpPr>
            <p:spPr bwMode="auto">
              <a:xfrm>
                <a:off x="661988" y="1065212"/>
                <a:ext cx="509588" cy="182562"/>
              </a:xfrm>
              <a:custGeom>
                <a:avLst/>
                <a:gdLst>
                  <a:gd name="T0" fmla="*/ 204292789 w 441"/>
                  <a:gd name="T1" fmla="*/ 0 h 158"/>
                  <a:gd name="T2" fmla="*/ 0 w 441"/>
                  <a:gd name="T3" fmla="*/ 184240877 h 158"/>
                  <a:gd name="T4" fmla="*/ 114830629 w 441"/>
                  <a:gd name="T5" fmla="*/ 210942303 h 158"/>
                  <a:gd name="T6" fmla="*/ 588843378 w 441"/>
                  <a:gd name="T7" fmla="*/ 209607751 h 158"/>
                  <a:gd name="T8" fmla="*/ 204292789 w 441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1"/>
                  <a:gd name="T16" fmla="*/ 0 h 158"/>
                  <a:gd name="T17" fmla="*/ 441 w 441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1" h="158">
                    <a:moveTo>
                      <a:pt x="153" y="0"/>
                    </a:moveTo>
                    <a:cubicBezTo>
                      <a:pt x="0" y="138"/>
                      <a:pt x="0" y="138"/>
                      <a:pt x="0" y="138"/>
                    </a:cubicBezTo>
                    <a:cubicBezTo>
                      <a:pt x="27" y="145"/>
                      <a:pt x="56" y="152"/>
                      <a:pt x="86" y="158"/>
                    </a:cubicBezTo>
                    <a:cubicBezTo>
                      <a:pt x="441" y="157"/>
                      <a:pt x="441" y="157"/>
                      <a:pt x="441" y="157"/>
                    </a:cubicBezTo>
                    <a:lnTo>
                      <a:pt x="153" y="0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314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307975" cy="136525"/>
              </a:xfrm>
              <a:custGeom>
                <a:avLst/>
                <a:gdLst>
                  <a:gd name="T0" fmla="*/ 234164812 w 267"/>
                  <a:gd name="T1" fmla="*/ 157958268 h 118"/>
                  <a:gd name="T2" fmla="*/ 355238205 w 267"/>
                  <a:gd name="T3" fmla="*/ 68270599 h 118"/>
                  <a:gd name="T4" fmla="*/ 1329944 w 267"/>
                  <a:gd name="T5" fmla="*/ 0 h 118"/>
                  <a:gd name="T6" fmla="*/ 0 w 267"/>
                  <a:gd name="T7" fmla="*/ 0 h 118"/>
                  <a:gd name="T8" fmla="*/ 234164812 w 267"/>
                  <a:gd name="T9" fmla="*/ 15795826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"/>
                  <a:gd name="T17" fmla="*/ 267 w 267"/>
                  <a:gd name="T18" fmla="*/ 118 h 1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">
                    <a:moveTo>
                      <a:pt x="176" y="118"/>
                    </a:moveTo>
                    <a:cubicBezTo>
                      <a:pt x="267" y="51"/>
                      <a:pt x="267" y="51"/>
                      <a:pt x="267" y="51"/>
                    </a:cubicBezTo>
                    <a:cubicBezTo>
                      <a:pt x="163" y="39"/>
                      <a:pt x="72" y="22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76" y="118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1315"/>
              <p:cNvSpPr>
                <a:spLocks noChangeArrowheads="1"/>
              </p:cNvSpPr>
              <p:nvPr/>
            </p:nvSpPr>
            <p:spPr bwMode="auto">
              <a:xfrm>
                <a:off x="838200" y="987424"/>
                <a:ext cx="239713" cy="77787"/>
              </a:xfrm>
              <a:custGeom>
                <a:avLst/>
                <a:gdLst>
                  <a:gd name="T0" fmla="*/ 276261165 w 208"/>
                  <a:gd name="T1" fmla="*/ 68743971 h 67"/>
                  <a:gd name="T2" fmla="*/ 261651349 w 208"/>
                  <a:gd name="T3" fmla="*/ 12131289 h 67"/>
                  <a:gd name="T4" fmla="*/ 120863756 w 208"/>
                  <a:gd name="T5" fmla="*/ 0 h 67"/>
                  <a:gd name="T6" fmla="*/ 0 w 208"/>
                  <a:gd name="T7" fmla="*/ 90310707 h 67"/>
                  <a:gd name="T8" fmla="*/ 276261165 w 208"/>
                  <a:gd name="T9" fmla="*/ 68743971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8"/>
                  <a:gd name="T16" fmla="*/ 0 h 67"/>
                  <a:gd name="T17" fmla="*/ 208 w 20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8" h="67">
                    <a:moveTo>
                      <a:pt x="208" y="51"/>
                    </a:moveTo>
                    <a:cubicBezTo>
                      <a:pt x="197" y="9"/>
                      <a:pt x="197" y="9"/>
                      <a:pt x="197" y="9"/>
                    </a:cubicBezTo>
                    <a:cubicBezTo>
                      <a:pt x="160" y="7"/>
                      <a:pt x="125" y="4"/>
                      <a:pt x="91" y="0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208" y="51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316"/>
              <p:cNvSpPr>
                <a:spLocks noChangeArrowheads="1"/>
              </p:cNvSpPr>
              <p:nvPr/>
            </p:nvSpPr>
            <p:spPr bwMode="auto">
              <a:xfrm>
                <a:off x="838200" y="1046162"/>
                <a:ext cx="369888" cy="38100"/>
              </a:xfrm>
              <a:custGeom>
                <a:avLst/>
                <a:gdLst>
                  <a:gd name="T0" fmla="*/ 380544902 w 233"/>
                  <a:gd name="T1" fmla="*/ 0 h 24"/>
                  <a:gd name="T2" fmla="*/ 0 w 233"/>
                  <a:gd name="T3" fmla="*/ 30241875 h 24"/>
                  <a:gd name="T4" fmla="*/ 587197994 w 233"/>
                  <a:gd name="T5" fmla="*/ 60483750 h 24"/>
                  <a:gd name="T6" fmla="*/ 380544902 w 23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24"/>
                  <a:gd name="T14" fmla="*/ 233 w 23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24">
                    <a:moveTo>
                      <a:pt x="151" y="0"/>
                    </a:moveTo>
                    <a:lnTo>
                      <a:pt x="0" y="12"/>
                    </a:lnTo>
                    <a:lnTo>
                      <a:pt x="233" y="2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1317"/>
              <p:cNvSpPr>
                <a:spLocks noChangeArrowheads="1"/>
              </p:cNvSpPr>
              <p:nvPr/>
            </p:nvSpPr>
            <p:spPr bwMode="auto">
              <a:xfrm>
                <a:off x="838200" y="1065212"/>
                <a:ext cx="369888" cy="180975"/>
              </a:xfrm>
              <a:custGeom>
                <a:avLst/>
                <a:gdLst>
                  <a:gd name="T0" fmla="*/ 0 w 233"/>
                  <a:gd name="T1" fmla="*/ 0 h 114"/>
                  <a:gd name="T2" fmla="*/ 529233528 w 233"/>
                  <a:gd name="T3" fmla="*/ 287297813 h 114"/>
                  <a:gd name="T4" fmla="*/ 587197994 w 233"/>
                  <a:gd name="T5" fmla="*/ 30241875 h 114"/>
                  <a:gd name="T6" fmla="*/ 0 w 233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114"/>
                  <a:gd name="T14" fmla="*/ 233 w 233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114">
                    <a:moveTo>
                      <a:pt x="0" y="0"/>
                    </a:moveTo>
                    <a:lnTo>
                      <a:pt x="210" y="114"/>
                    </a:lnTo>
                    <a:lnTo>
                      <a:pt x="233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318"/>
              <p:cNvSpPr>
                <a:spLocks noChangeArrowheads="1"/>
              </p:cNvSpPr>
              <p:nvPr/>
            </p:nvSpPr>
            <p:spPr bwMode="auto">
              <a:xfrm>
                <a:off x="642938" y="1065212"/>
                <a:ext cx="195263" cy="158750"/>
              </a:xfrm>
              <a:custGeom>
                <a:avLst/>
                <a:gdLst>
                  <a:gd name="T0" fmla="*/ 33373797 w 169"/>
                  <a:gd name="T1" fmla="*/ 59549656 h 138"/>
                  <a:gd name="T2" fmla="*/ 0 w 169"/>
                  <a:gd name="T3" fmla="*/ 177327201 h 138"/>
                  <a:gd name="T4" fmla="*/ 21358768 w 169"/>
                  <a:gd name="T5" fmla="*/ 182620018 h 138"/>
                  <a:gd name="T6" fmla="*/ 225607332 w 169"/>
                  <a:gd name="T7" fmla="*/ 0 h 138"/>
                  <a:gd name="T8" fmla="*/ 33373797 w 169"/>
                  <a:gd name="T9" fmla="*/ 59549656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38"/>
                  <a:gd name="T17" fmla="*/ 169 w 169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38">
                    <a:moveTo>
                      <a:pt x="25" y="45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5" y="135"/>
                      <a:pt x="11" y="136"/>
                      <a:pt x="16" y="138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25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31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203200" cy="188912"/>
              </a:xfrm>
              <a:custGeom>
                <a:avLst/>
                <a:gdLst>
                  <a:gd name="T0" fmla="*/ 57964388 w 128"/>
                  <a:gd name="T1" fmla="*/ 299897006 h 119"/>
                  <a:gd name="T2" fmla="*/ 322580000 w 128"/>
                  <a:gd name="T3" fmla="*/ 216732864 h 119"/>
                  <a:gd name="T4" fmla="*/ 0 w 128"/>
                  <a:gd name="T5" fmla="*/ 0 h 119"/>
                  <a:gd name="T6" fmla="*/ 57964388 w 128"/>
                  <a:gd name="T7" fmla="*/ 299897006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8"/>
                  <a:gd name="T13" fmla="*/ 0 h 119"/>
                  <a:gd name="T14" fmla="*/ 128 w 128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8" h="119">
                    <a:moveTo>
                      <a:pt x="23" y="119"/>
                    </a:moveTo>
                    <a:lnTo>
                      <a:pt x="128" y="86"/>
                    </a:lnTo>
                    <a:lnTo>
                      <a:pt x="0" y="0"/>
                    </a:lnTo>
                    <a:lnTo>
                      <a:pt x="23" y="119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320"/>
              <p:cNvSpPr>
                <a:spLocks noChangeArrowheads="1"/>
              </p:cNvSpPr>
              <p:nvPr/>
            </p:nvSpPr>
            <p:spPr bwMode="auto">
              <a:xfrm>
                <a:off x="463550" y="1117599"/>
                <a:ext cx="207963" cy="103187"/>
              </a:xfrm>
              <a:custGeom>
                <a:avLst/>
                <a:gdLst>
                  <a:gd name="T0" fmla="*/ 0 w 181"/>
                  <a:gd name="T1" fmla="*/ 37637748 h 89"/>
                  <a:gd name="T2" fmla="*/ 205939669 w 181"/>
                  <a:gd name="T3" fmla="*/ 119635472 h 89"/>
                  <a:gd name="T4" fmla="*/ 238942593 w 181"/>
                  <a:gd name="T5" fmla="*/ 0 h 89"/>
                  <a:gd name="T6" fmla="*/ 0 w 181"/>
                  <a:gd name="T7" fmla="*/ 37637748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89"/>
                  <a:gd name="T14" fmla="*/ 181 w 181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89">
                    <a:moveTo>
                      <a:pt x="0" y="28"/>
                    </a:moveTo>
                    <a:cubicBezTo>
                      <a:pt x="41" y="51"/>
                      <a:pt x="93" y="71"/>
                      <a:pt x="156" y="89"/>
                    </a:cubicBezTo>
                    <a:cubicBezTo>
                      <a:pt x="181" y="0"/>
                      <a:pt x="181" y="0"/>
                      <a:pt x="181" y="0"/>
                    </a:cubicBez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1321"/>
              <p:cNvSpPr>
                <a:spLocks noChangeArrowheads="1"/>
              </p:cNvSpPr>
              <p:nvPr/>
            </p:nvSpPr>
            <p:spPr bwMode="auto">
              <a:xfrm>
                <a:off x="400050" y="928687"/>
                <a:ext cx="271463" cy="220662"/>
              </a:xfrm>
              <a:custGeom>
                <a:avLst/>
                <a:gdLst>
                  <a:gd name="T0" fmla="*/ 269914741 w 236"/>
                  <a:gd name="T1" fmla="*/ 0 h 191"/>
                  <a:gd name="T2" fmla="*/ 0 w 236"/>
                  <a:gd name="T3" fmla="*/ 201541811 h 191"/>
                  <a:gd name="T4" fmla="*/ 72771639 w 236"/>
                  <a:gd name="T5" fmla="*/ 254930462 h 191"/>
                  <a:gd name="T6" fmla="*/ 312254917 w 236"/>
                  <a:gd name="T7" fmla="*/ 217558868 h 191"/>
                  <a:gd name="T8" fmla="*/ 269914741 w 236"/>
                  <a:gd name="T9" fmla="*/ 0 h 1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6"/>
                  <a:gd name="T16" fmla="*/ 0 h 191"/>
                  <a:gd name="T17" fmla="*/ 236 w 236"/>
                  <a:gd name="T18" fmla="*/ 191 h 1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6" h="191">
                    <a:moveTo>
                      <a:pt x="204" y="0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14" y="165"/>
                      <a:pt x="33" y="178"/>
                      <a:pt x="55" y="191"/>
                    </a:cubicBezTo>
                    <a:cubicBezTo>
                      <a:pt x="236" y="163"/>
                      <a:pt x="236" y="163"/>
                      <a:pt x="236" y="163"/>
                    </a:cubicBez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322"/>
              <p:cNvSpPr>
                <a:spLocks noChangeArrowheads="1"/>
              </p:cNvSpPr>
              <p:nvPr/>
            </p:nvSpPr>
            <p:spPr bwMode="auto">
              <a:xfrm>
                <a:off x="1049338" y="1246187"/>
                <a:ext cx="220663" cy="47625"/>
              </a:xfrm>
              <a:custGeom>
                <a:avLst/>
                <a:gdLst>
                  <a:gd name="T0" fmla="*/ 0 w 191"/>
                  <a:gd name="T1" fmla="*/ 44525890 h 41"/>
                  <a:gd name="T2" fmla="*/ 254932773 w 191"/>
                  <a:gd name="T3" fmla="*/ 55320503 h 41"/>
                  <a:gd name="T4" fmla="*/ 140146422 w 191"/>
                  <a:gd name="T5" fmla="*/ 0 h 41"/>
                  <a:gd name="T6" fmla="*/ 0 w 191"/>
                  <a:gd name="T7" fmla="*/ 4452589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41"/>
                  <a:gd name="T14" fmla="*/ 191 w 19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41">
                    <a:moveTo>
                      <a:pt x="0" y="33"/>
                    </a:moveTo>
                    <a:cubicBezTo>
                      <a:pt x="61" y="38"/>
                      <a:pt x="125" y="40"/>
                      <a:pt x="191" y="41"/>
                    </a:cubicBezTo>
                    <a:cubicBezTo>
                      <a:pt x="105" y="0"/>
                      <a:pt x="105" y="0"/>
                      <a:pt x="105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1323"/>
              <p:cNvSpPr>
                <a:spLocks noChangeArrowheads="1"/>
              </p:cNvSpPr>
              <p:nvPr/>
            </p:nvSpPr>
            <p:spPr bwMode="auto">
              <a:xfrm>
                <a:off x="1171575" y="1216024"/>
                <a:ext cx="184150" cy="77787"/>
              </a:xfrm>
              <a:custGeom>
                <a:avLst/>
                <a:gdLst>
                  <a:gd name="T0" fmla="*/ 0 w 160"/>
                  <a:gd name="T1" fmla="*/ 35045946 h 67"/>
                  <a:gd name="T2" fmla="*/ 113920945 w 160"/>
                  <a:gd name="T3" fmla="*/ 90310707 h 67"/>
                  <a:gd name="T4" fmla="*/ 121868168 w 160"/>
                  <a:gd name="T5" fmla="*/ 90310707 h 67"/>
                  <a:gd name="T6" fmla="*/ 180153945 w 160"/>
                  <a:gd name="T7" fmla="*/ 88962786 h 67"/>
                  <a:gd name="T8" fmla="*/ 211945141 w 160"/>
                  <a:gd name="T9" fmla="*/ 0 h 67"/>
                  <a:gd name="T10" fmla="*/ 0 w 160"/>
                  <a:gd name="T11" fmla="*/ 35045946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67"/>
                  <a:gd name="T20" fmla="*/ 160 w 160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67">
                    <a:moveTo>
                      <a:pt x="0" y="26"/>
                    </a:moveTo>
                    <a:cubicBezTo>
                      <a:pt x="86" y="67"/>
                      <a:pt x="86" y="67"/>
                      <a:pt x="86" y="67"/>
                    </a:cubicBezTo>
                    <a:cubicBezTo>
                      <a:pt x="88" y="67"/>
                      <a:pt x="90" y="67"/>
                      <a:pt x="92" y="67"/>
                    </a:cubicBezTo>
                    <a:cubicBezTo>
                      <a:pt x="107" y="67"/>
                      <a:pt x="121" y="66"/>
                      <a:pt x="136" y="66"/>
                    </a:cubicBezTo>
                    <a:cubicBezTo>
                      <a:pt x="160" y="0"/>
                      <a:pt x="160" y="0"/>
                      <a:pt x="160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324"/>
              <p:cNvSpPr>
                <a:spLocks noChangeArrowheads="1"/>
              </p:cNvSpPr>
              <p:nvPr/>
            </p:nvSpPr>
            <p:spPr bwMode="auto">
              <a:xfrm>
                <a:off x="1328738" y="1216024"/>
                <a:ext cx="277813" cy="76200"/>
              </a:xfrm>
              <a:custGeom>
                <a:avLst/>
                <a:gdLst>
                  <a:gd name="T0" fmla="*/ 0 w 241"/>
                  <a:gd name="T1" fmla="*/ 87976364 h 66"/>
                  <a:gd name="T2" fmla="*/ 320249224 w 241"/>
                  <a:gd name="T3" fmla="*/ 67981945 h 66"/>
                  <a:gd name="T4" fmla="*/ 31892010 w 241"/>
                  <a:gd name="T5" fmla="*/ 0 h 66"/>
                  <a:gd name="T6" fmla="*/ 0 w 241"/>
                  <a:gd name="T7" fmla="*/ 8797636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1"/>
                  <a:gd name="T13" fmla="*/ 0 h 66"/>
                  <a:gd name="T14" fmla="*/ 241 w 24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1" h="66">
                    <a:moveTo>
                      <a:pt x="0" y="66"/>
                    </a:moveTo>
                    <a:cubicBezTo>
                      <a:pt x="84" y="65"/>
                      <a:pt x="165" y="60"/>
                      <a:pt x="241" y="51"/>
                    </a:cubicBezTo>
                    <a:cubicBezTo>
                      <a:pt x="24" y="0"/>
                      <a:pt x="24" y="0"/>
                      <a:pt x="24" y="0"/>
                    </a:cubicBez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25"/>
              <p:cNvSpPr>
                <a:spLocks noChangeArrowheads="1"/>
              </p:cNvSpPr>
              <p:nvPr/>
            </p:nvSpPr>
            <p:spPr bwMode="auto">
              <a:xfrm>
                <a:off x="1725613" y="1117599"/>
                <a:ext cx="358775" cy="119062"/>
              </a:xfrm>
              <a:custGeom>
                <a:avLst/>
                <a:gdLst>
                  <a:gd name="T0" fmla="*/ 134413727 w 311"/>
                  <a:gd name="T1" fmla="*/ 136305383 h 104"/>
                  <a:gd name="T2" fmla="*/ 413889070 w 311"/>
                  <a:gd name="T3" fmla="*/ 40629908 h 104"/>
                  <a:gd name="T4" fmla="*/ 0 w 311"/>
                  <a:gd name="T5" fmla="*/ 0 h 104"/>
                  <a:gd name="T6" fmla="*/ 134413727 w 311"/>
                  <a:gd name="T7" fmla="*/ 13630538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1"/>
                  <a:gd name="T13" fmla="*/ 0 h 104"/>
                  <a:gd name="T14" fmla="*/ 311 w 31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1" h="104">
                    <a:moveTo>
                      <a:pt x="101" y="104"/>
                    </a:moveTo>
                    <a:cubicBezTo>
                      <a:pt x="188" y="84"/>
                      <a:pt x="259" y="59"/>
                      <a:pt x="311" y="3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01" y="104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26"/>
              <p:cNvSpPr>
                <a:spLocks noChangeArrowheads="1"/>
              </p:cNvSpPr>
              <p:nvPr/>
            </p:nvSpPr>
            <p:spPr bwMode="auto">
              <a:xfrm>
                <a:off x="2085975" y="811212"/>
                <a:ext cx="106363" cy="315912"/>
              </a:xfrm>
              <a:custGeom>
                <a:avLst/>
                <a:gdLst>
                  <a:gd name="T0" fmla="*/ 0 w 91"/>
                  <a:gd name="T1" fmla="*/ 34816280 h 273"/>
                  <a:gd name="T2" fmla="*/ 49181784 w 91"/>
                  <a:gd name="T3" fmla="*/ 365569201 h 273"/>
                  <a:gd name="T4" fmla="*/ 124319646 w 91"/>
                  <a:gd name="T5" fmla="*/ 251747148 h 273"/>
                  <a:gd name="T6" fmla="*/ 117489037 w 91"/>
                  <a:gd name="T7" fmla="*/ 216930869 h 273"/>
                  <a:gd name="T8" fmla="*/ 117489037 w 91"/>
                  <a:gd name="T9" fmla="*/ 216930869 h 273"/>
                  <a:gd name="T10" fmla="*/ 49181784 w 91"/>
                  <a:gd name="T11" fmla="*/ 44189493 h 273"/>
                  <a:gd name="T12" fmla="*/ 19126639 w 91"/>
                  <a:gd name="T13" fmla="*/ 0 h 273"/>
                  <a:gd name="T14" fmla="*/ 0 w 91"/>
                  <a:gd name="T15" fmla="*/ 34816280 h 2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1"/>
                  <a:gd name="T25" fmla="*/ 0 h 273"/>
                  <a:gd name="T26" fmla="*/ 91 w 91"/>
                  <a:gd name="T27" fmla="*/ 273 h 2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1" h="273">
                    <a:moveTo>
                      <a:pt x="0" y="26"/>
                    </a:moveTo>
                    <a:cubicBezTo>
                      <a:pt x="36" y="273"/>
                      <a:pt x="36" y="273"/>
                      <a:pt x="36" y="273"/>
                    </a:cubicBezTo>
                    <a:cubicBezTo>
                      <a:pt x="71" y="247"/>
                      <a:pt x="91" y="218"/>
                      <a:pt x="91" y="188"/>
                    </a:cubicBezTo>
                    <a:cubicBezTo>
                      <a:pt x="91" y="179"/>
                      <a:pt x="89" y="171"/>
                      <a:pt x="86" y="162"/>
                    </a:cubicBezTo>
                    <a:cubicBezTo>
                      <a:pt x="86" y="162"/>
                      <a:pt x="86" y="162"/>
                      <a:pt x="86" y="162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9"/>
                      <a:pt x="7" y="18"/>
                      <a:pt x="0" y="26"/>
                    </a:cubicBez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327"/>
              <p:cNvSpPr>
                <a:spLocks noChangeArrowheads="1"/>
              </p:cNvSpPr>
              <p:nvPr/>
            </p:nvSpPr>
            <p:spPr bwMode="auto">
              <a:xfrm>
                <a:off x="1725613" y="841374"/>
                <a:ext cx="403225" cy="311150"/>
              </a:xfrm>
              <a:custGeom>
                <a:avLst/>
                <a:gdLst>
                  <a:gd name="T0" fmla="*/ 359083994 w 349"/>
                  <a:gd name="T1" fmla="*/ 45153627 h 270"/>
                  <a:gd name="T2" fmla="*/ 220255591 w 349"/>
                  <a:gd name="T3" fmla="*/ 102258871 h 270"/>
                  <a:gd name="T4" fmla="*/ 0 w 349"/>
                  <a:gd name="T5" fmla="*/ 317401810 h 270"/>
                  <a:gd name="T6" fmla="*/ 415149599 w 349"/>
                  <a:gd name="T7" fmla="*/ 358571565 h 270"/>
                  <a:gd name="T8" fmla="*/ 465875073 w 349"/>
                  <a:gd name="T9" fmla="*/ 328027006 h 270"/>
                  <a:gd name="T10" fmla="*/ 417819665 w 349"/>
                  <a:gd name="T11" fmla="*/ 0 h 270"/>
                  <a:gd name="T12" fmla="*/ 359083994 w 349"/>
                  <a:gd name="T13" fmla="*/ 45153627 h 2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9"/>
                  <a:gd name="T22" fmla="*/ 0 h 270"/>
                  <a:gd name="T23" fmla="*/ 349 w 349"/>
                  <a:gd name="T24" fmla="*/ 270 h 2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9" h="270">
                    <a:moveTo>
                      <a:pt x="269" y="34"/>
                    </a:moveTo>
                    <a:cubicBezTo>
                      <a:pt x="242" y="50"/>
                      <a:pt x="207" y="64"/>
                      <a:pt x="165" y="7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311" y="270"/>
                      <a:pt x="311" y="270"/>
                      <a:pt x="311" y="270"/>
                    </a:cubicBezTo>
                    <a:cubicBezTo>
                      <a:pt x="325" y="262"/>
                      <a:pt x="338" y="255"/>
                      <a:pt x="349" y="247"/>
                    </a:cubicBezTo>
                    <a:cubicBezTo>
                      <a:pt x="313" y="0"/>
                      <a:pt x="313" y="0"/>
                      <a:pt x="313" y="0"/>
                    </a:cubicBezTo>
                    <a:cubicBezTo>
                      <a:pt x="303" y="12"/>
                      <a:pt x="288" y="23"/>
                      <a:pt x="269" y="34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Rectangle 1328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58" name="Freeform 132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"/>
              </a:xfrm>
              <a:custGeom>
                <a:avLst/>
                <a:gdLst>
                  <a:gd name="T0" fmla="*/ 2521744 w 1"/>
                  <a:gd name="T1" fmla="*/ 0 h 1"/>
                  <a:gd name="T2" fmla="*/ 2521744 w 1"/>
                  <a:gd name="T3" fmla="*/ 0 h 1"/>
                  <a:gd name="T4" fmla="*/ 0 w 1"/>
                  <a:gd name="T5" fmla="*/ 0 h 1"/>
                  <a:gd name="T6" fmla="*/ 252174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1"/>
                  <a:gd name="T14" fmla="*/ 1 w 1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1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330"/>
              <p:cNvSpPr>
                <a:spLocks noChangeArrowheads="1"/>
              </p:cNvSpPr>
              <p:nvPr/>
            </p:nvSpPr>
            <p:spPr bwMode="auto">
              <a:xfrm>
                <a:off x="1244600" y="1065212"/>
                <a:ext cx="369888" cy="150812"/>
              </a:xfrm>
              <a:custGeom>
                <a:avLst/>
                <a:gdLst>
                  <a:gd name="T0" fmla="*/ 0 w 233"/>
                  <a:gd name="T1" fmla="*/ 0 h 95"/>
                  <a:gd name="T2" fmla="*/ 176411176 w 233"/>
                  <a:gd name="T3" fmla="*/ 239413256 h 95"/>
                  <a:gd name="T4" fmla="*/ 587197994 w 233"/>
                  <a:gd name="T5" fmla="*/ 32761129 h 95"/>
                  <a:gd name="T6" fmla="*/ 0 w 233"/>
                  <a:gd name="T7" fmla="*/ 0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95"/>
                  <a:gd name="T14" fmla="*/ 233 w 23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95">
                    <a:moveTo>
                      <a:pt x="0" y="0"/>
                    </a:moveTo>
                    <a:lnTo>
                      <a:pt x="70" y="95"/>
                    </a:lnTo>
                    <a:lnTo>
                      <a:pt x="233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1331"/>
              <p:cNvSpPr>
                <a:spLocks noChangeArrowheads="1"/>
              </p:cNvSpPr>
              <p:nvPr/>
            </p:nvSpPr>
            <p:spPr bwMode="auto">
              <a:xfrm>
                <a:off x="1244600" y="1003299"/>
                <a:ext cx="369888" cy="82550"/>
              </a:xfrm>
              <a:custGeom>
                <a:avLst/>
                <a:gdLst>
                  <a:gd name="T0" fmla="*/ 427553539 w 320"/>
                  <a:gd name="T1" fmla="*/ 94645868 h 72"/>
                  <a:gd name="T2" fmla="*/ 197743281 w 320"/>
                  <a:gd name="T3" fmla="*/ 0 h 72"/>
                  <a:gd name="T4" fmla="*/ 89518676 w 320"/>
                  <a:gd name="T5" fmla="*/ 2628988 h 72"/>
                  <a:gd name="T6" fmla="*/ 0 w 320"/>
                  <a:gd name="T7" fmla="*/ 70984974 h 72"/>
                  <a:gd name="T8" fmla="*/ 427553539 w 320"/>
                  <a:gd name="T9" fmla="*/ 94645868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0"/>
                  <a:gd name="T16" fmla="*/ 0 h 72"/>
                  <a:gd name="T17" fmla="*/ 320 w 320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0" h="72">
                    <a:moveTo>
                      <a:pt x="320" y="72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21" y="1"/>
                      <a:pt x="94" y="1"/>
                      <a:pt x="67" y="2"/>
                    </a:cubicBezTo>
                    <a:cubicBezTo>
                      <a:pt x="0" y="54"/>
                      <a:pt x="0" y="54"/>
                      <a:pt x="0" y="54"/>
                    </a:cubicBezTo>
                    <a:lnTo>
                      <a:pt x="320" y="72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1332"/>
              <p:cNvSpPr>
                <a:spLocks noChangeArrowheads="1"/>
              </p:cNvSpPr>
              <p:nvPr/>
            </p:nvSpPr>
            <p:spPr bwMode="auto">
              <a:xfrm>
                <a:off x="1355725" y="1085849"/>
                <a:ext cx="369888" cy="130175"/>
              </a:xfrm>
              <a:custGeom>
                <a:avLst/>
                <a:gdLst>
                  <a:gd name="T0" fmla="*/ 0 w 233"/>
                  <a:gd name="T1" fmla="*/ 206652813 h 82"/>
                  <a:gd name="T2" fmla="*/ 587197994 w 233"/>
                  <a:gd name="T3" fmla="*/ 50403125 h 82"/>
                  <a:gd name="T4" fmla="*/ 410786818 w 233"/>
                  <a:gd name="T5" fmla="*/ 0 h 82"/>
                  <a:gd name="T6" fmla="*/ 0 w 233"/>
                  <a:gd name="T7" fmla="*/ 206652813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82"/>
                  <a:gd name="T14" fmla="*/ 233 w 233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82">
                    <a:moveTo>
                      <a:pt x="0" y="82"/>
                    </a:moveTo>
                    <a:lnTo>
                      <a:pt x="233" y="20"/>
                    </a:lnTo>
                    <a:lnTo>
                      <a:pt x="16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1333"/>
              <p:cNvSpPr>
                <a:spLocks noChangeArrowheads="1"/>
              </p:cNvSpPr>
              <p:nvPr/>
            </p:nvSpPr>
            <p:spPr bwMode="auto">
              <a:xfrm>
                <a:off x="1416050" y="985837"/>
                <a:ext cx="206375" cy="100012"/>
              </a:xfrm>
              <a:custGeom>
                <a:avLst/>
                <a:gdLst>
                  <a:gd name="T0" fmla="*/ 237936540 w 179"/>
                  <a:gd name="T1" fmla="*/ 0 h 86"/>
                  <a:gd name="T2" fmla="*/ 0 w 179"/>
                  <a:gd name="T3" fmla="*/ 18933667 h 86"/>
                  <a:gd name="T4" fmla="*/ 228631218 w 179"/>
                  <a:gd name="T5" fmla="*/ 116306978 h 86"/>
                  <a:gd name="T6" fmla="*/ 237936540 w 179"/>
                  <a:gd name="T7" fmla="*/ 0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9"/>
                  <a:gd name="T13" fmla="*/ 0 h 86"/>
                  <a:gd name="T14" fmla="*/ 179 w 179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9" h="86">
                    <a:moveTo>
                      <a:pt x="179" y="0"/>
                    </a:moveTo>
                    <a:cubicBezTo>
                      <a:pt x="123" y="6"/>
                      <a:pt x="63" y="11"/>
                      <a:pt x="0" y="14"/>
                    </a:cubicBezTo>
                    <a:cubicBezTo>
                      <a:pt x="172" y="86"/>
                      <a:pt x="172" y="86"/>
                      <a:pt x="172" y="86"/>
                    </a:cubicBez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1334"/>
              <p:cNvSpPr>
                <a:spLocks noChangeArrowheads="1"/>
              </p:cNvSpPr>
              <p:nvPr/>
            </p:nvSpPr>
            <p:spPr bwMode="auto">
              <a:xfrm>
                <a:off x="1614488" y="957262"/>
                <a:ext cx="188913" cy="128587"/>
              </a:xfrm>
              <a:custGeom>
                <a:avLst/>
                <a:gdLst>
                  <a:gd name="T0" fmla="*/ 218945531 w 163"/>
                  <a:gd name="T1" fmla="*/ 0 h 111"/>
                  <a:gd name="T2" fmla="*/ 9402768 w 163"/>
                  <a:gd name="T3" fmla="*/ 33549623 h 111"/>
                  <a:gd name="T4" fmla="*/ 0 w 163"/>
                  <a:gd name="T5" fmla="*/ 148960510 h 111"/>
                  <a:gd name="T6" fmla="*/ 218945531 w 163"/>
                  <a:gd name="T7" fmla="*/ 0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3"/>
                  <a:gd name="T13" fmla="*/ 0 h 111"/>
                  <a:gd name="T14" fmla="*/ 163 w 163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3" h="111">
                    <a:moveTo>
                      <a:pt x="163" y="0"/>
                    </a:moveTo>
                    <a:cubicBezTo>
                      <a:pt x="116" y="10"/>
                      <a:pt x="63" y="18"/>
                      <a:pt x="7" y="25"/>
                    </a:cubicBezTo>
                    <a:cubicBezTo>
                      <a:pt x="0" y="111"/>
                      <a:pt x="0" y="111"/>
                      <a:pt x="0" y="111"/>
                    </a:cubicBez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1335"/>
              <p:cNvSpPr>
                <a:spLocks noChangeArrowheads="1"/>
              </p:cNvSpPr>
              <p:nvPr/>
            </p:nvSpPr>
            <p:spPr bwMode="auto">
              <a:xfrm>
                <a:off x="1614488" y="930274"/>
                <a:ext cx="301625" cy="187325"/>
              </a:xfrm>
              <a:custGeom>
                <a:avLst/>
                <a:gdLst>
                  <a:gd name="T0" fmla="*/ 128211427 w 261"/>
                  <a:gd name="T1" fmla="*/ 216608985 h 162"/>
                  <a:gd name="T2" fmla="*/ 348573336 w 261"/>
                  <a:gd name="T3" fmla="*/ 0 h 162"/>
                  <a:gd name="T4" fmla="*/ 217691199 w 261"/>
                  <a:gd name="T5" fmla="*/ 32090391 h 162"/>
                  <a:gd name="T6" fmla="*/ 0 w 261"/>
                  <a:gd name="T7" fmla="*/ 180507295 h 162"/>
                  <a:gd name="T8" fmla="*/ 128211427 w 261"/>
                  <a:gd name="T9" fmla="*/ 216608985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1"/>
                  <a:gd name="T16" fmla="*/ 0 h 162"/>
                  <a:gd name="T17" fmla="*/ 261 w 261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1" h="162">
                    <a:moveTo>
                      <a:pt x="96" y="162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32" y="9"/>
                      <a:pt x="199" y="17"/>
                      <a:pt x="163" y="24"/>
                    </a:cubicBezTo>
                    <a:cubicBezTo>
                      <a:pt x="0" y="135"/>
                      <a:pt x="0" y="135"/>
                      <a:pt x="0" y="135"/>
                    </a:cubicBezTo>
                    <a:lnTo>
                      <a:pt x="96" y="1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336"/>
              <p:cNvSpPr>
                <a:spLocks noChangeArrowheads="1"/>
              </p:cNvSpPr>
              <p:nvPr/>
            </p:nvSpPr>
            <p:spPr bwMode="auto">
              <a:xfrm>
                <a:off x="2100263" y="777874"/>
                <a:ext cx="28575" cy="71437"/>
              </a:xfrm>
              <a:custGeom>
                <a:avLst/>
                <a:gdLst>
                  <a:gd name="T0" fmla="*/ 5670947 w 24"/>
                  <a:gd name="T1" fmla="*/ 23896829 h 62"/>
                  <a:gd name="T2" fmla="*/ 2834878 w 24"/>
                  <a:gd name="T3" fmla="*/ 38499934 h 62"/>
                  <a:gd name="T4" fmla="*/ 34022109 w 24"/>
                  <a:gd name="T5" fmla="*/ 82310403 h 62"/>
                  <a:gd name="T6" fmla="*/ 0 w 24"/>
                  <a:gd name="T7" fmla="*/ 0 h 62"/>
                  <a:gd name="T8" fmla="*/ 5670947 w 24"/>
                  <a:gd name="T9" fmla="*/ 23896829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2"/>
                  <a:gd name="T17" fmla="*/ 24 w 2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2">
                    <a:moveTo>
                      <a:pt x="4" y="18"/>
                    </a:moveTo>
                    <a:cubicBezTo>
                      <a:pt x="4" y="21"/>
                      <a:pt x="3" y="25"/>
                      <a:pt x="2" y="29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4" y="12"/>
                      <a:pt x="4" y="18"/>
                    </a:cubicBez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6" name="任意多边形 98"/>
          <p:cNvSpPr>
            <a:spLocks noChangeArrowheads="1"/>
          </p:cNvSpPr>
          <p:nvPr/>
        </p:nvSpPr>
        <p:spPr bwMode="auto">
          <a:xfrm>
            <a:off x="3715403" y="2356325"/>
            <a:ext cx="1746647" cy="360759"/>
          </a:xfrm>
          <a:custGeom>
            <a:avLst/>
            <a:gdLst>
              <a:gd name="T0" fmla="*/ 0 w 2541974"/>
              <a:gd name="T1" fmla="*/ 0 h 636814"/>
              <a:gd name="T2" fmla="*/ 2133619 w 2541974"/>
              <a:gd name="T3" fmla="*/ 0 h 636814"/>
              <a:gd name="T4" fmla="*/ 1991723 w 2541974"/>
              <a:gd name="T5" fmla="*/ 181664 h 636814"/>
              <a:gd name="T6" fmla="*/ 2133619 w 2541974"/>
              <a:gd name="T7" fmla="*/ 363328 h 636814"/>
              <a:gd name="T8" fmla="*/ 0 w 2541974"/>
              <a:gd name="T9" fmla="*/ 363328 h 636814"/>
              <a:gd name="T10" fmla="*/ 141809 w 2541974"/>
              <a:gd name="T11" fmla="*/ 181664 h 6368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41974"/>
              <a:gd name="T19" fmla="*/ 0 h 636814"/>
              <a:gd name="T20" fmla="*/ 2541974 w 2541974"/>
              <a:gd name="T21" fmla="*/ 636814 h 6368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41974" h="636814">
                <a:moveTo>
                  <a:pt x="0" y="0"/>
                </a:moveTo>
                <a:lnTo>
                  <a:pt x="2541974" y="0"/>
                </a:lnTo>
                <a:lnTo>
                  <a:pt x="2372921" y="318407"/>
                </a:lnTo>
                <a:lnTo>
                  <a:pt x="2541974" y="636814"/>
                </a:lnTo>
                <a:lnTo>
                  <a:pt x="0" y="636814"/>
                </a:lnTo>
                <a:lnTo>
                  <a:pt x="168950" y="31840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 cstate="print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谢谢聆听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69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91" y="138184"/>
            <a:ext cx="2257425" cy="43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097_5*i*0"/>
  <p:tag name="KSO_WM_TEMPLATE_CATEGORY" val="diagram"/>
  <p:tag name="KSO_WM_TEMPLATE_INDEX" val="160097"/>
  <p:tag name="KSO_WM_UNIT_INDEX" val="0"/>
</p:tagLst>
</file>

<file path=ppt/tags/tag2.xml><?xml version="1.0" encoding="utf-8"?>
<p:tagLst xmlns:p="http://schemas.openxmlformats.org/presentationml/2006/main">
  <p:tag name="KSO_WM_TEMPLATE_CATEGORY" val="diagram"/>
  <p:tag name="KSO_WM_TEMPLATE_INDEX" val="160097"/>
  <p:tag name="KSO_WM_TAG_VERSION" val="1.0"/>
  <p:tag name="KSO_WM_UNIT_TYPE" val="l_i"/>
  <p:tag name="KSO_WM_UNIT_INDEX" val="1_1"/>
  <p:tag name="KSO_WM_UNIT_ID" val="diagram160097_5*l_i*1_1"/>
  <p:tag name="KSO_WM_UNIT_CLEAR" val="1"/>
  <p:tag name="KSO_WM_UNIT_LAYERLEVEL" val="1_1"/>
  <p:tag name="KSO_WM_BEAUTIFY_FLAG" val="#wm#"/>
  <p:tag name="KSO_WM_DIAGRAM_GROUP_CODE" val="l1-1"/>
  <p:tag name="KSO_WM_UNIT_FILL_FORE_SCHEMECOLOR_INDEX" val="5"/>
  <p:tag name="KSO_WM_UNIT_FILL_TYPE" val="1"/>
</p:tagLst>
</file>

<file path=ppt/tags/tag3.xml><?xml version="1.0" encoding="utf-8"?>
<p:tagLst xmlns:p="http://schemas.openxmlformats.org/presentationml/2006/main">
  <p:tag name="KSO_WM_TEMPLATE_CATEGORY" val="diagram"/>
  <p:tag name="KSO_WM_TEMPLATE_INDEX" val="160097"/>
  <p:tag name="KSO_WM_TAG_VERSION" val="1.0"/>
  <p:tag name="KSO_WM_UNIT_TYPE" val="l_i"/>
  <p:tag name="KSO_WM_UNIT_INDEX" val="1_2"/>
  <p:tag name="KSO_WM_UNIT_ID" val="diagram160097_5*l_i*1_2"/>
  <p:tag name="KSO_WM_UNIT_CLEAR" val="1"/>
  <p:tag name="KSO_WM_UNIT_LAYERLEVEL" val="1_1"/>
  <p:tag name="KSO_WM_BEAUTIFY_FLAG" val="#wm#"/>
  <p:tag name="KSO_WM_DIAGRAM_GROUP_CODE" val="l1-1"/>
  <p:tag name="KSO_WM_UNIT_FILL_FORE_SCHEMECOLOR_INDEX" val="5"/>
  <p:tag name="KSO_WM_UNIT_FILL_TYPE" val="1"/>
</p:tagLst>
</file>

<file path=ppt/tags/tag4.xml><?xml version="1.0" encoding="utf-8"?>
<p:tagLst xmlns:p="http://schemas.openxmlformats.org/presentationml/2006/main">
  <p:tag name="KSO_WM_TEMPLATE_CATEGORY" val="diagram"/>
  <p:tag name="KSO_WM_TEMPLATE_INDEX" val="160097"/>
  <p:tag name="KSO_WM_TAG_VERSION" val="1.0"/>
  <p:tag name="KSO_WM_UNIT_TYPE" val="l_h_f"/>
  <p:tag name="KSO_WM_UNIT_INDEX" val="1_1_1"/>
  <p:tag name="KSO_WM_UNIT_ID" val="diagram160097_5*l_h_f*1_1_1"/>
  <p:tag name="KSO_WM_UNIT_CLEAR" val="1"/>
  <p:tag name="KSO_WM_UNIT_LAYERLEVEL" val="1_1_1"/>
  <p:tag name="KSO_WM_UNIT_VALUE" val="114"/>
  <p:tag name="KSO_WM_UNIT_HIGHLIGHT" val="0"/>
  <p:tag name="KSO_WM_UNIT_COMPATIBLE" val="0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TEMPLATE_CATEGORY" val="diagram"/>
  <p:tag name="KSO_WM_TEMPLATE_INDEX" val="160097"/>
  <p:tag name="KSO_WM_TAG_VERSION" val="1.0"/>
  <p:tag name="KSO_WM_UNIT_TYPE" val="l_h_a"/>
  <p:tag name="KSO_WM_UNIT_INDEX" val="1_1_1"/>
  <p:tag name="KSO_WM_UNIT_ID" val="diagram160097_5*l_h_a*1_1_1"/>
  <p:tag name="KSO_WM_UNIT_CLEAR" val="1"/>
  <p:tag name="KSO_WM_UNIT_LAYERLEVEL" val="1_1_1"/>
  <p:tag name="KSO_WM_UNIT_VALUE" val="36"/>
  <p:tag name="KSO_WM_UNIT_HIGHLIGHT" val="0"/>
  <p:tag name="KSO_WM_UNIT_COMPATIBLE" val="0"/>
  <p:tag name="KSO_WM_BEAUTIFY_FLAG" val="#wm#"/>
  <p:tag name="KSO_WM_DIAGRAM_GROUP_CODE" val="l1-1"/>
  <p:tag name="KSO_WM_UNIT_PRESET_TEXT" val="Lorem ipsum dolor sit ame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6.xml><?xml version="1.0" encoding="utf-8"?>
<p:tagLst xmlns:p="http://schemas.openxmlformats.org/presentationml/2006/main">
  <p:tag name="KSO_WM_TEMPLATE_CATEGORY" val="diagram"/>
  <p:tag name="KSO_WM_TEMPLATE_INDEX" val="160097"/>
  <p:tag name="KSO_WM_TAG_VERSION" val="1.0"/>
  <p:tag name="KSO_WM_UNIT_TYPE" val="l_i"/>
  <p:tag name="KSO_WM_UNIT_INDEX" val="1_3"/>
  <p:tag name="KSO_WM_UNIT_ID" val="diagram160097_5*l_i*1_3"/>
  <p:tag name="KSO_WM_UNIT_CLEAR" val="1"/>
  <p:tag name="KSO_WM_UNIT_LAYERLEVEL" val="1_1"/>
  <p:tag name="KSO_WM_BEAUTIFY_FLAG" val="#wm#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7.xml><?xml version="1.0" encoding="utf-8"?>
<p:tagLst xmlns:p="http://schemas.openxmlformats.org/presentationml/2006/main">
  <p:tag name="KSO_WM_UNIT_TABLE_BEAUTIFY" val="smartTable{fe2caead-cf12-4cd2-825e-78f0ae09ccef}"/>
</p:tagLst>
</file>

<file path=ppt/tags/tag8.xml><?xml version="1.0" encoding="utf-8"?>
<p:tagLst xmlns:p="http://schemas.openxmlformats.org/presentationml/2006/main">
  <p:tag name="KSO_WM_UNIT_TABLE_BEAUTIFY" val="smartTable{fe2caead-cf12-4cd2-825e-78f0ae09ccef}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2964</Words>
  <Application>WPS 演示</Application>
  <PresentationFormat>全屏显示(16:9)</PresentationFormat>
  <Paragraphs>463</Paragraphs>
  <Slides>34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2" baseType="lpstr">
      <vt:lpstr>Arial</vt:lpstr>
      <vt:lpstr>宋体</vt:lpstr>
      <vt:lpstr>Wingdings</vt:lpstr>
      <vt:lpstr>黑体</vt:lpstr>
      <vt:lpstr>Calibri</vt:lpstr>
      <vt:lpstr>微软雅黑</vt:lpstr>
      <vt:lpstr>Browallia New</vt:lpstr>
      <vt:lpstr>Tahoma</vt:lpstr>
      <vt:lpstr>Times New Roman</vt:lpstr>
      <vt:lpstr>Times New Roman</vt:lpstr>
      <vt:lpstr>楷体_GB2312</vt:lpstr>
      <vt:lpstr>Wingdings</vt:lpstr>
      <vt:lpstr>Arial Unicode MS</vt:lpstr>
      <vt:lpstr>Impact</vt:lpstr>
      <vt:lpstr>新宋体</vt:lpstr>
      <vt:lpstr>A new day begins</vt:lpstr>
      <vt:lpstr>Office 主题</vt:lpstr>
      <vt:lpstr>Visio.Drawing.15</vt:lpstr>
      <vt:lpstr>第九单元</vt:lpstr>
      <vt:lpstr>第一节课</vt:lpstr>
      <vt:lpstr>贯穿案例</vt:lpstr>
      <vt:lpstr>知识目标</vt:lpstr>
      <vt:lpstr>为什么使用元组</vt:lpstr>
      <vt:lpstr>什么是元组</vt:lpstr>
      <vt:lpstr>如何使用元组</vt:lpstr>
      <vt:lpstr>如何使用元组</vt:lpstr>
      <vt:lpstr>如何使用元组</vt:lpstr>
      <vt:lpstr>如何使用元组</vt:lpstr>
      <vt:lpstr>如何遍历元组</vt:lpstr>
      <vt:lpstr>如何遍历元组</vt:lpstr>
      <vt:lpstr>课堂测试</vt:lpstr>
      <vt:lpstr>元组的特性</vt:lpstr>
      <vt:lpstr>元组的应用</vt:lpstr>
      <vt:lpstr>元组的应用</vt:lpstr>
      <vt:lpstr>元组的应用</vt:lpstr>
      <vt:lpstr>元组的应用</vt:lpstr>
      <vt:lpstr>元组的作用</vt:lpstr>
      <vt:lpstr>第二三节课</vt:lpstr>
      <vt:lpstr>案例</vt:lpstr>
      <vt:lpstr>案例</vt:lpstr>
      <vt:lpstr>案例</vt:lpstr>
      <vt:lpstr>案例</vt:lpstr>
      <vt:lpstr>案例</vt:lpstr>
      <vt:lpstr>案例</vt:lpstr>
      <vt:lpstr>案例</vt:lpstr>
      <vt:lpstr>第四节课</vt:lpstr>
      <vt:lpstr>案例</vt:lpstr>
      <vt:lpstr>案例</vt:lpstr>
      <vt:lpstr>案例</vt:lpstr>
      <vt:lpstr>概念图</vt:lpstr>
      <vt:lpstr>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改逸</cp:lastModifiedBy>
  <cp:revision>4609</cp:revision>
  <dcterms:created xsi:type="dcterms:W3CDTF">2021-09-15T03:18:00Z</dcterms:created>
  <dcterms:modified xsi:type="dcterms:W3CDTF">2026-03-01T08:46:35Z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6603FC29DAF04B1F9E1AF8CA6A96A99E_12</vt:lpwstr>
  </property>
</Properties>
</file>